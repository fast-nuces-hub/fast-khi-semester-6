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sldIdLst>
    <p:sldId id="272" r:id="rId4"/>
    <p:sldId id="308" r:id="rId5"/>
    <p:sldId id="318" r:id="rId6"/>
    <p:sldId id="317" r:id="rId7"/>
    <p:sldId id="323" r:id="rId8"/>
    <p:sldId id="315" r:id="rId9"/>
    <p:sldId id="281" r:id="rId10"/>
    <p:sldId id="282" r:id="rId11"/>
    <p:sldId id="319" r:id="rId12"/>
    <p:sldId id="321" r:id="rId13"/>
    <p:sldId id="283" r:id="rId14"/>
    <p:sldId id="322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11" r:id="rId24"/>
    <p:sldId id="312" r:id="rId25"/>
    <p:sldId id="313" r:id="rId26"/>
    <p:sldId id="296" r:id="rId27"/>
    <p:sldId id="320" r:id="rId28"/>
    <p:sldId id="332" r:id="rId29"/>
    <p:sldId id="297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10" autoAdjust="0"/>
    <p:restoredTop sz="94660"/>
  </p:normalViewPr>
  <p:slideViewPr>
    <p:cSldViewPr snapToGrid="0">
      <p:cViewPr>
        <p:scale>
          <a:sx n="96" d="100"/>
          <a:sy n="96" d="100"/>
        </p:scale>
        <p:origin x="151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FBE899-11E2-474F-8491-3772C01AB793}" type="doc">
      <dgm:prSet loTypeId="urn:microsoft.com/office/officeart/2005/8/layout/hList6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986195C-ACCC-4D16-8B2A-6BDE72F14BBF}">
      <dgm:prSet/>
      <dgm:spPr/>
      <dgm:t>
        <a:bodyPr/>
        <a:lstStyle/>
        <a:p>
          <a:r>
            <a:rPr lang="en-US" b="1" i="1" dirty="0"/>
            <a:t>Firmness:</a:t>
          </a:r>
          <a:endParaRPr lang="en-US" dirty="0"/>
        </a:p>
      </dgm:t>
    </dgm:pt>
    <dgm:pt modelId="{3964FEA4-E1F4-4AF5-90F3-54A9E2956F5B}" type="parTrans" cxnId="{DEDC1E07-A51C-4294-BE12-4B879E362CE4}">
      <dgm:prSet/>
      <dgm:spPr/>
      <dgm:t>
        <a:bodyPr/>
        <a:lstStyle/>
        <a:p>
          <a:endParaRPr lang="en-US"/>
        </a:p>
      </dgm:t>
    </dgm:pt>
    <dgm:pt modelId="{A7D33546-1F1E-4478-8300-EEFB6EC88B16}" type="sibTrans" cxnId="{DEDC1E07-A51C-4294-BE12-4B879E362CE4}">
      <dgm:prSet/>
      <dgm:spPr/>
      <dgm:t>
        <a:bodyPr/>
        <a:lstStyle/>
        <a:p>
          <a:endParaRPr lang="en-US"/>
        </a:p>
      </dgm:t>
    </dgm:pt>
    <dgm:pt modelId="{5AB998E3-BE38-42F4-B5D9-62C826B6F7A3}">
      <dgm:prSet/>
      <dgm:spPr/>
      <dgm:t>
        <a:bodyPr/>
        <a:lstStyle/>
        <a:p>
          <a:r>
            <a:rPr lang="en-US" b="1" i="1" dirty="0"/>
            <a:t>Commodity:</a:t>
          </a:r>
          <a:endParaRPr lang="en-US" b="1" dirty="0"/>
        </a:p>
      </dgm:t>
    </dgm:pt>
    <dgm:pt modelId="{6343D104-9D6B-46A4-9E6D-0DD6F1765C86}" type="parTrans" cxnId="{E05D068B-864B-4DD8-80BC-704009CD954B}">
      <dgm:prSet/>
      <dgm:spPr/>
      <dgm:t>
        <a:bodyPr/>
        <a:lstStyle/>
        <a:p>
          <a:endParaRPr lang="en-US"/>
        </a:p>
      </dgm:t>
    </dgm:pt>
    <dgm:pt modelId="{CC762339-4FFF-422F-BC4F-A907D2B61FCE}" type="sibTrans" cxnId="{E05D068B-864B-4DD8-80BC-704009CD954B}">
      <dgm:prSet/>
      <dgm:spPr/>
      <dgm:t>
        <a:bodyPr/>
        <a:lstStyle/>
        <a:p>
          <a:endParaRPr lang="en-US"/>
        </a:p>
      </dgm:t>
    </dgm:pt>
    <dgm:pt modelId="{35AD57FD-AABB-4955-B6D4-E6BD9A9559FD}">
      <dgm:prSet/>
      <dgm:spPr/>
      <dgm:t>
        <a:bodyPr/>
        <a:lstStyle/>
        <a:p>
          <a:r>
            <a:rPr lang="en-US" b="1" i="1" dirty="0"/>
            <a:t>Delight:</a:t>
          </a:r>
          <a:endParaRPr lang="en-US" b="1" dirty="0"/>
        </a:p>
      </dgm:t>
    </dgm:pt>
    <dgm:pt modelId="{9BEE69BF-6127-4753-BD63-DA82B27A62DC}" type="parTrans" cxnId="{7E02F260-64AA-4BEB-A5DA-52831DE241C1}">
      <dgm:prSet/>
      <dgm:spPr/>
      <dgm:t>
        <a:bodyPr/>
        <a:lstStyle/>
        <a:p>
          <a:endParaRPr lang="en-US"/>
        </a:p>
      </dgm:t>
    </dgm:pt>
    <dgm:pt modelId="{0C12599D-20EE-442B-A5AE-AC4DEF753B12}" type="sibTrans" cxnId="{7E02F260-64AA-4BEB-A5DA-52831DE241C1}">
      <dgm:prSet/>
      <dgm:spPr/>
      <dgm:t>
        <a:bodyPr/>
        <a:lstStyle/>
        <a:p>
          <a:endParaRPr lang="en-US"/>
        </a:p>
      </dgm:t>
    </dgm:pt>
    <dgm:pt modelId="{B5B6A81F-A402-40F3-A2CF-AE7502D896DD}">
      <dgm:prSet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program should not have any bugs </a:t>
          </a:r>
          <a:r>
            <a:rPr lang="en-US" dirty="0"/>
            <a:t>that inhibit its function. </a:t>
          </a:r>
        </a:p>
      </dgm:t>
    </dgm:pt>
    <dgm:pt modelId="{E0CEFDC9-7F0E-4369-AE7B-5A7E5DCF174E}" type="parTrans" cxnId="{8A7DA363-0822-4468-A271-E9406F9F1275}">
      <dgm:prSet/>
      <dgm:spPr/>
      <dgm:t>
        <a:bodyPr/>
        <a:lstStyle/>
        <a:p>
          <a:endParaRPr lang="en-US"/>
        </a:p>
      </dgm:t>
    </dgm:pt>
    <dgm:pt modelId="{D426DAAB-8043-4315-BDC7-CDCC3E27CCF4}" type="sibTrans" cxnId="{8A7DA363-0822-4468-A271-E9406F9F1275}">
      <dgm:prSet/>
      <dgm:spPr/>
      <dgm:t>
        <a:bodyPr/>
        <a:lstStyle/>
        <a:p>
          <a:endParaRPr lang="en-US"/>
        </a:p>
      </dgm:t>
    </dgm:pt>
    <dgm:pt modelId="{D2A6403E-C273-4047-B1CB-64884C40C084}">
      <dgm:prSet/>
      <dgm:spPr/>
      <dgm:t>
        <a:bodyPr/>
        <a:lstStyle/>
        <a:p>
          <a:r>
            <a:rPr lang="en-US" dirty="0"/>
            <a:t> A program </a:t>
          </a:r>
          <a:r>
            <a:rPr lang="en-US" dirty="0">
              <a:solidFill>
                <a:srgbClr val="FF0000"/>
              </a:solidFill>
            </a:rPr>
            <a:t>must serve the purpose </a:t>
          </a:r>
          <a:r>
            <a:rPr lang="en-US" dirty="0"/>
            <a:t>for which it is designed. </a:t>
          </a:r>
          <a:endParaRPr lang="en-US" b="1" dirty="0"/>
        </a:p>
      </dgm:t>
    </dgm:pt>
    <dgm:pt modelId="{39F79BEB-6A9F-4902-8D56-77F2DB44E185}" type="parTrans" cxnId="{7E27B82B-879F-434C-BC81-D8DEEFEBF070}">
      <dgm:prSet/>
      <dgm:spPr/>
      <dgm:t>
        <a:bodyPr/>
        <a:lstStyle/>
        <a:p>
          <a:endParaRPr lang="en-US"/>
        </a:p>
      </dgm:t>
    </dgm:pt>
    <dgm:pt modelId="{1BE20CE9-8100-4A22-A5D0-7AA8E55C3B09}" type="sibTrans" cxnId="{7E27B82B-879F-434C-BC81-D8DEEFEBF070}">
      <dgm:prSet/>
      <dgm:spPr/>
      <dgm:t>
        <a:bodyPr/>
        <a:lstStyle/>
        <a:p>
          <a:endParaRPr lang="en-US"/>
        </a:p>
      </dgm:t>
    </dgm:pt>
    <dgm:pt modelId="{DE666254-81EE-49B7-8A42-86C3F80D7A92}">
      <dgm:prSet/>
      <dgm:spPr/>
      <dgm:t>
        <a:bodyPr/>
        <a:lstStyle/>
        <a:p>
          <a:r>
            <a:rPr lang="en-US" dirty="0"/>
            <a:t>The </a:t>
          </a:r>
          <a:r>
            <a:rPr lang="en-US" dirty="0">
              <a:solidFill>
                <a:srgbClr val="FF0000"/>
              </a:solidFill>
            </a:rPr>
            <a:t>user experience </a:t>
          </a:r>
          <a:r>
            <a:rPr lang="en-US" dirty="0"/>
            <a:t>should be pleasurable one.</a:t>
          </a:r>
        </a:p>
      </dgm:t>
    </dgm:pt>
    <dgm:pt modelId="{30334705-3814-4298-A26E-A30F36FC1957}" type="parTrans" cxnId="{82C94A35-BAB9-4627-BD31-29E445D3417C}">
      <dgm:prSet/>
      <dgm:spPr/>
      <dgm:t>
        <a:bodyPr/>
        <a:lstStyle/>
        <a:p>
          <a:endParaRPr lang="en-US"/>
        </a:p>
      </dgm:t>
    </dgm:pt>
    <dgm:pt modelId="{C28BA4FD-9C4C-4A01-A9F5-31D46956EDCD}" type="sibTrans" cxnId="{82C94A35-BAB9-4627-BD31-29E445D3417C}">
      <dgm:prSet/>
      <dgm:spPr/>
      <dgm:t>
        <a:bodyPr/>
        <a:lstStyle/>
        <a:p>
          <a:endParaRPr lang="en-US"/>
        </a:p>
      </dgm:t>
    </dgm:pt>
    <dgm:pt modelId="{96C32B24-1ED7-42E8-827A-67D6A247C0E7}" type="pres">
      <dgm:prSet presAssocID="{71FBE899-11E2-474F-8491-3772C01AB793}" presName="Name0" presStyleCnt="0">
        <dgm:presLayoutVars>
          <dgm:dir/>
          <dgm:resizeHandles val="exact"/>
        </dgm:presLayoutVars>
      </dgm:prSet>
      <dgm:spPr/>
    </dgm:pt>
    <dgm:pt modelId="{3949BA70-5414-4B82-A3A3-FE8664BE3491}" type="pres">
      <dgm:prSet presAssocID="{F986195C-ACCC-4D16-8B2A-6BDE72F14BBF}" presName="node" presStyleLbl="node1" presStyleIdx="0" presStyleCnt="3">
        <dgm:presLayoutVars>
          <dgm:bulletEnabled val="1"/>
        </dgm:presLayoutVars>
      </dgm:prSet>
      <dgm:spPr/>
    </dgm:pt>
    <dgm:pt modelId="{40342F13-BAE8-434B-A308-F25E158F961F}" type="pres">
      <dgm:prSet presAssocID="{A7D33546-1F1E-4478-8300-EEFB6EC88B16}" presName="sibTrans" presStyleCnt="0"/>
      <dgm:spPr/>
    </dgm:pt>
    <dgm:pt modelId="{B695F796-BDE3-4062-9AD5-A5842FA1DE78}" type="pres">
      <dgm:prSet presAssocID="{5AB998E3-BE38-42F4-B5D9-62C826B6F7A3}" presName="node" presStyleLbl="node1" presStyleIdx="1" presStyleCnt="3">
        <dgm:presLayoutVars>
          <dgm:bulletEnabled val="1"/>
        </dgm:presLayoutVars>
      </dgm:prSet>
      <dgm:spPr/>
    </dgm:pt>
    <dgm:pt modelId="{82B07A06-F238-4420-8079-881435F1BEF3}" type="pres">
      <dgm:prSet presAssocID="{CC762339-4FFF-422F-BC4F-A907D2B61FCE}" presName="sibTrans" presStyleCnt="0"/>
      <dgm:spPr/>
    </dgm:pt>
    <dgm:pt modelId="{A4BA8141-9FC6-4D37-9A69-D30CBB3BF8A4}" type="pres">
      <dgm:prSet presAssocID="{35AD57FD-AABB-4955-B6D4-E6BD9A9559FD}" presName="node" presStyleLbl="node1" presStyleIdx="2" presStyleCnt="3">
        <dgm:presLayoutVars>
          <dgm:bulletEnabled val="1"/>
        </dgm:presLayoutVars>
      </dgm:prSet>
      <dgm:spPr/>
    </dgm:pt>
  </dgm:ptLst>
  <dgm:cxnLst>
    <dgm:cxn modelId="{DEDC1E07-A51C-4294-BE12-4B879E362CE4}" srcId="{71FBE899-11E2-474F-8491-3772C01AB793}" destId="{F986195C-ACCC-4D16-8B2A-6BDE72F14BBF}" srcOrd="0" destOrd="0" parTransId="{3964FEA4-E1F4-4AF5-90F3-54A9E2956F5B}" sibTransId="{A7D33546-1F1E-4478-8300-EEFB6EC88B16}"/>
    <dgm:cxn modelId="{7E27B82B-879F-434C-BC81-D8DEEFEBF070}" srcId="{5AB998E3-BE38-42F4-B5D9-62C826B6F7A3}" destId="{D2A6403E-C273-4047-B1CB-64884C40C084}" srcOrd="0" destOrd="0" parTransId="{39F79BEB-6A9F-4902-8D56-77F2DB44E185}" sibTransId="{1BE20CE9-8100-4A22-A5D0-7AA8E55C3B09}"/>
    <dgm:cxn modelId="{82C94A35-BAB9-4627-BD31-29E445D3417C}" srcId="{35AD57FD-AABB-4955-B6D4-E6BD9A9559FD}" destId="{DE666254-81EE-49B7-8A42-86C3F80D7A92}" srcOrd="0" destOrd="0" parTransId="{30334705-3814-4298-A26E-A30F36FC1957}" sibTransId="{C28BA4FD-9C4C-4A01-A9F5-31D46956EDCD}"/>
    <dgm:cxn modelId="{7E02F260-64AA-4BEB-A5DA-52831DE241C1}" srcId="{71FBE899-11E2-474F-8491-3772C01AB793}" destId="{35AD57FD-AABB-4955-B6D4-E6BD9A9559FD}" srcOrd="2" destOrd="0" parTransId="{9BEE69BF-6127-4753-BD63-DA82B27A62DC}" sibTransId="{0C12599D-20EE-442B-A5AE-AC4DEF753B12}"/>
    <dgm:cxn modelId="{8A7DA363-0822-4468-A271-E9406F9F1275}" srcId="{F986195C-ACCC-4D16-8B2A-6BDE72F14BBF}" destId="{B5B6A81F-A402-40F3-A2CF-AE7502D896DD}" srcOrd="0" destOrd="0" parTransId="{E0CEFDC9-7F0E-4369-AE7B-5A7E5DCF174E}" sibTransId="{D426DAAB-8043-4315-BDC7-CDCC3E27CCF4}"/>
    <dgm:cxn modelId="{D581B977-B653-4841-A45C-110A001BE809}" type="presOf" srcId="{DE666254-81EE-49B7-8A42-86C3F80D7A92}" destId="{A4BA8141-9FC6-4D37-9A69-D30CBB3BF8A4}" srcOrd="0" destOrd="1" presId="urn:microsoft.com/office/officeart/2005/8/layout/hList6"/>
    <dgm:cxn modelId="{E05D068B-864B-4DD8-80BC-704009CD954B}" srcId="{71FBE899-11E2-474F-8491-3772C01AB793}" destId="{5AB998E3-BE38-42F4-B5D9-62C826B6F7A3}" srcOrd="1" destOrd="0" parTransId="{6343D104-9D6B-46A4-9E6D-0DD6F1765C86}" sibTransId="{CC762339-4FFF-422F-BC4F-A907D2B61FCE}"/>
    <dgm:cxn modelId="{194935B6-A65D-402D-8B9D-A8D06A2E95F1}" type="presOf" srcId="{D2A6403E-C273-4047-B1CB-64884C40C084}" destId="{B695F796-BDE3-4062-9AD5-A5842FA1DE78}" srcOrd="0" destOrd="1" presId="urn:microsoft.com/office/officeart/2005/8/layout/hList6"/>
    <dgm:cxn modelId="{8F25CACB-DF15-4420-A297-712A7B67B8F5}" type="presOf" srcId="{5AB998E3-BE38-42F4-B5D9-62C826B6F7A3}" destId="{B695F796-BDE3-4062-9AD5-A5842FA1DE78}" srcOrd="0" destOrd="0" presId="urn:microsoft.com/office/officeart/2005/8/layout/hList6"/>
    <dgm:cxn modelId="{54D154D8-F256-4AF7-A742-791AD53ADE6A}" type="presOf" srcId="{71FBE899-11E2-474F-8491-3772C01AB793}" destId="{96C32B24-1ED7-42E8-827A-67D6A247C0E7}" srcOrd="0" destOrd="0" presId="urn:microsoft.com/office/officeart/2005/8/layout/hList6"/>
    <dgm:cxn modelId="{EF2888E5-5B76-47EE-B37E-CD917B94094D}" type="presOf" srcId="{B5B6A81F-A402-40F3-A2CF-AE7502D896DD}" destId="{3949BA70-5414-4B82-A3A3-FE8664BE3491}" srcOrd="0" destOrd="1" presId="urn:microsoft.com/office/officeart/2005/8/layout/hList6"/>
    <dgm:cxn modelId="{886FBBE8-5846-4CF9-ACA3-9B8B6854C5E9}" type="presOf" srcId="{F986195C-ACCC-4D16-8B2A-6BDE72F14BBF}" destId="{3949BA70-5414-4B82-A3A3-FE8664BE3491}" srcOrd="0" destOrd="0" presId="urn:microsoft.com/office/officeart/2005/8/layout/hList6"/>
    <dgm:cxn modelId="{A0EF78F0-4F5E-4610-ACEE-2E5E5E6D9313}" type="presOf" srcId="{35AD57FD-AABB-4955-B6D4-E6BD9A9559FD}" destId="{A4BA8141-9FC6-4D37-9A69-D30CBB3BF8A4}" srcOrd="0" destOrd="0" presId="urn:microsoft.com/office/officeart/2005/8/layout/hList6"/>
    <dgm:cxn modelId="{BBB71A6C-2087-477E-B1E3-E5FED2449DD2}" type="presParOf" srcId="{96C32B24-1ED7-42E8-827A-67D6A247C0E7}" destId="{3949BA70-5414-4B82-A3A3-FE8664BE3491}" srcOrd="0" destOrd="0" presId="urn:microsoft.com/office/officeart/2005/8/layout/hList6"/>
    <dgm:cxn modelId="{0A05D9B6-E93B-4573-A3AC-86718ADBD9F3}" type="presParOf" srcId="{96C32B24-1ED7-42E8-827A-67D6A247C0E7}" destId="{40342F13-BAE8-434B-A308-F25E158F961F}" srcOrd="1" destOrd="0" presId="urn:microsoft.com/office/officeart/2005/8/layout/hList6"/>
    <dgm:cxn modelId="{535BBE16-F228-4898-A24E-EE38A3BED510}" type="presParOf" srcId="{96C32B24-1ED7-42E8-827A-67D6A247C0E7}" destId="{B695F796-BDE3-4062-9AD5-A5842FA1DE78}" srcOrd="2" destOrd="0" presId="urn:microsoft.com/office/officeart/2005/8/layout/hList6"/>
    <dgm:cxn modelId="{20332BC1-B2CC-456C-ACB6-556029049FFF}" type="presParOf" srcId="{96C32B24-1ED7-42E8-827A-67D6A247C0E7}" destId="{82B07A06-F238-4420-8079-881435F1BEF3}" srcOrd="3" destOrd="0" presId="urn:microsoft.com/office/officeart/2005/8/layout/hList6"/>
    <dgm:cxn modelId="{27B14FA6-2937-4CC3-A727-8D24B233B819}" type="presParOf" srcId="{96C32B24-1ED7-42E8-827A-67D6A247C0E7}" destId="{A4BA8141-9FC6-4D37-9A69-D30CBB3BF8A4}" srcOrd="4" destOrd="0" presId="urn:microsoft.com/office/officeart/2005/8/layout/hList6"/>
  </dgm:cxnLst>
  <dgm:bg/>
  <dgm:whole>
    <a:ln>
      <a:solidFill>
        <a:schemeClr val="accent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49BA70-5414-4B82-A3A3-FE8664BE3491}">
      <dsp:nvSpPr>
        <dsp:cNvPr id="0" name=""/>
        <dsp:cNvSpPr/>
      </dsp:nvSpPr>
      <dsp:spPr>
        <a:xfrm rot="16200000">
          <a:off x="-824833" y="825810"/>
          <a:ext cx="4191000" cy="2539379"/>
        </a:xfrm>
        <a:prstGeom prst="flowChartManualOperati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157" bIns="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1" kern="1200" dirty="0"/>
            <a:t>Firmness:</a:t>
          </a:r>
          <a:endParaRPr lang="en-US" sz="29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solidFill>
                <a:srgbClr val="FF0000"/>
              </a:solidFill>
            </a:rPr>
            <a:t>program should not have any bugs </a:t>
          </a:r>
          <a:r>
            <a:rPr lang="en-US" sz="2300" kern="1200" dirty="0"/>
            <a:t>that inhibit its function. </a:t>
          </a:r>
        </a:p>
      </dsp:txBody>
      <dsp:txXfrm rot="5400000">
        <a:off x="978" y="838199"/>
        <a:ext cx="2539379" cy="2514600"/>
      </dsp:txXfrm>
    </dsp:sp>
    <dsp:sp modelId="{B695F796-BDE3-4062-9AD5-A5842FA1DE78}">
      <dsp:nvSpPr>
        <dsp:cNvPr id="0" name=""/>
        <dsp:cNvSpPr/>
      </dsp:nvSpPr>
      <dsp:spPr>
        <a:xfrm rot="16200000">
          <a:off x="1905000" y="825810"/>
          <a:ext cx="4191000" cy="2539379"/>
        </a:xfrm>
        <a:prstGeom prst="flowChartManualOperati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157" bIns="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1" kern="1200" dirty="0"/>
            <a:t>Commodity:</a:t>
          </a:r>
          <a:endParaRPr lang="en-US" sz="29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 A program </a:t>
          </a:r>
          <a:r>
            <a:rPr lang="en-US" sz="2300" kern="1200" dirty="0">
              <a:solidFill>
                <a:srgbClr val="FF0000"/>
              </a:solidFill>
            </a:rPr>
            <a:t>must serve the purpose </a:t>
          </a:r>
          <a:r>
            <a:rPr lang="en-US" sz="2300" kern="1200" dirty="0"/>
            <a:t>for which it is designed. </a:t>
          </a:r>
          <a:endParaRPr lang="en-US" sz="2300" b="1" kern="1200" dirty="0"/>
        </a:p>
      </dsp:txBody>
      <dsp:txXfrm rot="5400000">
        <a:off x="2730811" y="838199"/>
        <a:ext cx="2539379" cy="2514600"/>
      </dsp:txXfrm>
    </dsp:sp>
    <dsp:sp modelId="{A4BA8141-9FC6-4D37-9A69-D30CBB3BF8A4}">
      <dsp:nvSpPr>
        <dsp:cNvPr id="0" name=""/>
        <dsp:cNvSpPr/>
      </dsp:nvSpPr>
      <dsp:spPr>
        <a:xfrm rot="16200000">
          <a:off x="4634833" y="825810"/>
          <a:ext cx="4191000" cy="2539379"/>
        </a:xfrm>
        <a:prstGeom prst="flowChartManualOperati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157" bIns="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1" kern="1200" dirty="0"/>
            <a:t>Delight:</a:t>
          </a:r>
          <a:endParaRPr lang="en-US" sz="29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The </a:t>
          </a:r>
          <a:r>
            <a:rPr lang="en-US" sz="2300" kern="1200" dirty="0">
              <a:solidFill>
                <a:srgbClr val="FF0000"/>
              </a:solidFill>
            </a:rPr>
            <a:t>user experience </a:t>
          </a:r>
          <a:r>
            <a:rPr lang="en-US" sz="2300" kern="1200" dirty="0"/>
            <a:t>should be pleasurable one.</a:t>
          </a:r>
        </a:p>
      </dsp:txBody>
      <dsp:txXfrm rot="5400000">
        <a:off x="5460644" y="838199"/>
        <a:ext cx="2539379" cy="2514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5T04:27:34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5T04:27:04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918 414 24575,'1'-35'0,"-1"1"0,-2-1 0,-2 1 0,-12-53 0,13 77 0,0 0 0,-1 0 0,0 1 0,-1-1 0,0 1 0,0 1 0,-1-1 0,0 1 0,-1-1 0,0 2 0,0-1 0,0 1 0,-1 0 0,0 1 0,0-1 0,-1 2 0,0-1 0,0 1 0,-17-6 0,7 4 0,0 2 0,0 0 0,-1 1 0,1 1 0,-40 0 0,-102 8 0,155-4 0,-12 1 0,1 2 0,-1 0 0,1 0 0,0 2 0,1 0 0,-1 1 0,1 1 0,0 0 0,1 2 0,0-1 0,1 2 0,0 0 0,-15 15 0,9-7 0,2 0 0,0 1 0,1 1 0,1 1 0,1 0 0,1 1 0,1 1 0,-11 29 0,16-29 0,1 1 0,1 0 0,1 1 0,1-1 0,-1 47 0,6-28 0,1 1 0,12 65 0,-12-99 0,1 0 0,0-1 0,1 0 0,0 0 0,0 0 0,1 0 0,0-1 0,1 0 0,0 0 0,1 0 0,0-1 0,0 0 0,0 0 0,1 0 0,13 8 0,-7-6 0,0-2 0,0 1 0,0-2 0,1 0 0,1-1 0,-1 0 0,1-1 0,0-1 0,25 3 0,185 17 0,-184-22 0,1-2 0,0-2 0,55-10 0,-82 8-51,0-1 0,-1-1 1,1-1-1,-1 0 0,0-1 0,-1-1 0,0 0 0,-1 0 0,21-20 0,-11 11-805,-7 5-5970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5T04:27:06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72 169 24575,'-3'4'0,"1"0"0,0 1 0,0 0 0,0-1 0,0 1 0,1 0 0,-1 0 0,1 0 0,1 0 0,-1 0 0,1 0 0,0 11 0,-1 6 0,-28 752 0,29-752 0,-12-212 0,1 20 0,10 143 0,2-229 0,2 200 0,2 0 0,20-85 0,-21 131 0,0 0 0,0 0 0,1 0 0,0 1 0,1 0 0,0 0 0,1 1 0,0-1 0,0 1 0,0 1 0,1 0 0,0 0 0,14-9 0,-17 12 0,0 0 0,1 0 0,-1 1 0,1 0 0,0 0 0,0 0 0,0 1 0,0 0 0,0 0 0,1 1 0,-1-1 0,0 1 0,1 1 0,-1-1 0,1 1 0,0 0 0,-1 1 0,1 0 0,-1 0 0,0 0 0,1 0 0,-1 1 0,7 3 0,-9-2 0,1 1 0,-1-1 0,0 1 0,-1 0 0,1 0 0,-1 0 0,0 0 0,0 1 0,0-1 0,0 1 0,-1 0 0,0 0 0,2 5 0,21 73 0,-21-68 0,4 17 0,-2 0 0,-1 0 0,-2 1 0,-1 0 0,-1-1 0,-5 44 0,2-56 0,-1-1 0,-1 0 0,-1 0 0,0-1 0,-2 1 0,0-1 0,-1-1 0,-1 1 0,0-1 0,-1-1 0,-24 29 0,22-31 0,0-1 0,-2-1 0,1-1 0,-1 1 0,-1-2 0,0 0 0,-1-1 0,0-1 0,0 0 0,-26 8 0,41-16 0,0 1 0,0-1 0,0 0 0,0 0 0,1 0 0,-1 1 0,0-1 0,0 0 0,0 1 0,1-1 0,-1 1 0,0-1 0,0 1 0,1-1 0,-1 1 0,1-1 0,-1 1 0,0 0 0,1-1 0,-1 1 0,1 0 0,-1 0 0,1-1 0,0 1 0,-1 0 0,1 0 0,0 1 0,0-1 0,0 0 0,1 0 0,-1 1 0,1-1 0,-1 0 0,1 0 0,0 0 0,0 0 0,-1 0 0,1 0 0,0 0 0,0 0 0,0 0 0,0 0 0,0-1 0,2 2 0,67 34 0,-43-22 0,13 11 0,-2 2 0,43 41 0,-29-23 0,-19-20 0,47 26 0,-43-29 0,-35-20 12,0-1 0,1 1 0,-1-1 0,1 0 0,-1 0 0,1 0 0,-1 0 0,1-1 0,5 2 0,-8-2-58,1 0-1,0 0 1,0-1-1,0 1 1,0 0 0,0 0-1,0-1 1,-1 1-1,1 0 1,0-1 0,0 1-1,-1-1 1,1 1-1,0-1 1,0 1-1,-1-1 1,1 1 0,0-1-1,-1 0 1,1 0-1,-1 1 1,1-1 0,-1 0-1,0 0 1,1 1-1,-1-1 1,1 0 0,-1 0-1,0 0 1,0 0-1,1-1 1,1-13-6780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5T04:27:08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841 218 24575,'0'-20'0,"-3"-43"0,3 59 0,-1 1 0,0-1 0,0 1 0,-1-1 0,1 0 0,-1 1 0,0 0 0,0-1 0,0 1 0,0 0 0,0 0 0,-1 0 0,1 0 0,-5-2 0,-12-12 0,13 11 0,-1 0 0,0 0 0,0 0 0,0 1 0,-1 0 0,1 0 0,-1 1 0,0 0 0,-1 0 0,1 1 0,-1 0 0,1 1 0,-1 0 0,0 0 0,-14-1 0,0 4 0,-1 0 0,1 1 0,0 1 0,0 1 0,0 1 0,1 1 0,-1 1 0,1 1 0,-31 17 0,9-1 0,1 2 0,0 2 0,-49 44 0,72-56 0,1 0 0,1 0 0,1 2 0,0 0 0,-23 34 0,34-39 0,0 0 0,1 1 0,1 0 0,0 0 0,1 0 0,-3 28 0,4-7 0,3 59 0,1-73 0,2 1 0,0-1 0,1-1 0,1 1 0,1-1 0,1 0 0,0 0 0,21 32 0,9 7 0,61 71 0,-86-114 0,-10-12 0,1 0 0,1-1 0,-1 0 0,0 1 0,1-1 0,0-1 0,-1 1 0,1-1 0,0 0 0,1 0 0,-1 0 0,0-1 0,0 1 0,1-1 0,-1-1 0,7 1 0,16 0 0,0-1 0,29-3 0,-6 0 0,-15 3 0,-24 1 0,1-1 0,-1 0 0,0 0 0,1-1 0,-1-1 0,0 0 0,0-1 0,0 0 0,0-1 0,-1 0 0,14-7 0,-9-1-124,0 0 0,-1-1 0,-1 0 0,0-1 0,-1-1 0,0 0-1,-1-1 1,-1 0 0,0-1 0,8-19 0,-11 22-6702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3:42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1 151 24575,'85'-4'0,"97"-17"0,41-2 0,254 20 0,-258 4 0,-193-3 0,1-1 0,0-1 0,46-14 0,21-3 0,15-2 0,-73 14 0,0 2 0,1 1 0,38-1 0,99 8-1365,-153-1-5461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3:44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1308 0 24575,'0'12'0,"-4"36"0,3-46 0,1 1 0,-1-1 0,0 0 0,-1 0 0,1 0 0,0 0 0,-1 0 0,1 0 0,-1 0 0,1 0 0,-1 0 0,0-1 0,0 1 0,0-1 0,0 1 0,0-1 0,0 0 0,-3 2 0,-42 15 0,-73 20 0,29-11 0,-444 179 0,494-192 0,0-2 0,-1-2 0,0-2 0,-1-1 0,-80 1 0,118-7 0,-8-2 0,1 2 0,0 0 0,0 0 0,1 1 0,-23 7 0,31-8 0,0 0 0,0 1 0,0 0 0,0-1 0,1 1 0,-1 0 0,0 0 0,1 1 0,0-1 0,-1 0 0,1 1 0,0 0 0,1-1 0,-1 1 0,0 0 0,1 0 0,-1 0 0,1 0 0,0 0 0,0 0 0,0 0 0,0 1 0,1-1 0,-1 0 0,1 1 0,0 3 0,1 12 0,1 0 0,1-1 0,1 1 0,1-1 0,0 0 0,1 0 0,1-1 0,0 0 0,14 22 0,13 36 0,51 113 0,-71-145-1365,-10-24-5461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3:45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24575,'0'28'0,"1"0"0,1 0 0,10 45 0,13 92 0,-20-121 0,-2 3 0,-2 56 0,0 21 0,3-102-1365,1-5-5461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3:47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24575,'1728'0'0,"-1724"1"0,0-1 0,1 0 0,-1 1 0,0 0 0,0 0 0,0 0 0,1 1 0,-1-1 0,-1 1 0,1 0 0,0 0 0,0 1 0,-1-1 0,1 1 0,-1-1 0,0 1 0,0 0 0,0 1 0,0-1 0,0 0 0,-1 1 0,1-1 0,-1 1 0,0 0 0,0 0 0,1 5 0,5 12 0,-2 0 0,0 1 0,-1-1 0,1 23 0,0-10 0,15 121-455,-7 0 0,-7 196 0,-7-331-6371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3:49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0 24575,'-2'7'0,"0"1"0,0-1 0,0-1 0,-1 1 0,0 0 0,-1-1 0,0 1 0,0-1 0,0 0 0,-9 10 0,-4 6 0,-65 112 0,-33 48 0,12-20 0,17-25 0,37-48-1365,40-73-5461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3:51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24575,'5'1'0,"1"1"0,-1 0 0,0 0 0,0 0 0,0 0 0,-1 1 0,1 0 0,-1 0 0,1 0 0,6 7 0,3 1 0,197 144 0,211 137 0,-310-217 0,-36-22 0,-8-7-1365,-55-36-5461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4:00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867 0 24479,'-867'0'0,"867"148"0,867-296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4:18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24575,'15'1'0,"-1"1"0,0 1 0,0 0 0,26 10 0,15 3 0,49 6 0,2-5 0,0-5 0,129-1 0,41-12-1365,-250 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4:19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24575,'244'-13'0,"-7"0"0,393 14-1365,-609-1-5461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4:21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0 976 24575,'2'-31'0,"2"0"0,1 0 0,1 0 0,2 0 0,1 1 0,15-35 0,0-4 0,2-11 0,25-131 0,-34 134 0,29-83 0,-31 112 0,1-18-1365,-10 51-5461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4:22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225 541 24575,'-1'-7'0,"-1"1"0,0 0 0,0-1 0,0 1 0,-1 0 0,0 0 0,-5-8 0,-3-5 0,-73-188 0,75 184 15,-2 0 0,-15-23 0,17 32-191,1 0 0,0 0-1,1-1 1,1 0 0,0 0 0,1-1-1,-5-26 1,9 23-6650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4:2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24575,'47'0'0,"0"2"0,71 11 0,56 13 0,-106-18 0,1-3 0,119-7 0,-60 0 0,563 2 0,-672-1 0,0-1 0,32-8 0,32-2 0,-72 11-273,-1 0 0,0 0 0,0-1 0,12-3 0,-6-1-6553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4:26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24575,'1034'0'0,"-998"2"0,53 9 0,-52-5 0,50 1 0,-62-7-1365,-4 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4:28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24575,'1258'0'-1365,"-1235"0"-5461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4:29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805 1109 24575,'-51'-57'0,"-52"-74"0,89 112 0,-125-161 0,-153-217 0,251 322 0,29 50 0,-27-39 0,2 15 5,-30-45-1375,58 77-5456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4:31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98 836 24575,'-10'-24'0,"1"-1"0,-9-34 0,3 7 0,8 27 0,1 0 0,1-1 0,1 1 0,0-32 0,6-108 0,1 55 0,-4 60 0,-3 0 0,-10-52 0,11 81-1365,1 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4:32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1132 24575,'12'-2'0,"-1"0"0,0-1 0,0-1 0,0 0 0,0 0 0,-1-1 0,0 0 0,0-1 0,10-8 0,13-5 0,312-140 0,-253 116 0,-3-5 0,-2-3 0,83-64 0,-142 95 0,73-54 0,-51 36 0,0 2 0,79-40 0,-93 55 0,0-1 0,60-50 0,14-9 0,147-63 0,-218 122 18,31-14-1401,-55 31-5443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4:34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1 199 24575,'277'3'0,"297"-6"0,-398-9 0,78-1 0,-149 14 0,134-3 0,-198-1 0,1-2 0,-1-1 0,68-21 0,-58 12 0,1 1 0,0 3 0,1 2 0,57-1 0,83-12 0,-168 18 0,50-16 0,-54 13 0,0 2 0,1 0 0,34-3 0,-6 7-1365,-28 1-5461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7:13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1 334 24575,'2'7'0,"0"0"0,1-1 0,0 1 0,0-1 0,1 1 0,0-1 0,5 6 0,-6-7 0,25 25 0,-24-27 0,1 2 0,-1-1 0,0 0 0,0 1 0,0 0 0,3 6 0,-2-1 0,1 3 0,0-1 0,1 0 0,0 0 0,1-1 0,0 0 0,0 0 0,2-1 0,15 14 0,-22-23 0,0 0 0,0 0 0,0 0 0,0-1 0,0 1 0,0-1 0,0 0 0,0 0 0,0 0 0,0 0 0,0 0 0,0-1 0,0 0 0,0 1 0,0-1 0,0 0 0,-1 0 0,1-1 0,4-1 0,54-35 0,-52 32 0,71-48 0,-21 15 0,93-79 0,-108 82 0,2 1 0,98-54 0,-37 24 0,15-28-1365,-106 81-5461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6:39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24575,'-2'96'0,"5"106"0,-2-193 0,1 0 0,1 0 0,0 0 0,0-1 0,0 1 0,8 11 0,10 32 0,-18-40 0,0 1 0,1 0 0,1-1 0,0 0 0,0 0 0,1 0 0,0 0 0,1-1 0,1 0 0,0-1 0,0 0 0,1 0 0,14 12 0,-15-16-91,0 0 0,0-1 0,0 0 0,1-1 0,0 0 0,0 0 0,0-1 0,0 0 0,0 0 0,1-1 0,-1 0 0,1-1 0,0 0 0,12-1 0,0 0-6735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6:41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24575,'8'1'0,"1"0"0,-1 0 0,0 1 0,0 0 0,1 0 0,-2 1 0,1 0 0,0 0 0,0 1 0,6 4 0,73 55 0,-48-33 0,-31-24 0,0 0 0,0 1 0,-1 0 0,0 0 0,0 1 0,-1 0 0,0 0 0,0 1 0,-1-1 0,0 1 0,-1 1 0,0-1 0,0 0 0,-1 1 0,3 14 0,-1 7 0,-2-1 0,-1 1 0,-4 53 0,0-22 0,1 75-1365,2-116-5461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5:57:19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1 575 24575,'110'129'0,"-39"-47"0,72 73 0,-52-63 0,-60-59 0,1-1 0,1-1 0,50 34 0,-52-44 0,-9-5 0,0-2 0,0 0 0,2-2 0,38 16 0,-55-26 0,0 0 0,0 0 0,1-1 0,-1 1 0,0-2 0,1 1 0,-1-1 0,1 0 0,-1-1 0,1 0 0,-1 0 0,0 0 0,0-1 0,1 0 0,-1-1 0,0 1 0,-1-1 0,1-1 0,0 1 0,-1-1 0,7-5 0,46-41 0,80-85 0,-33 30 0,71-57 0,119-114 0,-144 142 0,-20 19 0,105-130 0,-200 206-1365,-28 27-5461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0:26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1187 1831 24575,'1235'0'0,"-1224"0"0,-1-1 0,1 0 0,-1 0 0,1-2 0,-1 1 0,0-1 0,0 0 0,0-1 0,0-1 0,-1 1 0,18-12 0,-14 6 0,1-1 0,-2 0 0,0-1 0,0 0 0,-1-1 0,18-26 0,-9 4 0,-1 0 0,-2-1 0,-1-1 0,-2 0 0,14-61 0,-22 72 0,-1 0 0,-2 1 0,0-2 0,-2 1 0,-1 0 0,-3-30 0,1 41 0,0 0 0,-1 0 0,-1 1 0,0-1 0,-1 1 0,0 0 0,-1 0 0,-1 1 0,0 0 0,-1 0 0,0 1 0,-12-14 0,-116-138 0,-60-63 0,132 164 0,-158-140 0,174 166 0,-159-115 0,169 128 0,-1 2 0,-2 1 0,-70-26 0,75 37 0,0 2 0,-1 1 0,0 2 0,0 1 0,0 2 0,-1 2 0,-54 6 0,62-1 0,1 2 0,0 0 0,0 2 0,1 2 0,-31 15 0,-7 1 0,-75 42 0,51-23 0,53-25 0,1 1 0,2 1 0,-41 35 0,15-10 0,25-21 0,2 2 0,1 2 0,1 1 0,2 1 0,-30 45 0,19-17 0,3 1 0,-40 93 0,42-76 0,-42 142 0,68-185 0,1-1 0,2 2 0,2-1 0,1 0 0,2 1 0,6 64 0,-1-61 0,3 1 0,1-2 0,2 1 0,2-1 0,24 54 0,-16-51 0,2 9 0,33 51 0,-46-87 0,1 0 0,1-1 0,0 0 0,1-1 0,1 0 0,0-1 0,23 17 0,74 37 0,3-5 0,233 91 0,328 93 0,-627-229 0,145 41 0,-157-49 0,0-2 0,0-1 0,61 0 0,-80-5 0,-1-1 0,0 0 0,0-1 0,22-5 0,-30 5 0,0-1 0,0 0 0,0-1 0,0 0 0,-1 0 0,1 0 0,-1 0 0,0-1 0,0 0 0,8-10 0,-1 1-105,-6 7-105,0-1 0,0 1 0,-1-1 0,0-1 0,6-10 0,-6 4-6616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1:06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1002 376 24575,'-56'33'0,"-117"51"0,93-48 0,21-9 0,11-6 0,1 2 0,-67 45 0,48-16 0,-112 114 0,130-118 0,17-17 0,2 1 0,-39 54 0,64-75 0,12-10 0,19-14 0,308-264 0,20-15 0,-142 119 0,-33 25 0,-44 32 0,-134 115 0,-1-1 0,1 1 0,0-1 0,0 1 0,-1-1 0,1 0 0,-1 0 0,0 0 0,1 1 0,-1-1 0,1-3 0,-2 4 0,1 1 0,-1-1 0,0 0 0,0 0 0,0 1 0,0-1 0,0 0 0,0 0 0,0 1 0,0-1 0,0 0 0,0 0 0,0 1 0,-1-1 0,1 0 0,0 0 0,-1 1 0,1-1 0,0 0 0,-1 1 0,1-1 0,-1 0 0,0 0 0,-2-1 0,0-1 0,-1 1 0,0-1 0,0 1 0,1 0 0,-1 0 0,0 1 0,-1-1 0,1 1 0,-7-1 0,-25-4 0,1 2 0,-1 2 0,0 1 0,-67 7 0,100-6 0,0 1 0,0-1 0,0 1 0,0-1 0,0 1 0,0 0 0,0 0 0,0 0 0,1 1 0,-4 1 0,6-3 0,0 0 0,0 0 0,-1 0 0,1 1 0,0-1 0,0 0 0,0 0 0,0 0 0,0 0 0,0 0 0,0 0 0,0 1 0,0-1 0,0 0 0,-1 0 0,1 0 0,0 0 0,0 1 0,0-1 0,0 0 0,0 0 0,0 0 0,0 0 0,0 1 0,0-1 0,1 0 0,-1 0 0,0 0 0,0 0 0,0 1 0,0-1 0,0 0 0,0 0 0,0 0 0,0 0 0,0 0 0,0 0 0,0 1 0,1-1 0,-1 0 0,0 0 0,0 0 0,0 0 0,0 0 0,0 0 0,1 0 0,-1 0 0,0 0 0,0 1 0,0-1 0,1 0 0,22 4 0,22 1 0,0 2 0,-1 2 0,0 2 0,0 2 0,56 25 0,-71-27 0,-21-8 0,-1-1 0,1 2 0,-1-1 0,0 1 0,9 6 0,-14-8 0,1 1 0,-1-1 0,1 1 0,-1 0 0,0-1 0,0 1 0,0 0 0,0 0 0,-1 1 0,1-1 0,-1 0 0,0 0 0,0 1 0,0-1 0,0 7 0,3 26 0,-3-1 0,-4 59 0,0-9 0,-2-41-1365,0-29-5461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1:32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24575,'6'6'0,"1"-1"0,0 0 0,0 0 0,1 0 0,-1-1 0,1-1 0,0 1 0,0-1 0,0 0 0,0-1 0,1 0 0,-1 0 0,13 0 0,14 1 0,0-2 0,36-4 0,-6 0 0,1070 3 0,-1093-2 0,49-9 0,-47 5 0,44-1 0,37 8-1365,-104-1-5461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1:43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24575,'1'6'0,"0"0"0,1 0 0,0 0 0,0 0 0,0 0 0,0-1 0,5 8 0,9 24 0,106 326 0,-80-247 0,-23-53 0,16 96 0,-11-41 0,16 17 0,-25-92 0,-3 2 0,14 78 0,-26-122 0,0 0 0,1 0 0,-1 0 0,0 1 0,0-1 0,0 0 0,0 0 0,0 0 0,0 0 0,0 0 0,-1 0 0,1 0 0,0 0 0,-1 0 0,1 0 0,0 0 0,-1 0 0,1 0 0,-1 0 0,0-1 0,1 1 0,-1 0 0,0 0 0,1 0 0,-1-1 0,0 1 0,0 0 0,1-1 0,-3 2 0,1-2 0,-1 1 0,1-1 0,0 0 0,-1 1 0,1-1 0,0 0 0,-1 0 0,1-1 0,0 1 0,-1 0 0,1-1 0,-4-1 0,-5-2 0,1 0 0,0 0 0,0-2 0,1 1 0,-11-8 0,-26-22 0,22 18 0,0-1 0,1-1 0,1-1 0,-25-29 0,44 44 0,0 1 0,0-1 0,1 0 0,-1 0 0,1 0 0,0 0 0,-2-10 0,4 14 0,0 0 0,0 1 0,0-1 0,0 0 0,0 0 0,0 0 0,0 1 0,0-1 0,0 0 0,0 0 0,0 1 0,0-1 0,0 0 0,1 0 0,-1 1 0,0-1 0,1 0 0,-1 1 0,0-1 0,1 0 0,-1 1 0,1-1 0,0 0 0,1 0 0,-1 1 0,0-1 0,1 1 0,-1 0 0,0 0 0,1 0 0,-1 0 0,0 0 0,1 0 0,-1 0 0,1 0 0,-1 0 0,0 1 0,1-1 0,-1 0 0,0 1 0,1-1 0,-1 1 0,1 0 0,21 10 0,-1 1 0,37 26 0,10 7 0,-13-12 0,-2 2 0,51 44 0,-63-39 0,-32-30 0,1 1 0,0-2 0,0 1 0,1-1 0,21 11 0,-31-19 0,-1-1 0,1 1 0,0-1 0,0 1 0,0-1 0,0 0 0,0 1 0,0-1 0,0 0 0,0-1 0,0 1 0,0 0 0,0 0 0,0-1 0,-1 1 0,1-1 0,0 0 0,0 0 0,0 1 0,-1-1 0,1 0 0,0 0 0,-1-1 0,1 1 0,-1 0 0,1-1 0,-1 1 0,0 0 0,1-1 0,-1 1 0,0-1 0,0 0 0,0 0 0,1-2 0,5-9 0,0-1 0,-1 0 0,6-22 0,-6 17 0,6-10 0,-6 13 0,1 0 0,-2-1 0,0 0 0,-1 0 0,3-28 0,-2 2-1365,1 27-5461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4:00.4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228 518 24575,'4'70'0,"17"103"0,-10-106 0,3 119 0,-15-121 0,3 0 0,11 69 0,0-33 0,-7-50 0,17 74 0,-14-76 0,-2 1 0,-2 0 0,-2 0 0,-7 83 0,1-18 0,1-13 0,5 114 0,-3-213 0,0-1 0,1 0 0,-1 0 0,1 0 0,-1 0 0,1 0 0,0 1 0,0-1 0,0-1 0,0 1 0,0 0 0,0 0 0,1 0 0,-1 0 0,0-1 0,1 1 0,0-1 0,-1 1 0,1-1 0,0 0 0,0 1 0,-1-1 0,1 0 0,0 0 0,3 1 0,5 0 0,-1 1 0,1-1 0,0-1 0,16 1 0,12 2 0,33 5 0,2-3 0,139-6 0,-89-3 0,914 3 0,-1012-2 0,-1-1 0,1-1 0,-1-1 0,39-13 0,35-8 0,203-1 0,-159 19 0,354 1 0,-288 9 0,-205-2 0,0 0 0,0 0 0,-1 0 0,1-1 0,0 1 0,0-1 0,-1 1 0,1-1 0,0 0 0,-1 0 0,1 0 0,0-1 0,-1 1 0,0-1 0,1 1 0,-1-1 0,0 0 0,0 0 0,0 0 0,0 0 0,0 0 0,0 0 0,-1 0 0,1-1 0,-1 1 0,1-1 0,-1 1 0,0-1 0,1-5 0,2-5 0,-2-1 0,0 0 0,-1 0 0,0 0 0,-1-15 0,0 6 0,-4-292 0,4-134 0,48 73 0,-24 290 0,-18 70 0,-1 0 0,0-1 0,-1 0 0,2-28 0,-4-197 0,-4 113 0,2 125 0,0 1 0,0 0 0,0 0 0,-1-1 0,1 1 0,-1 0 0,1 0 0,-1 0 0,0-1 0,-1 1 0,1 0 0,0 0 0,-1 1 0,0-1 0,1 0 0,-1 0 0,0 1 0,-5-5 0,0 2 0,-1 0 0,0 0 0,0 1 0,0 0 0,-16-4 0,18 5 0,-87-29 0,-1 4 0,-1 4 0,-102-11 0,58 19 0,-218 2 0,335 12 0,1 0 0,0-1 0,0-2 0,0 0 0,-29-12 0,-10-1 0,-26-4 0,0 3 0,-108-8 0,-188 23 0,202 7 0,-3-2 0,-198-3 0,260-10 0,68 5 0,-58 1 0,16 8 0,-128-4 0,165-10 0,49 10 0,1-1 0,-1 1 0,1 0 0,-1 1 0,0 0 0,1 1 0,-1-1 0,0 2 0,0-1 0,-14 4 0,21-3 0,0 0 0,0 0 0,0 0 0,0 1 0,0-1 0,0 1 0,0-1 0,0 1 0,1 0 0,-1 0 0,1 0 0,-1 0 0,1 0 0,0 0 0,-1 0 0,1 0 0,0 0 0,1 1 0,-1-1 0,0 0 0,1 1 0,-1-1 0,1 4 0,-2 62 0,3-50 0,0 92 0,3 89 0,0-182 0,0 0 0,1 0 0,1-1 0,1 0 0,0 0 0,1-1 0,0 1 0,12 15 0,5 11 0,19 32-1365,-38-58-5461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4:05.3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203 448 24575,'-2'280'0,"5"309"0,22-319 0,0 24 0,-23-257 0,2 0 0,14 60 0,4 28 0,-20-88 0,-2-25 0,1 0 0,0 0 0,1 0 0,0 0 0,4 13 0,-5-22 0,0-1 0,0 1 0,1 0 0,-1 0 0,1 0 0,0-1 0,0 1 0,0-1 0,0 1 0,0-1 0,0 0 0,1 0 0,-1 0 0,1 0 0,0 0 0,-1-1 0,1 1 0,0-1 0,0 0 0,0 0 0,0 0 0,0 0 0,0 0 0,4 0 0,47 3 0,-1-2 0,1-2 0,57-8 0,-73 4 0,775-16 0,-802 20 0,99-5 0,164-29 0,-164 18 0,39-5 0,228-4 0,-313 23 0,118-20 0,13-2 0,-96 25 0,20-2 0,-117 1 0,0 0 0,0-1 0,1 1 0,-1-1 0,0 1 0,0-1 0,0 0 0,0 0 0,0 0 0,0 0 0,0 0 0,0 0 0,0-1 0,0 1 0,0 0 0,-1-1 0,1 0 0,-1 1 0,1-1 0,-1 0 0,2-2 0,-1-1 0,0 1 0,-1-1 0,1 1 0,-1-1 0,0 1 0,0-1 0,0 0 0,-1 0 0,0-7 0,-1-8 0,-1 0 0,-2 0 0,-8-33 0,-54-137 0,-2-7 0,39 86 0,-21-162 0,28 155 0,14 84 0,2 0 0,-4-43 0,8-354 0,5 214 0,-3 206 0,-1 1 0,1-1 0,-2 1 0,1 0 0,-1-1 0,-1 1 0,0 0 0,-1 0 0,1 1 0,-2-1 0,1 1 0,-2 0 0,1 0 0,-1 0 0,0 1 0,-1 0 0,0 0 0,0 0 0,-1 1 0,0 1 0,0-1 0,0 1 0,-1 0 0,0 1 0,0 0 0,-1 0 0,0 1 0,1 1 0,-1-1 0,0 2 0,0-1 0,-14-1 0,-106-15 0,-85-7 0,-531 21 0,394 8 0,276-3 0,-38-1 0,-139 17 0,129-5 0,79-9 0,0 3 0,-70 15 0,15-1 0,77-17 0,0 2 0,0 1 0,1 1 0,-36 13 0,37-10 0,0-2 0,0 0 0,-1-1 0,0-2 0,0 0 0,-34 2 0,51-6 0,1 0 0,-1 0 0,0 1 0,1 0 0,-1 0 0,1 0 0,-1 1 0,1-1 0,-1 1 0,1 0 0,0 0 0,0 1 0,0-1 0,0 1 0,1 0 0,-7 6 0,7-4 0,0 0 0,0 0 0,1 0 0,-1 0 0,2 0 0,-1 1 0,0-1 0,1 0 0,0 1 0,0 0 0,1-1 0,-1 1 0,2 10 0,1 8-8,1 0-1,1 0 1,2-1 0,0 1-1,18 43 1,-1-4-1307,-17-42-5511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4:08.8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57 130 24575,'0'692'0,"-1"-689"0,1 0 0,0 0 0,0 0 0,0-1 0,0 1 0,0 0 0,0 0 0,1 0 0,0 0 0,0-1 0,-1 1 0,2 0 0,-1 0 0,0-1 0,0 1 0,1-1 0,-1 1 0,1-1 0,0 0 0,0 0 0,0 0 0,0 0 0,0 0 0,0 0 0,1 0 0,-1 0 0,1-1 0,-1 0 0,1 1 0,-1-1 0,1 0 0,0 0 0,-1 0 0,1-1 0,0 1 0,0-1 0,0 1 0,0-1 0,0 0 0,0 0 0,4-1 0,83 1 0,-60-1 0,0 1 0,0 2 0,48 7 0,-31-2 0,0-2 0,1-2 0,72-6 0,-23 1 0,-92 2 0,0 0 0,0-1 0,0 0 0,0 0 0,-1 0 0,1-1 0,0 1 0,0-1 0,-1 0 0,1-1 0,-1 1 0,0-1 0,0 0 0,1 0 0,-2 0 0,1 0 0,0-1 0,-1 1 0,0-1 0,1 0 0,-2 0 0,1 0 0,0-1 0,2-5 0,5-12 0,-1 0 0,-1-1 0,9-45 0,-6 24 0,-1 14 0,21-45 0,7-18 0,-18 35 0,-12 38 0,-1 0 0,-1 0 0,-1-1 0,-1 0 0,4-40 0,-8 48 0,0 0 0,0 1 0,-1-1 0,-1 0 0,-5-21 0,6 30 0,-1-1 0,0 1 0,-1 0 0,1 0 0,-1-1 0,0 1 0,0 1 0,0-1 0,0 0 0,-1 1 0,1 0 0,-1 0 0,0 0 0,0 0 0,0 0 0,0 1 0,-9-4 0,-25-9 0,-1 2 0,-69-14 0,40 12 0,30 8 0,-1 2 0,1 2 0,-1 1 0,-57 6 0,0-1 0,-14-5 0,-120 4 0,210 2 120,20-4-158,-1 0 0,1 0 0,-1 0 0,1 0 0,0 0 0,-1 0-1,1 0 1,-1 1 0,1-1 0,-1 0 0,1 0 0,0 0 0,-1 0 0,1 1 0,0-1 0,-1 0 0,1 0 0,-1 1 0,1-1-1,0 0 1,0 0 0,-1 1 0,1-1 0,0 1 0,0-1 0,-1 0 0,1 1 0,0-1 0,0 0 0,0 1 0,-1-1 0,1 1-1,0-1 1,0 1 0,0-1 0,0 0 0,0 1 0,0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4:12.1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1 201 24575,'0'617'0,"0"-611"0,0-1 0,0 1 0,1-1 0,-1 0 0,1 1 0,0-1 0,1 0 0,-1 0 0,1 0 0,0 0 0,1 0 0,-1 0 0,1 0 0,0-1 0,5 7 0,-3-6 0,1 0 0,0 0 0,0-1 0,1 0 0,-1 0 0,1 0 0,0-1 0,0 0 0,0 0 0,11 2 0,29 7 0,0-2 0,1-2 0,70 3 0,149-11 0,-115-3 0,-139 4 0,1-2 0,-1 0 0,0 0 0,26-7 0,-36 8 0,0-1 0,0-1 0,0 1 0,0 0 0,0-1 0,0 1 0,0-1 0,0 0 0,-1 0 0,1 0 0,-1-1 0,0 1 0,0 0 0,1-1 0,-1 1 0,-1-1 0,1 0 0,0 0 0,-1 0 0,1 0 0,-1 0 0,0 0 0,0 0 0,0 0 0,0-6 0,8-96 0,-7 70 0,1 1 0,14-64 0,28-62 0,-25 110 0,-15 41 0,-1 0 0,0-1 0,-1 1 0,0-1 0,0 0 0,2-19 0,-4 14 0,-1 1 0,0-1 0,-1 1 0,0 0 0,-2-1 0,-3-13 0,4 21 0,0 1 0,-1 0 0,1-1 0,-1 1 0,-1 1 0,1-1 0,-1 0 0,0 1 0,-1 0 0,1 0 0,-1 0 0,0 0 0,0 1 0,0 0 0,-7-4 0,-18-8 0,1 2 0,-2 1 0,0 2 0,0 1 0,-1 1 0,-57-7 0,18-7 0,58 17 0,-1 1 0,0 1 0,-28-6 0,-30 5 0,-103 6 0,62 1 0,91 0-227,1 0-1,0 1 1,0 1-1,0 1 1,-35 14-1,41-13-6598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4:15.23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 75 24575,'-2'145'0,"5"155"0,20-157 0,-14-100 0,-2 0 0,2 49 0,-9-88 0,0 1 0,0-1 0,0 1 0,1-1 0,-1 1 0,1-1 0,0 0 0,1 1 0,-1-1 0,1 0 0,0 0 0,0 0 0,0 0 0,0 0 0,1 0 0,4 6 0,-2-7 0,-1-1 0,0 1 0,1-1 0,-1 1 0,1-1 0,0-1 0,0 1 0,0-1 0,0 1 0,0-1 0,0-1 0,0 1 0,0-1 0,8 0 0,16-2 0,0-1 0,-1-2 0,1 0 0,-1-2 0,38-14 0,25-6 0,22-5 0,60-13 0,-111 42 0,-52 3 0,1 0 0,-1 0 0,0-1 0,0 0 0,20-6 0,-27 6 0,-1-1 0,1 1 0,-1-1 0,0 0 0,0 0 0,1 0 0,-1-1 0,-1 1 0,1 0 0,0-1 0,-1 1 0,1-1 0,-1 1 0,0-1 0,1 0 0,-1 0 0,-1 1 0,1-1 0,0 0 0,-1 0 0,1 0 0,-1 0 0,0 0 0,0-4 0,0-11 0,-1 0 0,-4-29 0,4 42 0,-3-21 0,0-11 0,-2-1 0,-1 1 0,-2 0 0,-25-63 0,24 75 0,1 0 0,-7-34 0,-13-37 0,26 89 0,0 0 0,-1 0 0,0 0 0,0 1 0,0-1 0,-1 1 0,0 0 0,0 0 0,-1 0 0,1 1 0,-1 0 0,0 0 0,-1 1 0,1-1 0,-1 1 0,0 1 0,0-1 0,0 1 0,-12-3 0,-6 0 0,-1 2 0,0 0 0,0 2 0,-40 1 0,34 2 0,0-3 0,-38-5 0,14-1-139,0 3 0,-98 3 0,107 2-809,26 0-5878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4:18.4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38 107 24575,'-3'136'0,"7"148"0,-4-281 0,1 0 0,-1-1 0,1 1 0,0 0 0,0-1 0,1 1 0,-1-1 0,0 1 0,1-1 0,0 0 0,-1 1 0,1-1 0,0 0 0,0 0 0,0 0 0,0 0 0,1-1 0,-1 1 0,0-1 0,1 1 0,-1-1 0,1 0 0,0 0 0,-1 0 0,1 0 0,0 0 0,-1-1 0,1 1 0,0-1 0,0 1 0,4-1 0,11 1 0,0-1 0,0-1 0,28-4 0,-43 5 0,59-13 0,-44 9 0,0 0 0,34-2 0,93 7 0,54-2 0,-197 1 0,1 0 0,-1-1 0,0 1 0,1-1 0,-1 1 0,0-1 0,1 0 0,-1 1 0,0-1 0,0 0 0,1-1 0,-1 1 0,0 0 0,0-1 0,0 1 0,-1-1 0,1 1 0,0-1 0,-1 0 0,1 0 0,-1 0 0,3-4 0,-2 2 0,-1 0 0,1-1 0,-1 1 0,0-1 0,-1 0 0,1 1 0,-1-1 0,0 0 0,0 1 0,0-1 0,-1-5 0,-3-11 0,-1 0 0,-1 1 0,-1 0 0,-9-20 0,10 23 0,1 0 0,1 0 0,0-1 0,-1-21 0,-4-20 0,4 7 0,5 41 0,0 0 0,-1 0 0,-1-1 0,-3-14 0,4 24 0,1 0 0,-1-1 0,0 1 0,0 0 0,-1 0 0,1-1 0,0 1 0,-1 0 0,1 0 0,-1 0 0,1 1 0,-1-1 0,0 0 0,0 1 0,0-1 0,0 1 0,0 0 0,0-1 0,0 1 0,-1 0 0,1 0 0,0 1 0,-1-1 0,-2 0 0,-24-3 0,0 2 0,0 1 0,-50 5 0,-4 0 0,-33-6 0,-112 5 0,208 0-1365,4 3-5461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4:25.5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46 1 24575,'-1'31'0,"0"-2"0,1-1 0,1 1 0,2-1 0,0 1 0,2-1 0,13 42 0,-6-34 0,-2 0 0,-2 1 0,-1 0 0,3 63 0,14 75 0,-14-119 0,-3 0 0,1 64 0,-6-82 0,1-1 0,17 74 0,2 11 0,-17-107 0,4-16 0,15-26 0,-4 4 0,-10 17 0,-1 0 0,1 1 0,1 0 0,-1 1 0,0 0 0,1 0 0,0 1 0,0 1 0,0 0 0,18-1 0,16 1 0,61 6 0,-27 0 0,167 19 0,-109-6 0,-28-9 0,-54-5 0,0 2 0,0 3 0,0 2 0,56 17 0,-80-19 0,1-1 0,0-2 0,0-2 0,0 0 0,1-2 0,38-4 0,3 1 0,-71 2 0,0 1 0,-1-1 0,1 0 0,0 0 0,0 0 0,0 0 0,0-1 0,-1 1 0,1-1 0,0 1 0,0-1 0,-1 0 0,1 0 0,-1-1 0,1 1 0,-1 0 0,1-1 0,-1 1 0,0-1 0,0 0 0,0 0 0,0 0 0,0 0 0,0 0 0,0-1 0,0 1 0,-1 0 0,0-1 0,1 1 0,-1-1 0,0 1 0,0-1 0,0 0 0,0 1 0,-1-1 0,1 0 0,-1 0 0,0 0 0,0 0 0,0 1 0,0-5 0,0-94 0,-15-120 0,0-4 0,17 46 0,-4-84 0,-2 243 0,0 0 0,-2 1 0,0 0 0,-1 0 0,-1 1 0,-16-29 0,21 43 0,0 1 0,0-1 0,0 1 0,0 0 0,-1 0 0,1 0 0,-1 1 0,0-1 0,0 1 0,0 0 0,0 0 0,0 0 0,0 1 0,0-1 0,-1 1 0,1 0 0,0 0 0,-1 1 0,1-1 0,-1 1 0,1 0 0,-1 0 0,1 1 0,-1-1 0,-6 2 0,-6 1 0,-1 1 0,1 0 0,0 2 0,0-1 0,-17 10 0,14-6 0,-1-1 0,0-1 0,0-1 0,0-1 0,0-1 0,-35 2 0,-135-6 0,85-3 0,-608 3 0,684-1 0,1-2 0,-35-8 0,16 2 0,-8-2-20,31 6-428,0 1-1,-41-2 1,45 6-6378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4:29.3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37 133 24575,'-2'88'0,"4"96"0,-1-181 0,0 0 0,-1 0 0,1 0 0,0-1 0,1 1 0,-1 0 0,0-1 0,1 1 0,-1-1 0,1 1 0,0-1 0,0 1 0,0-1 0,0 0 0,0 0 0,1 0 0,-1-1 0,1 1 0,-1 0 0,1-1 0,-1 1 0,1-1 0,5 2 0,9 2 0,0 0 0,0 0 0,19 1 0,1 2 0,-9-1 0,-1 1 0,0-1 0,1-1 0,0-1 0,0-2 0,53 0 0,-78-3 0,-1-1 0,1 1 0,0-1 0,-1 0 0,1 0 0,-1 0 0,0 0 0,1-1 0,-1 1 0,0 0 0,0-1 0,1 0 0,-1 1 0,0-1 0,-1 0 0,1 0 0,0 0 0,-1-1 0,1 1 0,-1 0 0,1 0 0,-1-1 0,0 1 0,0-1 0,0 1 0,-1-1 0,1 1 0,0-1 0,-1 0 0,1-4 0,0-12 0,0 0 0,-1 1 0,-4-30 0,2 13 0,2-64 0,-2-47 0,1 144 0,1-1 0,0 0 0,-1 1 0,0-1 0,0 1 0,0-1 0,0 1 0,0-1 0,0 1 0,0 0 0,-1 0 0,1-1 0,-1 1 0,0 0 0,0 0 0,1 1 0,-1-1 0,0 0 0,-1 1 0,1-1 0,0 1 0,0-1 0,-1 1 0,1 0 0,-1 0 0,1 0 0,-1 1 0,1-1 0,-1 0 0,1 1 0,-5-1 0,-10 0 0,0 0 0,0 1 0,-34 4 0,15-1 0,8-2-109,-107 0 352,118-2-493,0-1 0,0-1 0,0 0 1,0-1-1,-27-10 0,29 6-6576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4:41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0 423 24575,'129'-3'0,"138"6"0,-264-2 0,-1-1 0,1 1 0,-1-1 0,0 1 0,1 0 0,-1 0 0,0 0 0,1 0 0,-1 0 0,0 1 0,0-1 0,0 0 0,0 1 0,0 0 0,0 0 0,-1-1 0,1 1 0,-1 0 0,1 0 0,-1 0 0,0 1 0,1-1 0,-1 0 0,0 0 0,0 1 0,-1-1 0,2 5 0,1 8 0,-1 0 0,0 0 0,-1 27 0,1 4 0,6 39 0,-6 151 0,1 28 0,-3-259 0,1 1 0,-1-1 0,1 0 0,1 0 0,-1 0 0,0 0 0,1 0 0,0 0 0,1 0 0,-1 0 0,1-1 0,5 8 0,-5-9 0,0 0 0,0-1 0,1 1 0,-1-1 0,1 1 0,-1-1 0,1-1 0,0 1 0,0 0 0,0-1 0,0 0 0,0 0 0,0 0 0,0 0 0,0-1 0,7 1 0,97 9 0,44 2 0,-29-11 0,135-4 0,-140-9 0,50-1 0,857 14 0,-1022-1 0,0 0 0,-1 1 0,1-1 0,0 0 0,0 0 0,0-1 0,0 1 0,-1-1 0,1 1 0,0-1 0,0 0 0,-1 0 0,1 0 0,-1 0 0,1 0 0,-1-1 0,1 1 0,-1-1 0,0 0 0,0 0 0,1 1 0,-1-2 0,-1 1 0,1 0 0,0 0 0,0 0 0,-1-1 0,0 1 0,1-1 0,-1 1 0,0-1 0,0 0 0,0 1 0,0-1 0,-1 0 0,1 0 0,-1 1 0,0-1 0,0 0 0,0 0 0,0-3 0,28-193 0,-11 98 0,-8 46 0,-3 20 0,4-71 0,-8 81 0,0 0 0,6-23 0,-3 23 0,2-49 0,-7 66 0,0 1 0,0 0 0,1-1 0,0 1 0,0 0 0,0-1 0,5-12 0,-4 18 0,-1 0 0,1 0 0,0-1 0,0 1 0,0 0 0,0 0 0,0 1 0,0-1 0,0 0 0,1 1 0,-1-1 0,0 1 0,1 0 0,0 0 0,-1 0 0,1 0 0,-1 0 0,1 0 0,0 1 0,0 0 0,0-1 0,-1 1 0,6 0 0,153 0 0,-120 3 0,0-3 0,0-1 0,0-2 0,0-1 0,58-15 0,-46 4 0,0 4 0,95-10 0,52-4 0,-142 16 0,70-19 0,32-7 0,-33 12 0,-2-5 0,143-53 0,-176 55 0,-61 19 0,-1-2 0,-1-1 0,49-23 0,-67 28-151,-1 0-1,1 1 0,0 0 0,0 0 1,0 2-1,0-1 0,0 1 1,21 0-1,-7 1-6674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4:45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23725,'3304'2614'0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4:59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99 24044,'814'-99'0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5:17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120 151 24575,'0'16'0,"0"32"0,7 60 0,-5-94 0,0 0 0,1 0 0,1 0 0,0-1 0,1 1 0,1-1 0,0 0 0,13 21 0,-14-28 0,0-1 0,1 0 0,-1 0 0,1-1 0,0 1 0,0-1 0,0-1 0,1 1 0,-1-1 0,1 0 0,8 2 0,-11-4 0,0 0 0,-1 0 0,1 0 0,0 0 0,0-1 0,0 0 0,0 0 0,0 0 0,8-1 0,-10 0 0,-1 1 0,1-1 0,0 1 0,-1-1 0,1 0 0,0 0 0,-1 0 0,1 0 0,-1 0 0,1 0 0,-1 0 0,0 0 0,1-1 0,-1 1 0,0 0 0,0-1 0,0 1 0,0-1 0,0 0 0,0 1 0,1-4 0,-2 3 0,1-1 0,-1 1 0,1 0 0,-1-1 0,0 1 0,0-1 0,0 1 0,0-1 0,0 1 0,-1 0 0,1-1 0,-1 1 0,0-1 0,0 1 0,1 0 0,-1 0 0,-1-1 0,1 1 0,0 0 0,-1 0 0,1 0 0,-1 0 0,1 0 0,-1 1 0,0-1 0,-3-2 0,-7-6 0,0 1 0,-1 1 0,-17-9 0,12 7 0,-23-10 0,34 17 0,-1 0 0,1 0 0,-1-1 0,1 0 0,1-1 0,-1 0 0,-10-9 0,16 13 0,0 0 0,0-1 0,0 1 0,0-1 0,0 1 0,1-1 0,-1 1 0,0-1 0,1 0 0,0 1 0,-1-1 0,1 0 0,0 1 0,0-1 0,0 0 0,0 1 0,0-3 0,1 1 0,-1-1 0,1 1 0,1-1 0,-1 1 0,1 0 0,-1-1 0,1 1 0,0 0 0,0 0 0,5-5 0,8-10 0,-11 13 0,1 1 0,-1-2 0,0 1 0,0 0 0,0-1 0,0 0 0,-1 0 0,0 0 0,-1 0 0,1 0 0,-1 0 0,0-1 0,-1 1 0,0-1 0,1-8 0,-1 8 0,-1-1 0,0 0 0,0 1 0,-1-1 0,0 0 0,0 1 0,-1-1 0,-4-13 0,5 18 0,-1 0 0,0 1 0,1-1 0,-1 0 0,0 1 0,-1-1 0,1 1 0,0 0 0,-1-1 0,1 1 0,-1 0 0,1 1 0,-1-1 0,0 0 0,0 1 0,0 0 0,0-1 0,0 1 0,0 0 0,0 1 0,0-1 0,-1 0 0,-3 1 0,-91 0-1365,76 0-5461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5:19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2 24575,'-38'-1'0,"-47"1"0,78 1 0,0 0 0,1 0 0,-1 0 0,1 1 0,0 0 0,-1 0 0,1 0 0,0 1 0,0 0 0,-5 4 0,8-5 0,0 1 0,1 0 0,-1 0 0,1 0 0,0 1 0,0-1 0,0 0 0,0 1 0,1-1 0,0 1 0,-1 0 0,1-1 0,0 1 0,1 0 0,-1 0 0,0 7 0,2 71 0,1-58 0,-3 39 0,0-41 0,1 0 0,1 1 0,7 44 0,-6-61 0,0 1 0,1-1 0,0 1 0,0-1 0,0 0 0,1 0 0,0 0 0,0-1 0,0 1 0,1-1 0,0 0 0,0-1 0,0 1 0,1-1 0,10 7 0,-7-5 0,0-2 0,0 0 0,1 0 0,-1 0 0,1-1 0,0-1 0,-1 0 0,1 0 0,0-1 0,13 1 0,26-3-1365,-27 0-5461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5:50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1 388 24575,'5'0'0,"-1"1"0,1-1 0,0 1 0,-1 0 0,1 1 0,-1-1 0,1 1 0,-1 0 0,0 0 0,0 0 0,0 1 0,5 3 0,47 45 0,0-2 0,-41-37 0,0 0 0,26 27 0,-30-27 0,0-1 0,1 0 0,0-1 0,0-1 0,15 9 0,-23-17 0,-1 1 0,0-2 0,1 1 0,-1 0 0,0-1 0,1 1 0,-1-1 0,1 0 0,-1 0 0,1-1 0,-1 1 0,1-1 0,-1 1 0,0-1 0,1 0 0,-1-1 0,0 1 0,0 0 0,0-1 0,0 0 0,0 0 0,0 1 0,0-2 0,-1 1 0,1 0 0,2-3 0,11-10 0,-1-1 0,26-35 0,-31 38 0,143-167 0,-85 102 0,-17 23 0,2 2 0,74-58 0,-75 70-1365,-38 31-5461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5:59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87 24575,'2'0'0,"0"0"0,0 1 0,0-1 0,0 1 0,0 0 0,0 0 0,-1 0 0,1-1 0,0 2 0,-1-1 0,1 0 0,0 0 0,-1 0 0,0 1 0,1-1 0,-1 1 0,0-1 0,1 1 0,-1-1 0,0 1 0,0 0 0,-1 0 0,1-1 0,1 4 0,16 54 0,-13-39 0,-2-11 0,0 0 0,1 0 0,0 0 0,1 0 0,-1-1 0,1 0 0,1 0 0,0 0 0,0-1 0,0 0 0,1 0 0,0 0 0,9 5 0,-15-11 0,0-1 0,1 0 0,-1 1 0,0-1 0,1 0 0,-1 0 0,0 0 0,1 0 0,-1 0 0,1 0 0,-1 0 0,0 0 0,1-1 0,-1 1 0,0-1 0,1 1 0,-1-1 0,0 1 0,0-1 0,1 0 0,-1 1 0,0-1 0,0 0 0,0 0 0,0 0 0,0 0 0,1-2 0,33-36 0,-25 26 0,5-3 0,2 1 0,0 1 0,27-18 0,10-8 0,-30 22-341,-2-2 0,0 0-1,36-45 1,-49 53-6485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6:49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0 659 24575,'1'3'0,"0"1"0,0-1 0,1 0 0,-1 0 0,1 1 0,-1-1 0,1 0 0,0-1 0,3 5 0,7 11 0,122 278 0,-53-109 0,-69-158 0,-8-17 0,1 0 0,0-1 0,1 1 0,1-1 0,14 20 0,-19-30 0,-1 1 0,1 0 0,0 0 0,0-1 0,0 1 0,1-1 0,-1 0 0,0 1 0,0-1 0,1 0 0,-1 0 0,1-1 0,-1 1 0,1 0 0,-1-1 0,1 0 0,-1 1 0,1-1 0,-1 0 0,1 0 0,0-1 0,-1 1 0,1 0 0,-1-1 0,1 0 0,-1 1 0,1-1 0,-1 0 0,0 0 0,1 0 0,-1-1 0,0 1 0,0-1 0,4-2 0,18-16 0,0-2 0,-2 0 0,0-1 0,-2-1 0,-1-1 0,19-32 0,-7 13 0,142-209 0,124-164 0,-260 376 0,2 3 0,80-63 0,-5 6 0,-86 72-210,2 1 1,0 2-1,2 0 0,41-18 0,-65 34-106,6-3-6510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6:58.1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0 169 24575,'1'26'0,"0"0"0,2 0 0,1 0 0,1 0 0,1-1 0,2 0 0,16 41 0,13 44 0,-30-81 0,2-1 0,25 53 0,-28-67 0,-1-1 0,0 1 0,5 25 0,-8-28 0,0 0 0,1 0 0,1 0 0,0 0 0,0-1 0,11 18 0,-13-25 0,0-1 0,-1-1 0,1 1 0,0 0 0,0 0 0,1-1 0,-1 1 0,0-1 0,0 0 0,1 1 0,-1-1 0,1 0 0,-1 0 0,1-1 0,-1 1 0,1-1 0,0 1 0,-1-1 0,1 0 0,0 0 0,-1 0 0,1 0 0,0 0 0,-1-1 0,1 1 0,-1-1 0,1 1 0,0-1 0,3-2 0,9-3 0,-1-1 0,0-1 0,25-16 0,-20 11 0,117-63 0,23-15 0,-140 80 0,1 1 0,1 1 0,-1 1 0,1 1 0,1 1 0,-1 1 0,1 0 0,30-1 0,-50 6 0,0-1 0,1 1 0,-1-1 0,0 0 0,1 1 0,-1-1 0,0 0 0,0 0 0,0 0 0,0-1 0,0 1 0,0 0 0,0-1 0,0 1 0,0-1 0,0 0 0,-1 0 0,1 0 0,-1 1 0,0-1 0,1 0 0,0-3 0,0 0 0,0 0 0,-1-1 0,0 1 0,1 0 0,-2-1 0,1 1 0,-1-1 0,0 1 0,0-8 0,-3-9 0,-1 0 0,0 1 0,-14-38 0,-37-94 0,49 141 0,0 0 0,-1 0 0,-1 1 0,0 0 0,0 0 0,-1 0 0,0 1 0,-1 1 0,0 0 0,-1 0 0,0 1 0,0 0 0,-1 1 0,0 0 0,0 1 0,0 0 0,-1 1 0,0 1 0,-18-5 0,7 4 0,1 1 0,-1 1 0,0 1 0,0 1 0,0 1 0,-1 1 0,1 1 0,1 2 0,-1 0 0,-26 9 0,15-6-227,0 0-1,0-2 1,-1-2-1,0-2 1,-41-2-1,56 0-6598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7:00.6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0 100 24575,'2'7'0,"-1"0"0,1 0 0,0 0 0,0 0 0,1 0 0,0 0 0,0-1 0,1 1 0,0-1 0,5 8 0,15 28 0,-10-3 0,13 58 0,3 12 0,41 156 0,-70-262 0,0 1 0,1-1 0,-1 0 0,1 0 0,0 0 0,0 0 0,0-1 0,0 1 0,0 0 0,0-1 0,1 0 0,-1 1 0,1-1 0,0 0 0,0 0 0,-1 0 0,1-1 0,1 1 0,-1-1 0,0 0 0,0 1 0,0-1 0,1-1 0,-1 1 0,0 0 0,1-1 0,-1 0 0,1 0 0,-1 0 0,0 0 0,1 0 0,-1-1 0,1 1 0,5-3 0,13-3 0,-1-1 0,1 0 0,-2-2 0,25-13 0,-29 14 0,0 1 0,1 0 0,0 1 0,1 2 0,-1-1 0,1 2 0,0 0 0,29 0 0,-44 3 0,37-6 0,1-2 0,-1-2 0,67-25 0,-25 7 0,-78 27 0,0-1 0,0 0 0,-1 1 0,1-1 0,-1-1 0,1 1 0,-1 0 0,0-1 0,0 0 0,0 0 0,0 0 0,0 0 0,-1 0 0,0 0 0,1-1 0,-1 1 0,0-1 0,-1 0 0,1 1 0,-1-1 0,1 0 0,-1 0 0,0 0 0,-1 0 0,1-5 0,1-12 0,-1 0 0,0-1 0,-6-37 0,1 8 0,5-56 0,-3-57 0,2 162 0,-1-1 0,1 1 0,-1 0 0,1-1 0,-1 1 0,0 0 0,0 0 0,0 0 0,0 0 0,0 0 0,0 0 0,0 0 0,-1 0 0,1 0 0,-1 0 0,1 1 0,-1-1 0,0 1 0,0-1 0,0 1 0,0 0 0,0 0 0,0-1 0,0 1 0,0 1 0,0-1 0,0 0 0,-3 0 0,-7-2 0,-1 2 0,1-1 0,0 2 0,-18 0 0,-9-1 0,-485-15 0,507 17 0,-1 1 0,0 1 0,1 1 0,0 0 0,-1 1 0,-26 13 0,35-15-195,-1 0 0,0-1 0,0 0 0,0 0 0,0-1 0,-11 0 0,2-1-6631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7:08.1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24575,'2'55'0,"4"-1"0,17 82 0,-4-31 0,-18-98 0,0 0 0,1-1 0,-1 1 0,1-1 0,1 1 0,-1-1 0,1 1 0,0-1 0,0 0 0,1 0 0,0-1 0,0 1 0,5 4 0,-5-6 0,0-1 0,1 0 0,-1 0 0,1 0 0,0-1 0,-1 0 0,1 0 0,0 0 0,1 0 0,-1-1 0,0 0 0,0 0 0,0 0 0,1-1 0,-1 1 0,11-2 0,12-2 0,47-10 0,-17 1 0,-13 5-93,-3-1-543,64-2 0,-82 9-6190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7:10.29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712 597 24575,'-2'-17'0,"-1"0"0,0 1 0,-2-1 0,0 1 0,-1 0 0,0 0 0,-15-24 0,-2-8 0,0-8 0,1-1 0,4 0 0,-13-65 0,28 101 0,2 15 0,0 0 0,0 0 0,0 0 0,-1 0 0,1 1 0,-1-1 0,-6-10 0,7 14 0,-1 0 0,0 0 0,0 0 0,-1 0 0,1 1 0,0-1 0,-1 0 0,1 1 0,-1 0 0,1 0 0,-1-1 0,1 1 0,-1 1 0,0-1 0,0 0 0,0 1 0,1-1 0,-1 1 0,0 0 0,-4 0 0,-243 5 0,223-3 45,0 0-1,-27 7 1,-32 3-1544,62-11-5327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7:12.6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106 129 24575,'2'19'0,"0"-1"0,2 0 0,0 1 0,1-1 0,1-1 0,0 1 0,14 25 0,-10-23 0,-2-1 0,0 2 0,-1-1 0,-1 1 0,4 31 0,-7-2 0,-5 52 0,2 39 0,0-139 0,0 1 0,0-1 0,1 0 0,-1 1 0,1-1 0,-1 0 0,1 0 0,0 0 0,0 0 0,-1 1 0,2-1 0,-1 0 0,0-1 0,0 1 0,1 0 0,-1 0 0,1 0 0,-1-1 0,1 1 0,0-1 0,-1 1 0,1-1 0,0 0 0,0 0 0,0 1 0,0-1 0,0-1 0,1 1 0,-1 0 0,0-1 0,0 1 0,0-1 0,1 1 0,-1-1 0,0 0 0,1 0 0,-1 0 0,0 0 0,0-1 0,1 1 0,-1 0 0,0-1 0,3-1 0,14-2 0,-1-2 0,0 0 0,-1-1 0,21-12 0,-23 12 0,46-23 0,2 3 0,125-36 0,-161 55 0,0 0 0,0-2 0,-1-1 0,-1-1 0,41-26 0,-62 35 0,-1 0 0,-1 1 0,1-1 0,0 0 0,-1-1 0,1 1 0,-1 0 0,0-1 0,0 0 0,0 1 0,0-1 0,-1 0 0,0 0 0,0 0 0,0 0 0,0 0 0,0-7 0,1-9 0,-2 0 0,-2-29 0,0 16 0,0 4 0,-2 0 0,-1 0 0,-13-41 0,-3-16 0,21 82 0,-1-1 0,-1 0 0,1 0 0,0 0 0,-1 1 0,0-1 0,0 1 0,-1-1 0,1 1 0,-1 0 0,0 0 0,0 0 0,0 0 0,0 1 0,-1-1 0,0 1 0,1 0 0,-1 0 0,-5-3 0,1 2 0,-1 1 0,1 0 0,-1 1 0,0 0 0,0 0 0,0 0 0,0 1 0,0 1 0,-15 0 0,-52 1 0,0 4 0,-128 23 0,101-3-49,44-10-389,-1-2-1,-77 6 0,115-18-6387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7:15.0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1 250 24575,'2'35'0,"8"54"0,-4-52 0,1 50 0,-9 1 0,4 71 0,-2-157 0,0 0 0,0 1 0,1-1 0,-1 0 0,0 0 0,1 1 0,0-1 0,0 0 0,-1 0 0,1 0 0,1 0 0,-1 0 0,0 0 0,0 0 0,1 0 0,-1 0 0,1-1 0,-1 1 0,1-1 0,0 1 0,3 1 0,-2-1 0,0-1 0,0 0 0,0-1 0,0 1 0,1 0 0,-1-1 0,0 0 0,0 1 0,1-1 0,-1-1 0,0 1 0,0 0 0,5-2 0,8-3 0,0 0 0,0-1 0,0 0 0,22-15 0,66-37 0,13-9 0,2 5 0,131-48 0,-239 106 0,0-1 0,0 0 0,0 0 0,0-1 0,-1 0 0,0-1 0,0 0 0,-1-1 0,9-9 0,-15 14 0,0-1 0,0 1 0,-1 0 0,1-1 0,-1 0 0,0 0 0,0 1 0,0-1 0,0 0 0,-1-1 0,0 1 0,0 0 0,0 0 0,0 0 0,-1-1 0,1 1 0,-1 0 0,0-1 0,-1 1 0,1 0 0,-1-1 0,0 1 0,0 0 0,0 0 0,0 0 0,-1-1 0,-2-5 0,-83-152 0,84 156 0,0 0 0,0 0 0,0 0 0,-1 0 0,1 0 0,-1 1 0,-1 0 0,1 0 0,-1 0 0,0 0 0,0 1 0,0 0 0,-1 0 0,-11-7 0,7 7 0,-1 1 0,0 0 0,0 0 0,0 1 0,0 0 0,-1 1 0,1 0 0,-13 1 0,-2 0 0,1 1 0,0 1 0,0 1 0,-1 1 0,2 1 0,-34 12 0,17-2 0,-1-1 0,0-3 0,-1-1 0,0-2 0,-1-2 0,-66 1 0,60-8-1365,28 1-5461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7:32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1726 0 23947,'-1726'173'0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7:39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24575,'1'12'0,"0"-1"0,1 0 0,0 0 0,1 0 0,1 0 0,-1-1 0,1 1 0,10 16 0,-1-3 0,2-1 0,24 31 0,-16-29 0,37 33 0,-38-39 0,-2 2 0,32 37 0,-43-47 0,0 0 0,1 0 0,0-1 0,1-1 0,0 1 0,1-2 0,0 0 0,23 12 0,-14-10 0,1-1 0,0 0 0,1-2 0,35 7 0,-43-10 0,1 0 0,-1 1 0,0 1 0,17 10 0,-19-9 0,0-1 0,0-1 0,0 0 0,0 0 0,26 4 0,27 3 82,17 2-1529,-63-14-5379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7:43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24575,'113'-2'0,"121"5"0,-220-1 0,-1 1 0,1 0 0,-1 1 0,17 7 0,-17-5 0,1-2 0,-1 1 0,27 3 0,54-1 0,120-9 0,-68-1 0,271 3-1365,-396 0-5461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7:48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0 569 24575,'15'1'0,"0"1"0,0 1 0,-1 0 0,1 1 0,22 9 0,42 11 0,-72-23 0,-1 0 0,1 0 0,-1-1 0,1 0 0,-1 0 0,1 0 0,-1-1 0,1 0 0,-1 0 0,7-3 0,-7 1 0,-1 1 0,1-1 0,-1-1 0,0 1 0,0-1 0,-1 0 0,1 0 0,-1 0 0,0 0 0,6-8 0,36-58 0,-25 36 0,183-304 0,-163 288 89,-35 44-296,0-1-1,0 0 0,0 0 0,-1 0 1,0 0-1,6-14 0,-6 7-6618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7:25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3 247 24575,'-1'28'0,"0"-14"0,1-1 0,0 0 0,0 1 0,2-1 0,-1 0 0,2 0 0,0 0 0,0 0 0,1 0 0,10 21 0,82 152 0,-86-166 0,-1 1 0,7 21 0,-9-21 0,1-1 0,16 29 0,-14-32 0,0-1 0,0 0 0,2-1 0,17 18 0,-24-28 0,1-1 0,-1 1 0,1-1 0,0-1 0,0 1 0,0-1 0,0 0 0,1 0 0,-1-1 0,1 0 0,0 0 0,0-1 0,0 1 0,0-2 0,8 1 0,58 0 0,135-19 0,72-30 0,-110 16 0,3 0 0,334-42 0,-140 27 0,-304 37 0,215-20 0,-215 24 0,366-1 0,-243 10 0,-105-4 0,116-17 0,-74 10 0,-86 8 0,50-8 0,-74 6 0,1-1 0,-1-1 0,0 0 0,0-1 0,0 0 0,0-1 0,14-9 0,1-1 0,53-22 0,-60 30 0,0-1 0,0-2 0,-1 0 0,0-1 0,24-19 0,-36 24 0,-1-1 0,-1 1 0,1-1 0,-1 0 0,0-1 0,-1 1 0,0-1 0,-1-1 0,0 1 0,0 0 0,-1-1 0,4-13 0,-1-12 0,0 0 0,0-43 0,-2 23 0,13-25-1365,-14 63-5461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7:27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1082 0 24575,'-37'1'0,"0"1"0,1 2 0,-1 1 0,-42 12 0,44-10 0,0-1 0,-1-2 0,-41-1 0,41-2 0,0 2 0,0 1 0,-37 8 0,10 0-67,-1-2 0,0-4 1,-1-2-1,-68-6 0,52 2-964,60 0-5795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7:58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1137 24575,'349'21'0,"-103"-3"0,51-12 0,0-14 0,-1-12 0,321-65 0,127-7 0,-610 79 0,1017-107 0,-1016 109 0,68-10 0,155-38 0,257-41 0,187-42 0,-460 77 0,257-11 0,-256 34 0,-61 4 0,203-31 0,-159 39 0,-62 9 0,-102 5 0,-78 9 0,103-21 0,-126 14 0,0 2 0,1 4 0,92-2 0,-119 9 0,0-3 0,68-14 0,23-4 0,-49 19 0,-47 2 0,0-1 0,52-10 0,-60 8 0,0 1 0,0 0 0,0 2 0,0 1 0,27 2 0,-45-1 0,-1 0 0,1 0 0,-1 0 0,1 0 0,-1 1 0,1-1 0,-1 1 0,0 0 0,1 0 0,-1 1 0,-1-1 0,1 0 0,0 1 0,0 0 0,-1 0 0,1 0 0,-1 0 0,3 6 0,4 6 0,-1 1 0,11 29 0,-16-38 0,22 66 0,-4 0 0,18 106 0,6 153 0,-4 361 0,-41-680 0,1 1 0,-2 1 0,1-1 0,-2 1 0,-5 25 0,6-37 0,0 1 0,-1-1 0,1 1 0,-1-1 0,1 0 0,-1 0 0,0 0 0,-1 0 0,1 0 0,0 0 0,-1 0 0,1-1 0,-1 1 0,0-1 0,0 0 0,0 0 0,0 0 0,0 0 0,-1 0 0,1-1 0,0 1 0,-1-1 0,1 0 0,-6 1 0,-717 199 0,-78 16 0,304-138 0,-267 58 0,231-34 0,128-29 0,-282 111 0,383-96 0,214-66 0,-1-3 0,0-4 0,-134 4 0,-169 17 0,131-9 0,-171-8 0,161 17 0,-91 6 0,54-14 0,120-8 0,145-16 0,0 3 0,0 1 0,-74 26 0,46-13 0,-97 15 0,-33 9 0,-176 58 0,161-43 0,153-42 0,-1-3 0,-103 11 0,98-20 0,-104-4 0,164-3 0,7-1 0,0 0 0,0 0 0,0 0 0,0-1 0,1 0 0,-1 0 0,1-1 0,-1 0 0,1 0 0,0 0 0,0-1 0,1 0 0,-1 0 0,1 0 0,0-1 0,0 0 0,0 0 0,0 0 0,-6-11 0,-6-9 0,2-2 0,0 0 0,-13-34 0,12 24 0,-320-725 0,311 691 0,3-1 0,-20-121 0,21 89 0,-7-58 0,21 108 0,-3-1 0,-1 2 0,-3-1 0,-41-100 0,39 118 0,-16-57 0,0-3 0,20 66-682,-11-46-1,17 51-6143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5:13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2 511 24575,'0'-8'0,"-2"-32"0,3 0 0,1 0 0,2 0 0,1 1 0,19-68 0,-20 92 0,0 0 0,-1-1 0,-1 1 0,-1-1 0,0-16 0,1-13 0,-2 43 0,0 1 0,0-1 0,0 1 0,0-1 0,0 0 0,0 1 0,0-1 0,1 1 0,-1-1 0,1 1 0,-1-1 0,1 0 0,-1 1 0,1 0 0,0-1 0,0 1 0,0-1 0,0 1 0,0 0 0,0 0 0,0 0 0,0 0 0,0-1 0,0 1 0,1 1 0,-1-1 0,1 0 0,-1 0 0,0 0 0,1 1 0,-1-1 0,1 1 0,-1-1 0,3 1 0,-1 0 0,0 0 0,0 1 0,0 0 0,0 0 0,0 0 0,0 0 0,0 0 0,0 1 0,-1-1 0,1 1 0,0 0 0,-1 0 0,0 0 0,1 0 0,-1 0 0,4 5 0,68 93 0,-12-15 0,47 30 0,-96-101-1365,-1-3-5461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5:14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24575,'5'0'0,"5"0"0,5 0 0,4 0 0,4 0 0,1 0 0,1 0 0,1 0 0,-5-4 0,-1-2 0,-4-4 0,-1 1 0,2 0 0,1 3 0,-1-2 0,-4 0-8191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8:06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0 747 24575,'6'5'0,"-1"-1"0,1 0 0,0 0 0,1 0 0,-1 0 0,0-1 0,1 0 0,0-1 0,0 0 0,0 0 0,0 0 0,9 1 0,4-1 0,-1 0 0,1-1 0,26-3 0,-17-1 0,0-2 0,-1-1 0,0-1 0,0-1 0,0-2 0,28-15 0,157-91 0,-161 85 0,282-176 0,234-126 0,-550 324 40,0 1 0,37-10 0,-48 17-164,-1-1 0,1 1 1,0 0-1,0 0 0,0 1 0,0 0 1,0 0-1,0 1 0,0 0 0,0 0 1,10 4-1,-3 1-6702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8:47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0 392 24575,'51'0'0,"413"15"0,125-2 0,-361-16 0,1637 3 0,-1873-1 0,-1 0 0,1 0 0,0-1 0,0 0 0,0 0 0,0-1 0,1 0 0,-11-5 0,-59-38 0,49 27 0,-28-15 0,2-2 0,-86-75 0,131 101 0,0 0 0,1 0 0,-12-19 0,18 26 0,0 0 0,-1-1 0,2 0 0,-1 1 0,0-1 0,1 0 0,-1 0 0,1 0 0,0 0 0,1 0 0,-1 0 0,1 0 0,-1 0 0,1 0 0,1-6 0,0 9 0,-1-1 0,1 1 0,0 0 0,0-1 0,0 1 0,0 0 0,0 0 0,0 0 0,0 0 0,1 0 0,-1 0 0,0 0 0,0 0 0,1 0 0,-1 0 0,1 1 0,-1-1 0,1 1 0,-1-1 0,1 1 0,-1 0 0,1-1 0,-1 1 0,1 0 0,-1 0 0,1 0 0,0 0 0,-1 0 0,1 0 0,-1 1 0,1-1 0,-1 0 0,1 1 0,1 0 0,55 20 0,-20-2 0,0 3 0,-1 0 0,58 48 0,93 99 0,-91-79 0,-89-81 0,0-1 0,-1 1 0,0 0 0,-1 0 0,0 1 0,0 0 0,-1 0 0,0 0 0,-1 1 0,0-1 0,-1 1 0,0 0 0,2 15 0,-3-11 0,0-1 0,-2 1 0,1-1 0,-2 1 0,0-1 0,-1 1 0,0-1 0,-1 0 0,-1 0 0,-5 15 0,-5 4 0,-2-1 0,-2-1 0,0 0 0,-31 37 0,-103 107 0,44-54 0,60-75 0,37-37 0,0 1 0,1 0 0,-13 16 0,-5 3-1365,14-20-5461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9:22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24220,'2245'0'0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9:25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1700 24575,'1'-1'0,"0"1"0,1 0 0,-1-1 0,0 0 0,1 1 0,-1-1 0,0 0 0,0 0 0,0 0 0,0 0 0,0 0 0,0 0 0,0 0 0,0 0 0,0 0 0,0 0 0,-1 0 0,1-1 0,0 1 0,0-3 0,14-32 0,-12 29 0,12-29 0,27-44 0,-6 15 0,-19 30 0,69-124 0,-18 46 0,76-169 0,-102 193 0,80-124 0,-11 22 0,30-79 0,-123 237 42,-13 26-323,-1-1-1,0 1 1,0-1-1,5-14 1,-5 5-6545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9:29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2341 1 24575,'-29'1'0,"0"2"0,-54 13 0,-4 1 0,-138 0 0,-24 4 0,-92 43 0,301-58 0,0-1 0,0-2 0,0-2 0,-51-4 0,-7 0 0,-829 3-1365,905 0-5461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09:37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1284 24575,'-1'-13'0,"-1"0"0,0 0 0,-1 0 0,0 1 0,-9-21 0,-10-43 0,21 66 0,-12-75 0,-2-137 0,-4-212 0,12 340 0,4 73 0,0 0 0,-2 1 0,-11-34 0,-6-24 0,22 76 0,0 1 0,0 0 0,0-1 0,-1 1 0,1 0 0,0-1 0,-1 1 0,1 0 0,-1-1 0,0 1 0,1 0 0,-1 0 0,0 0 0,1 0 0,-1 0 0,0 0 0,0 0 0,0 0 0,0 0 0,0 0 0,0 0 0,-1 0 0,0 0 0,0 1 0,1 0 0,0 0 0,-1 0 0,1 0 0,-1 0 0,1 0 0,-1 0 0,1 1 0,0-1 0,-1 1 0,1-1 0,0 1 0,-1-1 0,1 1 0,0 0 0,0 0 0,-1 0 0,0 1 0,-9 7 0,1 1 0,1 0 0,-15 18 0,18-20 0,-23 22 0,23-25 0,-1 1 0,1 0 0,1 0 0,-9 11 0,15-17 0,-1 0 0,0 0 0,0 0 0,0 0 0,0 0 0,0 0 0,0 0 0,0 0 0,0 0 0,1 0 0,-1 0 0,0 0 0,0 0 0,0 0 0,0 0 0,0 1 0,0-1 0,0 0 0,0 0 0,0 0 0,0 0 0,1 0 0,-1 0 0,0 0 0,0 0 0,0 0 0,0 0 0,0 0 0,0 0 0,0 0 0,0 0 0,0 1 0,0-1 0,0 0 0,0 0 0,0 0 0,0 0 0,0 0 0,0 0 0,0 0 0,0 0 0,0 0 0,0 1 0,0-1 0,0 0 0,0 0 0,0 0 0,0 0 0,0 0 0,0 0 0,0 0 0,0 0 0,0 0 0,0 1 0,0-1 0,0 0 0,0 0 0,0 0 0,0 0 0,0 0 0,0 0 0,0 0 0,0 0 0,-1 0 0,1 0 0,0 0 0,12-5 0,12-10 0,48-49 0,-55 46 0,1 1 0,29-20 0,-40 32 0,0 0 0,1 1 0,0 0 0,0 1 0,0 0 0,0 0 0,0 1 0,1 0 0,-1 0 0,17-1 0,179 3 0,-85 2 0,-104-1 0,0 1 0,0 1 0,0 0 0,0 1 0,0 1 0,-1 0 0,23 12 0,41 13 0,-68-26 0,0 1 0,0-1 0,-1 2 0,0-1 0,12 11 0,12 6 0,-16-11-1365,-3 0-5461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12:31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24575,'1313'0'-1365,"-1295"0"-5461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12:34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24575,'75'1'-7442,"1"3"5212,150 17 10146,-140-13-5243,-1 0-3590,-33-1 917,0 3 0,-1 2 0,-1 2 0,0 3 0,50 24 0,-51-22 0,34 9 0,133 27 0,12 3 0,474 132 0,-490-166 0,-43-7 0,-81-9 0,1-4 0,-1-3 0,96-13 0,-179 12 0,574-8 0,-334 11 0,-167-5 0,91 4 0,-148 2 0,1 1 0,-1 1 0,0 0 0,0 2 0,26 13 0,17 6 0,-3-8 0,91 17 0,-19-6 0,-87-19-1365,-34-6-5461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6:17:15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1080 24575,'0'2'0,"1"-1"0,-1 0 0,1 0 0,-1 0 0,1 0 0,0 1 0,-1-1 0,1 0 0,0 0 0,0 0 0,0 0 0,0-1 0,0 1 0,0 0 0,0 0 0,0-1 0,0 1 0,1 0 0,-1-1 0,0 1 0,0-1 0,1 1 0,-1-1 0,0 0 0,0 0 0,1 0 0,1 1 0,42 4 0,-40-5 0,6 0 0,-1 1 0,0-2 0,1 0 0,-1 0 0,0-1 0,0 0 0,1 0 0,-2-1 0,1-1 0,10-4 0,-2-2 0,-1-1 0,0 0 0,-1-1 0,21-19 0,321-335 0,-249 248 0,-58 66 0,3 3 0,2 1 0,1 4 0,81-48 0,-44 39 0,3 3 0,124-44 0,-200 85-170,0 2-1,1 0 0,0 2 1,0 0-1,0 1 0,0 1 1,26 1-1,-25 2-6655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7T16:15:50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24575,'22'3'0,"0"0"0,0 1 0,-1 1 0,0 1 0,0 1 0,0 1 0,-1 1 0,28 16 0,-5-4 0,35 18 0,-3 4 0,138 103 0,117 134 0,-249-216 0,-55-44 0,-1 0 0,0 2 0,26 29 0,8 16 0,114 99 0,84 43 0,-227-186 0,25 19 0,-27-23 0,-1 2 0,39 39 0,82 89-1365,-129-128-5461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7T16:15:52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24575,'1'15'0,"0"1"0,1 0 0,1-1 0,0 1 0,2-1 0,6 18 0,45 89 0,2 5 0,-34-69 0,2-2 0,56 87 0,-60-106 0,4 17-1365,-17-27-5461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7T16:15:54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1 168 24575,'14'0'0,"35"1"0,-1-2 0,88-15 0,78-39 0,-74 16 0,-105 32 0,54-4 0,20-4 0,-61 6-682,70-5-1,-82 12-6143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7T16:17:10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2 210 24575,'0'-210'0,"-2"348"0,5 171 0,7-232 0,2-1 0,3-2 0,39 108 0,-44-135-227,0 1-1,-3 1 1,-1-1-1,-3 1 1,-4 64-1,0-75-6598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7T16:17:12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79 24575,'-6'1'0,"0"0"0,0 0 0,0 1 0,1-1 0,-1 1 0,0 1 0,1-1 0,-1 1 0,1 0 0,0 0 0,0 1 0,0-1 0,0 1 0,1 0 0,-1 0 0,1 1 0,-5 7 0,1-2 0,1 1 0,-1 0 0,2 0 0,-1 1 0,2-1 0,-1 1 0,-4 17 0,4 8 0,1 0 0,1 0 0,2 1 0,7 71 0,-4-90 0,2-65 0,2 1 0,13-48 0,-1 1 0,-11 70 0,1 0 0,1 1 0,0 0 0,2 1 0,1 0 0,0 0 0,23-28 0,-31 44 0,0 0 0,0 1 0,0-1 0,1 0 0,-1 1 0,1 0 0,0 0 0,0 0 0,0 0 0,0 1 0,0 0 0,0-1 0,1 2 0,-1-1 0,1 0 0,-1 1 0,1 0 0,6-1 0,-4 2 0,1 0 0,-1 0 0,1 1 0,-1 0 0,1 1 0,-1 0 0,0 0 0,0 0 0,0 1 0,12 6 0,7 7 0,-2 1 0,0 0 0,-1 2 0,38 40 0,-39-38-108,-11-12-101,-2 2-1,1 0 1,0 0-1,-1 1 0,15 25 1,-13-13-6617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B130ACF-86C1-4794-973B-8687B7632B8C}"/>
              </a:ext>
            </a:extLst>
          </p:cNvPr>
          <p:cNvGrpSpPr>
            <a:grpSpLocks/>
          </p:cNvGrpSpPr>
          <p:nvPr/>
        </p:nvGrpSpPr>
        <p:grpSpPr bwMode="auto">
          <a:xfrm>
            <a:off x="-4233" y="1"/>
            <a:ext cx="12196233" cy="6867525"/>
            <a:chOff x="-2" y="0"/>
            <a:chExt cx="5762" cy="4326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CFEE102B-B5EB-498B-88BD-85FF1C9F0A1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2" y="0"/>
              <a:ext cx="5712" cy="4326"/>
              <a:chOff x="-2" y="0"/>
              <a:chExt cx="5712" cy="4326"/>
            </a:xfrm>
          </p:grpSpPr>
          <p:sp>
            <p:nvSpPr>
              <p:cNvPr id="8" name="Rectangle 4">
                <a:extLst>
                  <a:ext uri="{FF2B5EF4-FFF2-40B4-BE49-F238E27FC236}">
                    <a16:creationId xmlns:a16="http://schemas.microsoft.com/office/drawing/2014/main" id="{85D5B4E8-A382-4747-9092-7CBA887AB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" y="0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9" name="Rectangle 5">
                <a:extLst>
                  <a:ext uri="{FF2B5EF4-FFF2-40B4-BE49-F238E27FC236}">
                    <a16:creationId xmlns:a16="http://schemas.microsoft.com/office/drawing/2014/main" id="{7B2847F5-2CD3-4AED-8AC1-F9C8C2CB4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10" name="Rectangle 6">
                <a:extLst>
                  <a:ext uri="{FF2B5EF4-FFF2-40B4-BE49-F238E27FC236}">
                    <a16:creationId xmlns:a16="http://schemas.microsoft.com/office/drawing/2014/main" id="{17AFF662-BE8F-40DA-95BD-F99F7080F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11" name="Rectangle 7">
                <a:extLst>
                  <a:ext uri="{FF2B5EF4-FFF2-40B4-BE49-F238E27FC236}">
                    <a16:creationId xmlns:a16="http://schemas.microsoft.com/office/drawing/2014/main" id="{8FDD6764-F82A-4170-9280-168ADA5C3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167CC7F2-4158-4A3D-935E-E1B7F6621C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13" name="Rectangle 9">
                <a:extLst>
                  <a:ext uri="{FF2B5EF4-FFF2-40B4-BE49-F238E27FC236}">
                    <a16:creationId xmlns:a16="http://schemas.microsoft.com/office/drawing/2014/main" id="{7467932D-AFD1-4890-8862-A05AC1884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14" name="Rectangle 10">
                <a:extLst>
                  <a:ext uri="{FF2B5EF4-FFF2-40B4-BE49-F238E27FC236}">
                    <a16:creationId xmlns:a16="http://schemas.microsoft.com/office/drawing/2014/main" id="{BD094E5C-C726-4690-A5BD-DADDF3F3C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15" name="Rectangle 11">
                <a:extLst>
                  <a:ext uri="{FF2B5EF4-FFF2-40B4-BE49-F238E27FC236}">
                    <a16:creationId xmlns:a16="http://schemas.microsoft.com/office/drawing/2014/main" id="{B5CF0A6C-BBE5-481E-8264-9C5E7212B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16" name="Rectangle 12">
                <a:extLst>
                  <a:ext uri="{FF2B5EF4-FFF2-40B4-BE49-F238E27FC236}">
                    <a16:creationId xmlns:a16="http://schemas.microsoft.com/office/drawing/2014/main" id="{C3441844-9D59-4A80-B53A-C857DCDD6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17" name="Rectangle 13">
                <a:extLst>
                  <a:ext uri="{FF2B5EF4-FFF2-40B4-BE49-F238E27FC236}">
                    <a16:creationId xmlns:a16="http://schemas.microsoft.com/office/drawing/2014/main" id="{1FC21D62-6D86-4324-926B-CB60978FC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18" name="Rectangle 14">
                <a:extLst>
                  <a:ext uri="{FF2B5EF4-FFF2-40B4-BE49-F238E27FC236}">
                    <a16:creationId xmlns:a16="http://schemas.microsoft.com/office/drawing/2014/main" id="{F31D2E7E-45C2-4F9E-AEA0-62B53E37D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19" name="Rectangle 15">
                <a:extLst>
                  <a:ext uri="{FF2B5EF4-FFF2-40B4-BE49-F238E27FC236}">
                    <a16:creationId xmlns:a16="http://schemas.microsoft.com/office/drawing/2014/main" id="{A8D4E73E-0D8D-4107-89EB-52C550980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20" name="Rectangle 16">
                <a:extLst>
                  <a:ext uri="{FF2B5EF4-FFF2-40B4-BE49-F238E27FC236}">
                    <a16:creationId xmlns:a16="http://schemas.microsoft.com/office/drawing/2014/main" id="{D454ABF6-3DF4-4540-B5B7-F62D57E26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21" name="Rectangle 17">
                <a:extLst>
                  <a:ext uri="{FF2B5EF4-FFF2-40B4-BE49-F238E27FC236}">
                    <a16:creationId xmlns:a16="http://schemas.microsoft.com/office/drawing/2014/main" id="{1BC42910-392A-48BF-AA59-63C0B85FD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22" name="Rectangle 18">
                <a:extLst>
                  <a:ext uri="{FF2B5EF4-FFF2-40B4-BE49-F238E27FC236}">
                    <a16:creationId xmlns:a16="http://schemas.microsoft.com/office/drawing/2014/main" id="{3B9A9B07-D8CD-41C8-98E3-A4106CD6C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23" name="Rectangle 19">
                <a:extLst>
                  <a:ext uri="{FF2B5EF4-FFF2-40B4-BE49-F238E27FC236}">
                    <a16:creationId xmlns:a16="http://schemas.microsoft.com/office/drawing/2014/main" id="{4DA17636-FE41-4369-B1E5-6AB5AD573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24" name="Rectangle 20">
                <a:extLst>
                  <a:ext uri="{FF2B5EF4-FFF2-40B4-BE49-F238E27FC236}">
                    <a16:creationId xmlns:a16="http://schemas.microsoft.com/office/drawing/2014/main" id="{4BB8447F-A943-42D7-B425-E55E8B1306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25" name="Rectangle 21">
                <a:extLst>
                  <a:ext uri="{FF2B5EF4-FFF2-40B4-BE49-F238E27FC236}">
                    <a16:creationId xmlns:a16="http://schemas.microsoft.com/office/drawing/2014/main" id="{06FC7AFD-DE17-4C4E-8D6A-5143E130B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26" name="Rectangle 22">
                <a:extLst>
                  <a:ext uri="{FF2B5EF4-FFF2-40B4-BE49-F238E27FC236}">
                    <a16:creationId xmlns:a16="http://schemas.microsoft.com/office/drawing/2014/main" id="{50337CE0-8EDE-441D-A0EF-DDC2FED43E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27" name="Rectangle 23">
                <a:extLst>
                  <a:ext uri="{FF2B5EF4-FFF2-40B4-BE49-F238E27FC236}">
                    <a16:creationId xmlns:a16="http://schemas.microsoft.com/office/drawing/2014/main" id="{A705E9BD-9FF4-4B12-AB47-0EF2A10D0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28" name="Rectangle 24">
                <a:extLst>
                  <a:ext uri="{FF2B5EF4-FFF2-40B4-BE49-F238E27FC236}">
                    <a16:creationId xmlns:a16="http://schemas.microsoft.com/office/drawing/2014/main" id="{EAADE3F1-A4BB-4BFC-B3D5-F4EFDC346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29" name="Rectangle 25">
                <a:extLst>
                  <a:ext uri="{FF2B5EF4-FFF2-40B4-BE49-F238E27FC236}">
                    <a16:creationId xmlns:a16="http://schemas.microsoft.com/office/drawing/2014/main" id="{795468C5-8388-4303-B418-C767CE910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30" name="Rectangle 26">
                <a:extLst>
                  <a:ext uri="{FF2B5EF4-FFF2-40B4-BE49-F238E27FC236}">
                    <a16:creationId xmlns:a16="http://schemas.microsoft.com/office/drawing/2014/main" id="{1B77EE88-C2A9-439E-A5F3-F42195897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31" name="Rectangle 27">
                <a:extLst>
                  <a:ext uri="{FF2B5EF4-FFF2-40B4-BE49-F238E27FC236}">
                    <a16:creationId xmlns:a16="http://schemas.microsoft.com/office/drawing/2014/main" id="{83BF53D4-14EC-4A55-A574-C656D5A38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32" name="Rectangle 28">
                <a:extLst>
                  <a:ext uri="{FF2B5EF4-FFF2-40B4-BE49-F238E27FC236}">
                    <a16:creationId xmlns:a16="http://schemas.microsoft.com/office/drawing/2014/main" id="{DA24DBB3-3497-4C60-8904-B705FB02E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33" name="Rectangle 29">
                <a:extLst>
                  <a:ext uri="{FF2B5EF4-FFF2-40B4-BE49-F238E27FC236}">
                    <a16:creationId xmlns:a16="http://schemas.microsoft.com/office/drawing/2014/main" id="{155C941E-F553-4DD2-A0FE-4C636C2A8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34" name="Rectangle 30">
                <a:extLst>
                  <a:ext uri="{FF2B5EF4-FFF2-40B4-BE49-F238E27FC236}">
                    <a16:creationId xmlns:a16="http://schemas.microsoft.com/office/drawing/2014/main" id="{D46A26EA-3E5E-4611-8298-A3B8A1038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35" name="Rectangle 31">
                <a:extLst>
                  <a:ext uri="{FF2B5EF4-FFF2-40B4-BE49-F238E27FC236}">
                    <a16:creationId xmlns:a16="http://schemas.microsoft.com/office/drawing/2014/main" id="{EFAAC4C6-21C6-4C8B-AC08-6A1CCB164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36" name="Rectangle 32">
                <a:extLst>
                  <a:ext uri="{FF2B5EF4-FFF2-40B4-BE49-F238E27FC236}">
                    <a16:creationId xmlns:a16="http://schemas.microsoft.com/office/drawing/2014/main" id="{F5EDCFDA-C545-44F8-ADDC-6FC7F908E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37" name="Rectangle 33">
                <a:extLst>
                  <a:ext uri="{FF2B5EF4-FFF2-40B4-BE49-F238E27FC236}">
                    <a16:creationId xmlns:a16="http://schemas.microsoft.com/office/drawing/2014/main" id="{F16A8427-6C7A-4D80-B7A8-FC34CABCD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38" name="Rectangle 34">
                <a:extLst>
                  <a:ext uri="{FF2B5EF4-FFF2-40B4-BE49-F238E27FC236}">
                    <a16:creationId xmlns:a16="http://schemas.microsoft.com/office/drawing/2014/main" id="{6ED7F2E9-BFEE-4CE1-8B5F-E21C73BF1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39" name="Rectangle 35">
                <a:extLst>
                  <a:ext uri="{FF2B5EF4-FFF2-40B4-BE49-F238E27FC236}">
                    <a16:creationId xmlns:a16="http://schemas.microsoft.com/office/drawing/2014/main" id="{8A29F753-3165-4A22-85F5-E116189D9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40" name="Rectangle 36">
                <a:extLst>
                  <a:ext uri="{FF2B5EF4-FFF2-40B4-BE49-F238E27FC236}">
                    <a16:creationId xmlns:a16="http://schemas.microsoft.com/office/drawing/2014/main" id="{6797992A-AE5B-4199-97A3-965886CB8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41" name="Rectangle 37">
                <a:extLst>
                  <a:ext uri="{FF2B5EF4-FFF2-40B4-BE49-F238E27FC236}">
                    <a16:creationId xmlns:a16="http://schemas.microsoft.com/office/drawing/2014/main" id="{1D927EC9-9770-4D27-A818-BCED1EE174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42" name="Rectangle 38">
                <a:extLst>
                  <a:ext uri="{FF2B5EF4-FFF2-40B4-BE49-F238E27FC236}">
                    <a16:creationId xmlns:a16="http://schemas.microsoft.com/office/drawing/2014/main" id="{0427EB04-AF9E-47BA-B6AC-CAC8D37F4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43" name="Rectangle 39">
                <a:extLst>
                  <a:ext uri="{FF2B5EF4-FFF2-40B4-BE49-F238E27FC236}">
                    <a16:creationId xmlns:a16="http://schemas.microsoft.com/office/drawing/2014/main" id="{0FE9E510-083A-48A3-A5E3-4B6ED25B9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44" name="Rectangle 40">
                <a:extLst>
                  <a:ext uri="{FF2B5EF4-FFF2-40B4-BE49-F238E27FC236}">
                    <a16:creationId xmlns:a16="http://schemas.microsoft.com/office/drawing/2014/main" id="{FA62289D-67D4-4EBE-A16C-208721E6C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45" name="Rectangle 41">
                <a:extLst>
                  <a:ext uri="{FF2B5EF4-FFF2-40B4-BE49-F238E27FC236}">
                    <a16:creationId xmlns:a16="http://schemas.microsoft.com/office/drawing/2014/main" id="{185DC3E7-DE37-44E0-BC72-75994EB963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46" name="Rectangle 42">
                <a:extLst>
                  <a:ext uri="{FF2B5EF4-FFF2-40B4-BE49-F238E27FC236}">
                    <a16:creationId xmlns:a16="http://schemas.microsoft.com/office/drawing/2014/main" id="{A0823941-4B3A-4964-8102-F1B3528BED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47" name="Rectangle 43">
                <a:extLst>
                  <a:ext uri="{FF2B5EF4-FFF2-40B4-BE49-F238E27FC236}">
                    <a16:creationId xmlns:a16="http://schemas.microsoft.com/office/drawing/2014/main" id="{B746A18E-DEB7-466F-98DE-7E786AF251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48" name="Rectangle 44">
                <a:extLst>
                  <a:ext uri="{FF2B5EF4-FFF2-40B4-BE49-F238E27FC236}">
                    <a16:creationId xmlns:a16="http://schemas.microsoft.com/office/drawing/2014/main" id="{8DA4901A-4056-4576-B346-DB769DAD1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49" name="Rectangle 45">
                <a:extLst>
                  <a:ext uri="{FF2B5EF4-FFF2-40B4-BE49-F238E27FC236}">
                    <a16:creationId xmlns:a16="http://schemas.microsoft.com/office/drawing/2014/main" id="{86A9DFD3-8F78-417F-8C58-360B4D9AB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50" name="Rectangle 46">
                <a:extLst>
                  <a:ext uri="{FF2B5EF4-FFF2-40B4-BE49-F238E27FC236}">
                    <a16:creationId xmlns:a16="http://schemas.microsoft.com/office/drawing/2014/main" id="{C72E1AB9-C010-4E94-9A94-F7E215561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51" name="Rectangle 47">
                <a:extLst>
                  <a:ext uri="{FF2B5EF4-FFF2-40B4-BE49-F238E27FC236}">
                    <a16:creationId xmlns:a16="http://schemas.microsoft.com/office/drawing/2014/main" id="{A9034B4A-5240-438F-9DC1-7B422C64C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52" name="Rectangle 48">
                <a:extLst>
                  <a:ext uri="{FF2B5EF4-FFF2-40B4-BE49-F238E27FC236}">
                    <a16:creationId xmlns:a16="http://schemas.microsoft.com/office/drawing/2014/main" id="{311D15D1-C92B-4754-B2DC-6B9E3518EC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53" name="Rectangle 49">
                <a:extLst>
                  <a:ext uri="{FF2B5EF4-FFF2-40B4-BE49-F238E27FC236}">
                    <a16:creationId xmlns:a16="http://schemas.microsoft.com/office/drawing/2014/main" id="{77876165-6AAB-4F7F-A0D5-079C27C0E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54" name="Rectangle 50">
                <a:extLst>
                  <a:ext uri="{FF2B5EF4-FFF2-40B4-BE49-F238E27FC236}">
                    <a16:creationId xmlns:a16="http://schemas.microsoft.com/office/drawing/2014/main" id="{057A68E9-8B25-4E68-9240-85C9036D2E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55" name="Rectangle 51">
                <a:extLst>
                  <a:ext uri="{FF2B5EF4-FFF2-40B4-BE49-F238E27FC236}">
                    <a16:creationId xmlns:a16="http://schemas.microsoft.com/office/drawing/2014/main" id="{6DB317B6-76C9-463D-8A41-9A14AA3EB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56" name="Rectangle 52">
                <a:extLst>
                  <a:ext uri="{FF2B5EF4-FFF2-40B4-BE49-F238E27FC236}">
                    <a16:creationId xmlns:a16="http://schemas.microsoft.com/office/drawing/2014/main" id="{4EB3EDA4-075E-4F3F-A0F5-AB82E2E59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57" name="Rectangle 53">
                <a:extLst>
                  <a:ext uri="{FF2B5EF4-FFF2-40B4-BE49-F238E27FC236}">
                    <a16:creationId xmlns:a16="http://schemas.microsoft.com/office/drawing/2014/main" id="{E9634E00-569C-47EC-B42C-787E0F7AC5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58" name="Rectangle 54">
                <a:extLst>
                  <a:ext uri="{FF2B5EF4-FFF2-40B4-BE49-F238E27FC236}">
                    <a16:creationId xmlns:a16="http://schemas.microsoft.com/office/drawing/2014/main" id="{2B45D458-ADCE-4571-972E-6F50805F5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59" name="Rectangle 55">
                <a:extLst>
                  <a:ext uri="{FF2B5EF4-FFF2-40B4-BE49-F238E27FC236}">
                    <a16:creationId xmlns:a16="http://schemas.microsoft.com/office/drawing/2014/main" id="{94056F15-64D2-4042-910D-0E6567B9D5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60" name="Rectangle 56">
                <a:extLst>
                  <a:ext uri="{FF2B5EF4-FFF2-40B4-BE49-F238E27FC236}">
                    <a16:creationId xmlns:a16="http://schemas.microsoft.com/office/drawing/2014/main" id="{47DB5786-A30C-4C98-9416-9519E03E31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61" name="Rectangle 57">
                <a:extLst>
                  <a:ext uri="{FF2B5EF4-FFF2-40B4-BE49-F238E27FC236}">
                    <a16:creationId xmlns:a16="http://schemas.microsoft.com/office/drawing/2014/main" id="{27FE8EDB-4247-4E80-B487-5F748B31D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62" name="Rectangle 58">
                <a:extLst>
                  <a:ext uri="{FF2B5EF4-FFF2-40B4-BE49-F238E27FC236}">
                    <a16:creationId xmlns:a16="http://schemas.microsoft.com/office/drawing/2014/main" id="{C63A1577-3FEB-45BC-A88D-816635C30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63" name="Rectangle 59">
                <a:extLst>
                  <a:ext uri="{FF2B5EF4-FFF2-40B4-BE49-F238E27FC236}">
                    <a16:creationId xmlns:a16="http://schemas.microsoft.com/office/drawing/2014/main" id="{EDDECA8E-2B6B-40D9-B114-B21221427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64" name="Rectangle 60">
                <a:extLst>
                  <a:ext uri="{FF2B5EF4-FFF2-40B4-BE49-F238E27FC236}">
                    <a16:creationId xmlns:a16="http://schemas.microsoft.com/office/drawing/2014/main" id="{F718624A-DBE8-41E1-BB03-685847975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65" name="Rectangle 61">
                <a:extLst>
                  <a:ext uri="{FF2B5EF4-FFF2-40B4-BE49-F238E27FC236}">
                    <a16:creationId xmlns:a16="http://schemas.microsoft.com/office/drawing/2014/main" id="{E9E565BC-4841-4330-8F32-3D2CBA7E7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66" name="Rectangle 62">
                <a:extLst>
                  <a:ext uri="{FF2B5EF4-FFF2-40B4-BE49-F238E27FC236}">
                    <a16:creationId xmlns:a16="http://schemas.microsoft.com/office/drawing/2014/main" id="{2843C041-94B4-414E-B992-AC68A1BD6E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  <p:sp>
            <p:nvSpPr>
              <p:cNvPr id="67" name="Rectangle 63">
                <a:extLst>
                  <a:ext uri="{FF2B5EF4-FFF2-40B4-BE49-F238E27FC236}">
                    <a16:creationId xmlns:a16="http://schemas.microsoft.com/office/drawing/2014/main" id="{98898D37-F9DC-4AD9-8032-5F857B0CA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 sz="2400"/>
              </a:p>
            </p:txBody>
          </p:sp>
        </p:grpSp>
        <p:sp>
          <p:nvSpPr>
            <p:cNvPr id="6" name="Rectangle 64">
              <a:extLst>
                <a:ext uri="{FF2B5EF4-FFF2-40B4-BE49-F238E27FC236}">
                  <a16:creationId xmlns:a16="http://schemas.microsoft.com/office/drawing/2014/main" id="{667EF48D-4370-41B1-B5E1-C1531B197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" y="0"/>
              <a:ext cx="5331" cy="432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7" name="Rectangle 65">
              <a:extLst>
                <a:ext uri="{FF2B5EF4-FFF2-40B4-BE49-F238E27FC236}">
                  <a16:creationId xmlns:a16="http://schemas.microsoft.com/office/drawing/2014/main" id="{79E01F44-D08B-4034-98D0-7C7252792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321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</p:grpSp>
      <p:sp>
        <p:nvSpPr>
          <p:cNvPr id="68" name="Rectangle 66">
            <a:extLst>
              <a:ext uri="{FF2B5EF4-FFF2-40B4-BE49-F238E27FC236}">
                <a16:creationId xmlns:a16="http://schemas.microsoft.com/office/drawing/2014/main" id="{8BDFEA76-3490-4DF4-A5EE-F3BB9EEA0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1" y="2590800"/>
            <a:ext cx="6523567" cy="76200"/>
          </a:xfrm>
          <a:prstGeom prst="rect">
            <a:avLst/>
          </a:prstGeom>
          <a:solidFill>
            <a:schemeClr val="hlink">
              <a:alpha val="50195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AU" altLang="en-US" sz="2400">
              <a:latin typeface="Helvetica" panose="020B0604020202020204" pitchFamily="34" charset="0"/>
            </a:endParaRPr>
          </a:p>
        </p:txBody>
      </p:sp>
      <p:sp>
        <p:nvSpPr>
          <p:cNvPr id="6211" name="Rectangle 67"/>
          <p:cNvSpPr>
            <a:spLocks noGrp="1" noChangeArrowheads="1"/>
          </p:cNvSpPr>
          <p:nvPr>
            <p:ph type="ctrTitle" sz="quarter"/>
          </p:nvPr>
        </p:nvSpPr>
        <p:spPr>
          <a:xfrm>
            <a:off x="1039285" y="1447800"/>
            <a:ext cx="10238316" cy="1081088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212" name="Rectangle 6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361517" y="2860676"/>
            <a:ext cx="5916083" cy="3114675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9" name="Rectangle 69">
            <a:extLst>
              <a:ext uri="{FF2B5EF4-FFF2-40B4-BE49-F238E27FC236}">
                <a16:creationId xmlns:a16="http://schemas.microsoft.com/office/drawing/2014/main" id="{816DC844-3AE1-4F90-ADC9-0231E922A07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0" name="Rectangle 70">
            <a:extLst>
              <a:ext uri="{FF2B5EF4-FFF2-40B4-BE49-F238E27FC236}">
                <a16:creationId xmlns:a16="http://schemas.microsoft.com/office/drawing/2014/main" id="{49207B4E-6E13-4C10-97C2-0BC5D48D20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 algn="ctr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" name="Rectangle 71">
            <a:extLst>
              <a:ext uri="{FF2B5EF4-FFF2-40B4-BE49-F238E27FC236}">
                <a16:creationId xmlns:a16="http://schemas.microsoft.com/office/drawing/2014/main" id="{DA082E2A-5107-4D0A-A633-77A24E9383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E5339F8C-B4F1-41B1-AC5E-400E851007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826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B49FB-4609-4BA1-9372-60572A244C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These slides are designed to accompany </a:t>
            </a:r>
            <a:r>
              <a:rPr lang="en-US" altLang="en-US" i="1"/>
              <a:t>Software Engineering: A Practitioner’s Approach, 7/e </a:t>
            </a:r>
            <a:r>
              <a:rPr lang="en-US" altLang="en-US"/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93F4BB-6FA7-4CC2-B849-8F2026D5C5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B1BE45-7CCB-402D-B201-E6A5492891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84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4FD66-740B-4DF6-A804-BDE3A1D088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These slides are designed to accompany </a:t>
            </a:r>
            <a:r>
              <a:rPr lang="en-US" altLang="en-US" i="1"/>
              <a:t>Software Engineering: A Practitioner’s Approach, 7/e </a:t>
            </a:r>
            <a:r>
              <a:rPr lang="en-US" altLang="en-US"/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2273F-B18E-481D-82F9-ABC729CE85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F10AE-502A-4871-AD7B-61AB07A610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3043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38400" y="1905000"/>
            <a:ext cx="45212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62800" y="1905000"/>
            <a:ext cx="45212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EBDEF-C208-435E-A331-7018DC747E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These slides are designed to accompany </a:t>
            </a:r>
            <a:r>
              <a:rPr lang="en-US" altLang="en-US" i="1"/>
              <a:t>Software Engineering: A Practitioner’s Approach, 7/e </a:t>
            </a:r>
            <a:r>
              <a:rPr lang="en-US" altLang="en-US"/>
              <a:t>(McGraw-Hill, 2009) Slides copyright 2009 by Roger Pressman.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D051B-104C-4FB1-913F-00DFA24DD1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B359D-9B2F-4BB9-93A2-D0D7E84363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425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0E552A3-5700-442C-B21A-AB92FB82B6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These slides are designed to accompany </a:t>
            </a:r>
            <a:r>
              <a:rPr lang="en-US" altLang="en-US" i="1"/>
              <a:t>Software Engineering: A Practitioner’s Approach, 7/e </a:t>
            </a:r>
            <a:r>
              <a:rPr lang="en-US" altLang="en-US"/>
              <a:t>(McGraw-Hill, 2009) Slides copyright 2009 by Roger Pressman.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D1A221-943F-497E-B21C-1DE6A1672C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CB550A-26D3-491C-895D-C6015012EA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217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CE3C12-6161-4F54-B64E-9F15CC06EE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These slides are designed to accompany </a:t>
            </a:r>
            <a:r>
              <a:rPr lang="en-US" altLang="en-US" i="1"/>
              <a:t>Software Engineering: A Practitioner’s Approach, 7/e </a:t>
            </a:r>
            <a:r>
              <a:rPr lang="en-US" altLang="en-US"/>
              <a:t>(McGraw-Hill, 2009) Slides copyright 2009 by Roger Pressman.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6C657-C3D5-4F27-8C16-C568FF2BA2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727A6A-EAED-40DA-9CEB-9ADCDAD169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6360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932275-3F34-4C86-A8B3-814888A20A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These slides are designed to accompany </a:t>
            </a:r>
            <a:r>
              <a:rPr lang="en-US" altLang="en-US" i="1"/>
              <a:t>Software Engineering: A Practitioner’s Approach, 7/e </a:t>
            </a:r>
            <a:r>
              <a:rPr lang="en-US" altLang="en-US"/>
              <a:t>(McGraw-Hill, 2009) Slides copyright 2009 by Roger Pressman.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795D0D-3623-4C15-860D-E0FA60F950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15697-F861-482A-8ADA-3ADCFDC0D8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048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20E30-30F6-43E6-A196-D88618D15F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These slides are designed to accompany </a:t>
            </a:r>
            <a:r>
              <a:rPr lang="en-US" altLang="en-US" i="1"/>
              <a:t>Software Engineering: A Practitioner’s Approach, 7/e </a:t>
            </a:r>
            <a:r>
              <a:rPr lang="en-US" altLang="en-US"/>
              <a:t>(McGraw-Hill, 2009) Slides copyright 2009 by Roger Pressman.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92BC2-A760-452E-996E-C29D21AB07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B2024-428A-4189-BD0D-B2F2DC260B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6663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C074F-D46A-4C0C-BAC8-0CEA867A3A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These slides are designed to accompany </a:t>
            </a:r>
            <a:r>
              <a:rPr lang="en-US" altLang="en-US" i="1"/>
              <a:t>Software Engineering: A Practitioner’s Approach, 7/e </a:t>
            </a:r>
            <a:r>
              <a:rPr lang="en-US" altLang="en-US"/>
              <a:t>(McGraw-Hill, 2009) Slides copyright 2009 by Roger Pressman.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A9B77-8ADA-4468-91D7-5681819C7E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04B9B8-9691-4C2D-AE55-C924F28812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5307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990658-73BC-4FAF-818D-B65A39C48A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These slides are designed to accompany </a:t>
            </a:r>
            <a:r>
              <a:rPr lang="en-US" altLang="en-US" i="1"/>
              <a:t>Software Engineering: A Practitioner’s Approach, 7/e </a:t>
            </a:r>
            <a:r>
              <a:rPr lang="en-US" altLang="en-US"/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BBABE-A757-41EC-8C1F-16B577C1F3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B58E44-4746-43D8-8796-21B8B15C0C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625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9400" y="990600"/>
            <a:ext cx="2514600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990600"/>
            <a:ext cx="7340600" cy="5105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E3A50-0EB3-4FEE-89EE-BC7F362CC2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These slides are designed to accompany </a:t>
            </a:r>
            <a:r>
              <a:rPr lang="en-US" altLang="en-US" i="1"/>
              <a:t>Software Engineering: A Practitioner’s Approach, 7/e </a:t>
            </a:r>
            <a:r>
              <a:rPr lang="en-US" altLang="en-US"/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6B7AD-F562-4346-8068-E5AF0E9384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D80C49-87CC-43BE-BC5E-49265E6F23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4662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B130ACF-86C1-4794-973B-8687B7632B8C}"/>
              </a:ext>
            </a:extLst>
          </p:cNvPr>
          <p:cNvGrpSpPr>
            <a:grpSpLocks/>
          </p:cNvGrpSpPr>
          <p:nvPr/>
        </p:nvGrpSpPr>
        <p:grpSpPr bwMode="auto">
          <a:xfrm>
            <a:off x="-4233" y="1"/>
            <a:ext cx="12196233" cy="6867525"/>
            <a:chOff x="-2" y="0"/>
            <a:chExt cx="5762" cy="4326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CFEE102B-B5EB-498B-88BD-85FF1C9F0A1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2" y="0"/>
              <a:ext cx="5712" cy="4326"/>
              <a:chOff x="-2" y="0"/>
              <a:chExt cx="5712" cy="4326"/>
            </a:xfrm>
          </p:grpSpPr>
          <p:sp>
            <p:nvSpPr>
              <p:cNvPr id="8" name="Rectangle 4">
                <a:extLst>
                  <a:ext uri="{FF2B5EF4-FFF2-40B4-BE49-F238E27FC236}">
                    <a16:creationId xmlns:a16="http://schemas.microsoft.com/office/drawing/2014/main" id="{85D5B4E8-A382-4747-9092-7CBA887AB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" y="0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" name="Rectangle 5">
                <a:extLst>
                  <a:ext uri="{FF2B5EF4-FFF2-40B4-BE49-F238E27FC236}">
                    <a16:creationId xmlns:a16="http://schemas.microsoft.com/office/drawing/2014/main" id="{7B2847F5-2CD3-4AED-8AC1-F9C8C2CB4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" name="Rectangle 6">
                <a:extLst>
                  <a:ext uri="{FF2B5EF4-FFF2-40B4-BE49-F238E27FC236}">
                    <a16:creationId xmlns:a16="http://schemas.microsoft.com/office/drawing/2014/main" id="{17AFF662-BE8F-40DA-95BD-F99F7080F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" name="Rectangle 7">
                <a:extLst>
                  <a:ext uri="{FF2B5EF4-FFF2-40B4-BE49-F238E27FC236}">
                    <a16:creationId xmlns:a16="http://schemas.microsoft.com/office/drawing/2014/main" id="{8FDD6764-F82A-4170-9280-168ADA5C3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167CC7F2-4158-4A3D-935E-E1B7F6621C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" name="Rectangle 9">
                <a:extLst>
                  <a:ext uri="{FF2B5EF4-FFF2-40B4-BE49-F238E27FC236}">
                    <a16:creationId xmlns:a16="http://schemas.microsoft.com/office/drawing/2014/main" id="{7467932D-AFD1-4890-8862-A05AC1884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" name="Rectangle 10">
                <a:extLst>
                  <a:ext uri="{FF2B5EF4-FFF2-40B4-BE49-F238E27FC236}">
                    <a16:creationId xmlns:a16="http://schemas.microsoft.com/office/drawing/2014/main" id="{BD094E5C-C726-4690-A5BD-DADDF3F3C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" name="Rectangle 11">
                <a:extLst>
                  <a:ext uri="{FF2B5EF4-FFF2-40B4-BE49-F238E27FC236}">
                    <a16:creationId xmlns:a16="http://schemas.microsoft.com/office/drawing/2014/main" id="{B5CF0A6C-BBE5-481E-8264-9C5E7212B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" name="Rectangle 12">
                <a:extLst>
                  <a:ext uri="{FF2B5EF4-FFF2-40B4-BE49-F238E27FC236}">
                    <a16:creationId xmlns:a16="http://schemas.microsoft.com/office/drawing/2014/main" id="{C3441844-9D59-4A80-B53A-C857DCDD6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" name="Rectangle 13">
                <a:extLst>
                  <a:ext uri="{FF2B5EF4-FFF2-40B4-BE49-F238E27FC236}">
                    <a16:creationId xmlns:a16="http://schemas.microsoft.com/office/drawing/2014/main" id="{1FC21D62-6D86-4324-926B-CB60978FC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" name="Rectangle 14">
                <a:extLst>
                  <a:ext uri="{FF2B5EF4-FFF2-40B4-BE49-F238E27FC236}">
                    <a16:creationId xmlns:a16="http://schemas.microsoft.com/office/drawing/2014/main" id="{F31D2E7E-45C2-4F9E-AEA0-62B53E37D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" name="Rectangle 15">
                <a:extLst>
                  <a:ext uri="{FF2B5EF4-FFF2-40B4-BE49-F238E27FC236}">
                    <a16:creationId xmlns:a16="http://schemas.microsoft.com/office/drawing/2014/main" id="{A8D4E73E-0D8D-4107-89EB-52C550980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" name="Rectangle 16">
                <a:extLst>
                  <a:ext uri="{FF2B5EF4-FFF2-40B4-BE49-F238E27FC236}">
                    <a16:creationId xmlns:a16="http://schemas.microsoft.com/office/drawing/2014/main" id="{D454ABF6-3DF4-4540-B5B7-F62D57E26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" name="Rectangle 17">
                <a:extLst>
                  <a:ext uri="{FF2B5EF4-FFF2-40B4-BE49-F238E27FC236}">
                    <a16:creationId xmlns:a16="http://schemas.microsoft.com/office/drawing/2014/main" id="{1BC42910-392A-48BF-AA59-63C0B85FD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" name="Rectangle 18">
                <a:extLst>
                  <a:ext uri="{FF2B5EF4-FFF2-40B4-BE49-F238E27FC236}">
                    <a16:creationId xmlns:a16="http://schemas.microsoft.com/office/drawing/2014/main" id="{3B9A9B07-D8CD-41C8-98E3-A4106CD6C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" name="Rectangle 19">
                <a:extLst>
                  <a:ext uri="{FF2B5EF4-FFF2-40B4-BE49-F238E27FC236}">
                    <a16:creationId xmlns:a16="http://schemas.microsoft.com/office/drawing/2014/main" id="{4DA17636-FE41-4369-B1E5-6AB5AD573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" name="Rectangle 20">
                <a:extLst>
                  <a:ext uri="{FF2B5EF4-FFF2-40B4-BE49-F238E27FC236}">
                    <a16:creationId xmlns:a16="http://schemas.microsoft.com/office/drawing/2014/main" id="{4BB8447F-A943-42D7-B425-E55E8B1306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" name="Rectangle 21">
                <a:extLst>
                  <a:ext uri="{FF2B5EF4-FFF2-40B4-BE49-F238E27FC236}">
                    <a16:creationId xmlns:a16="http://schemas.microsoft.com/office/drawing/2014/main" id="{06FC7AFD-DE17-4C4E-8D6A-5143E130B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" name="Rectangle 22">
                <a:extLst>
                  <a:ext uri="{FF2B5EF4-FFF2-40B4-BE49-F238E27FC236}">
                    <a16:creationId xmlns:a16="http://schemas.microsoft.com/office/drawing/2014/main" id="{50337CE0-8EDE-441D-A0EF-DDC2FED43E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" name="Rectangle 23">
                <a:extLst>
                  <a:ext uri="{FF2B5EF4-FFF2-40B4-BE49-F238E27FC236}">
                    <a16:creationId xmlns:a16="http://schemas.microsoft.com/office/drawing/2014/main" id="{A705E9BD-9FF4-4B12-AB47-0EF2A10D0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" name="Rectangle 24">
                <a:extLst>
                  <a:ext uri="{FF2B5EF4-FFF2-40B4-BE49-F238E27FC236}">
                    <a16:creationId xmlns:a16="http://schemas.microsoft.com/office/drawing/2014/main" id="{EAADE3F1-A4BB-4BFC-B3D5-F4EFDC346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" name="Rectangle 25">
                <a:extLst>
                  <a:ext uri="{FF2B5EF4-FFF2-40B4-BE49-F238E27FC236}">
                    <a16:creationId xmlns:a16="http://schemas.microsoft.com/office/drawing/2014/main" id="{795468C5-8388-4303-B418-C767CE910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" name="Rectangle 26">
                <a:extLst>
                  <a:ext uri="{FF2B5EF4-FFF2-40B4-BE49-F238E27FC236}">
                    <a16:creationId xmlns:a16="http://schemas.microsoft.com/office/drawing/2014/main" id="{1B77EE88-C2A9-439E-A5F3-F42195897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" name="Rectangle 27">
                <a:extLst>
                  <a:ext uri="{FF2B5EF4-FFF2-40B4-BE49-F238E27FC236}">
                    <a16:creationId xmlns:a16="http://schemas.microsoft.com/office/drawing/2014/main" id="{83BF53D4-14EC-4A55-A574-C656D5A38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" name="Rectangle 28">
                <a:extLst>
                  <a:ext uri="{FF2B5EF4-FFF2-40B4-BE49-F238E27FC236}">
                    <a16:creationId xmlns:a16="http://schemas.microsoft.com/office/drawing/2014/main" id="{DA24DBB3-3497-4C60-8904-B705FB02E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" name="Rectangle 29">
                <a:extLst>
                  <a:ext uri="{FF2B5EF4-FFF2-40B4-BE49-F238E27FC236}">
                    <a16:creationId xmlns:a16="http://schemas.microsoft.com/office/drawing/2014/main" id="{155C941E-F553-4DD2-A0FE-4C636C2A8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" name="Rectangle 30">
                <a:extLst>
                  <a:ext uri="{FF2B5EF4-FFF2-40B4-BE49-F238E27FC236}">
                    <a16:creationId xmlns:a16="http://schemas.microsoft.com/office/drawing/2014/main" id="{D46A26EA-3E5E-4611-8298-A3B8A1038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Rectangle 31">
                <a:extLst>
                  <a:ext uri="{FF2B5EF4-FFF2-40B4-BE49-F238E27FC236}">
                    <a16:creationId xmlns:a16="http://schemas.microsoft.com/office/drawing/2014/main" id="{EFAAC4C6-21C6-4C8B-AC08-6A1CCB164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" name="Rectangle 32">
                <a:extLst>
                  <a:ext uri="{FF2B5EF4-FFF2-40B4-BE49-F238E27FC236}">
                    <a16:creationId xmlns:a16="http://schemas.microsoft.com/office/drawing/2014/main" id="{F5EDCFDA-C545-44F8-ADDC-6FC7F908E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" name="Rectangle 33">
                <a:extLst>
                  <a:ext uri="{FF2B5EF4-FFF2-40B4-BE49-F238E27FC236}">
                    <a16:creationId xmlns:a16="http://schemas.microsoft.com/office/drawing/2014/main" id="{F16A8427-6C7A-4D80-B7A8-FC34CABCD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" name="Rectangle 34">
                <a:extLst>
                  <a:ext uri="{FF2B5EF4-FFF2-40B4-BE49-F238E27FC236}">
                    <a16:creationId xmlns:a16="http://schemas.microsoft.com/office/drawing/2014/main" id="{6ED7F2E9-BFEE-4CE1-8B5F-E21C73BF1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Rectangle 35">
                <a:extLst>
                  <a:ext uri="{FF2B5EF4-FFF2-40B4-BE49-F238E27FC236}">
                    <a16:creationId xmlns:a16="http://schemas.microsoft.com/office/drawing/2014/main" id="{8A29F753-3165-4A22-85F5-E116189D9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" name="Rectangle 36">
                <a:extLst>
                  <a:ext uri="{FF2B5EF4-FFF2-40B4-BE49-F238E27FC236}">
                    <a16:creationId xmlns:a16="http://schemas.microsoft.com/office/drawing/2014/main" id="{6797992A-AE5B-4199-97A3-965886CB8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" name="Rectangle 37">
                <a:extLst>
                  <a:ext uri="{FF2B5EF4-FFF2-40B4-BE49-F238E27FC236}">
                    <a16:creationId xmlns:a16="http://schemas.microsoft.com/office/drawing/2014/main" id="{1D927EC9-9770-4D27-A818-BCED1EE174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" name="Rectangle 38">
                <a:extLst>
                  <a:ext uri="{FF2B5EF4-FFF2-40B4-BE49-F238E27FC236}">
                    <a16:creationId xmlns:a16="http://schemas.microsoft.com/office/drawing/2014/main" id="{0427EB04-AF9E-47BA-B6AC-CAC8D37F4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" name="Rectangle 39">
                <a:extLst>
                  <a:ext uri="{FF2B5EF4-FFF2-40B4-BE49-F238E27FC236}">
                    <a16:creationId xmlns:a16="http://schemas.microsoft.com/office/drawing/2014/main" id="{0FE9E510-083A-48A3-A5E3-4B6ED25B9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" name="Rectangle 40">
                <a:extLst>
                  <a:ext uri="{FF2B5EF4-FFF2-40B4-BE49-F238E27FC236}">
                    <a16:creationId xmlns:a16="http://schemas.microsoft.com/office/drawing/2014/main" id="{FA62289D-67D4-4EBE-A16C-208721E6C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" name="Rectangle 41">
                <a:extLst>
                  <a:ext uri="{FF2B5EF4-FFF2-40B4-BE49-F238E27FC236}">
                    <a16:creationId xmlns:a16="http://schemas.microsoft.com/office/drawing/2014/main" id="{185DC3E7-DE37-44E0-BC72-75994EB963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" name="Rectangle 42">
                <a:extLst>
                  <a:ext uri="{FF2B5EF4-FFF2-40B4-BE49-F238E27FC236}">
                    <a16:creationId xmlns:a16="http://schemas.microsoft.com/office/drawing/2014/main" id="{A0823941-4B3A-4964-8102-F1B3528BED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" name="Rectangle 43">
                <a:extLst>
                  <a:ext uri="{FF2B5EF4-FFF2-40B4-BE49-F238E27FC236}">
                    <a16:creationId xmlns:a16="http://schemas.microsoft.com/office/drawing/2014/main" id="{B746A18E-DEB7-466F-98DE-7E786AF251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Rectangle 44">
                <a:extLst>
                  <a:ext uri="{FF2B5EF4-FFF2-40B4-BE49-F238E27FC236}">
                    <a16:creationId xmlns:a16="http://schemas.microsoft.com/office/drawing/2014/main" id="{8DA4901A-4056-4576-B346-DB769DAD1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9" name="Rectangle 45">
                <a:extLst>
                  <a:ext uri="{FF2B5EF4-FFF2-40B4-BE49-F238E27FC236}">
                    <a16:creationId xmlns:a16="http://schemas.microsoft.com/office/drawing/2014/main" id="{86A9DFD3-8F78-417F-8C58-360B4D9AB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Rectangle 46">
                <a:extLst>
                  <a:ext uri="{FF2B5EF4-FFF2-40B4-BE49-F238E27FC236}">
                    <a16:creationId xmlns:a16="http://schemas.microsoft.com/office/drawing/2014/main" id="{C72E1AB9-C010-4E94-9A94-F7E215561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" name="Rectangle 47">
                <a:extLst>
                  <a:ext uri="{FF2B5EF4-FFF2-40B4-BE49-F238E27FC236}">
                    <a16:creationId xmlns:a16="http://schemas.microsoft.com/office/drawing/2014/main" id="{A9034B4A-5240-438F-9DC1-7B422C64C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Rectangle 48">
                <a:extLst>
                  <a:ext uri="{FF2B5EF4-FFF2-40B4-BE49-F238E27FC236}">
                    <a16:creationId xmlns:a16="http://schemas.microsoft.com/office/drawing/2014/main" id="{311D15D1-C92B-4754-B2DC-6B9E3518EC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" name="Rectangle 49">
                <a:extLst>
                  <a:ext uri="{FF2B5EF4-FFF2-40B4-BE49-F238E27FC236}">
                    <a16:creationId xmlns:a16="http://schemas.microsoft.com/office/drawing/2014/main" id="{77876165-6AAB-4F7F-A0D5-079C27C0E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Rectangle 50">
                <a:extLst>
                  <a:ext uri="{FF2B5EF4-FFF2-40B4-BE49-F238E27FC236}">
                    <a16:creationId xmlns:a16="http://schemas.microsoft.com/office/drawing/2014/main" id="{057A68E9-8B25-4E68-9240-85C9036D2E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5" name="Rectangle 51">
                <a:extLst>
                  <a:ext uri="{FF2B5EF4-FFF2-40B4-BE49-F238E27FC236}">
                    <a16:creationId xmlns:a16="http://schemas.microsoft.com/office/drawing/2014/main" id="{6DB317B6-76C9-463D-8A41-9A14AA3EB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Rectangle 52">
                <a:extLst>
                  <a:ext uri="{FF2B5EF4-FFF2-40B4-BE49-F238E27FC236}">
                    <a16:creationId xmlns:a16="http://schemas.microsoft.com/office/drawing/2014/main" id="{4EB3EDA4-075E-4F3F-A0F5-AB82E2E59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7" name="Rectangle 53">
                <a:extLst>
                  <a:ext uri="{FF2B5EF4-FFF2-40B4-BE49-F238E27FC236}">
                    <a16:creationId xmlns:a16="http://schemas.microsoft.com/office/drawing/2014/main" id="{E9634E00-569C-47EC-B42C-787E0F7AC5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Rectangle 54">
                <a:extLst>
                  <a:ext uri="{FF2B5EF4-FFF2-40B4-BE49-F238E27FC236}">
                    <a16:creationId xmlns:a16="http://schemas.microsoft.com/office/drawing/2014/main" id="{2B45D458-ADCE-4571-972E-6F50805F5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9" name="Rectangle 55">
                <a:extLst>
                  <a:ext uri="{FF2B5EF4-FFF2-40B4-BE49-F238E27FC236}">
                    <a16:creationId xmlns:a16="http://schemas.microsoft.com/office/drawing/2014/main" id="{94056F15-64D2-4042-910D-0E6567B9D5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0" name="Rectangle 56">
                <a:extLst>
                  <a:ext uri="{FF2B5EF4-FFF2-40B4-BE49-F238E27FC236}">
                    <a16:creationId xmlns:a16="http://schemas.microsoft.com/office/drawing/2014/main" id="{47DB5786-A30C-4C98-9416-9519E03E31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1" name="Rectangle 57">
                <a:extLst>
                  <a:ext uri="{FF2B5EF4-FFF2-40B4-BE49-F238E27FC236}">
                    <a16:creationId xmlns:a16="http://schemas.microsoft.com/office/drawing/2014/main" id="{27FE8EDB-4247-4E80-B487-5F748B31D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2" name="Rectangle 58">
                <a:extLst>
                  <a:ext uri="{FF2B5EF4-FFF2-40B4-BE49-F238E27FC236}">
                    <a16:creationId xmlns:a16="http://schemas.microsoft.com/office/drawing/2014/main" id="{C63A1577-3FEB-45BC-A88D-816635C30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3" name="Rectangle 59">
                <a:extLst>
                  <a:ext uri="{FF2B5EF4-FFF2-40B4-BE49-F238E27FC236}">
                    <a16:creationId xmlns:a16="http://schemas.microsoft.com/office/drawing/2014/main" id="{EDDECA8E-2B6B-40D9-B114-B21221427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4" name="Rectangle 60">
                <a:extLst>
                  <a:ext uri="{FF2B5EF4-FFF2-40B4-BE49-F238E27FC236}">
                    <a16:creationId xmlns:a16="http://schemas.microsoft.com/office/drawing/2014/main" id="{F718624A-DBE8-41E1-BB03-685847975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5" name="Rectangle 61">
                <a:extLst>
                  <a:ext uri="{FF2B5EF4-FFF2-40B4-BE49-F238E27FC236}">
                    <a16:creationId xmlns:a16="http://schemas.microsoft.com/office/drawing/2014/main" id="{E9E565BC-4841-4330-8F32-3D2CBA7E7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6" name="Rectangle 62">
                <a:extLst>
                  <a:ext uri="{FF2B5EF4-FFF2-40B4-BE49-F238E27FC236}">
                    <a16:creationId xmlns:a16="http://schemas.microsoft.com/office/drawing/2014/main" id="{2843C041-94B4-414E-B992-AC68A1BD6E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7" name="Rectangle 63">
                <a:extLst>
                  <a:ext uri="{FF2B5EF4-FFF2-40B4-BE49-F238E27FC236}">
                    <a16:creationId xmlns:a16="http://schemas.microsoft.com/office/drawing/2014/main" id="{98898D37-F9DC-4AD9-8032-5F857B0CA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" name="Rectangle 64">
              <a:extLst>
                <a:ext uri="{FF2B5EF4-FFF2-40B4-BE49-F238E27FC236}">
                  <a16:creationId xmlns:a16="http://schemas.microsoft.com/office/drawing/2014/main" id="{667EF48D-4370-41B1-B5E1-C1531B197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" y="0"/>
              <a:ext cx="5331" cy="432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" name="Rectangle 65">
              <a:extLst>
                <a:ext uri="{FF2B5EF4-FFF2-40B4-BE49-F238E27FC236}">
                  <a16:creationId xmlns:a16="http://schemas.microsoft.com/office/drawing/2014/main" id="{79E01F44-D08B-4034-98D0-7C7252792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321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8" name="Rectangle 66">
            <a:extLst>
              <a:ext uri="{FF2B5EF4-FFF2-40B4-BE49-F238E27FC236}">
                <a16:creationId xmlns:a16="http://schemas.microsoft.com/office/drawing/2014/main" id="{8BDFEA76-3490-4DF4-A5EE-F3BB9EEA0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1" y="2590800"/>
            <a:ext cx="6523567" cy="76200"/>
          </a:xfrm>
          <a:prstGeom prst="rect">
            <a:avLst/>
          </a:prstGeom>
          <a:solidFill>
            <a:schemeClr val="hlink">
              <a:alpha val="50195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AU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211" name="Rectangle 67"/>
          <p:cNvSpPr>
            <a:spLocks noGrp="1" noChangeArrowheads="1"/>
          </p:cNvSpPr>
          <p:nvPr>
            <p:ph type="ctrTitle" sz="quarter"/>
          </p:nvPr>
        </p:nvSpPr>
        <p:spPr>
          <a:xfrm>
            <a:off x="1039285" y="1447800"/>
            <a:ext cx="10238316" cy="1081088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212" name="Rectangle 6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361517" y="2860676"/>
            <a:ext cx="5916083" cy="3114675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9" name="Rectangle 69">
            <a:extLst>
              <a:ext uri="{FF2B5EF4-FFF2-40B4-BE49-F238E27FC236}">
                <a16:creationId xmlns:a16="http://schemas.microsoft.com/office/drawing/2014/main" id="{816DC844-3AE1-4F90-ADC9-0231E922A07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0" name="Rectangle 70">
            <a:extLst>
              <a:ext uri="{FF2B5EF4-FFF2-40B4-BE49-F238E27FC236}">
                <a16:creationId xmlns:a16="http://schemas.microsoft.com/office/drawing/2014/main" id="{49207B4E-6E13-4C10-97C2-0BC5D48D20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1" name="Rectangle 71">
            <a:extLst>
              <a:ext uri="{FF2B5EF4-FFF2-40B4-BE49-F238E27FC236}">
                <a16:creationId xmlns:a16="http://schemas.microsoft.com/office/drawing/2014/main" id="{DA082E2A-5107-4D0A-A633-77A24E9383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z="14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39F8C-B4F1-41B1-AC5E-400E8510070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4193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B49FB-4609-4BA1-9372-60572A244C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93F4BB-6FA7-4CC2-B849-8F2026D5C5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B1BE45-7CCB-402D-B201-E6A5492891DA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9532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4FD66-740B-4DF6-A804-BDE3A1D088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2273F-B18E-481D-82F9-ABC729CE85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7F10AE-502A-4871-AD7B-61AB07A610E2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734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38400" y="1905000"/>
            <a:ext cx="45212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62800" y="1905000"/>
            <a:ext cx="45212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EBDEF-C208-435E-A331-7018DC747E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D051B-104C-4FB1-913F-00DFA24DD1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4B359D-9B2F-4BB9-93A2-D0D7E843639A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331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0E552A3-5700-442C-B21A-AB92FB82B6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D1A221-943F-497E-B21C-1DE6A1672C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B550A-26D3-491C-895D-C6015012EACD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862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CE3C12-6161-4F54-B64E-9F15CC06EE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6C657-C3D5-4F27-8C16-C568FF2BA2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27A6A-EAED-40DA-9CEB-9ADCDAD1695C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8882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932275-3F34-4C86-A8B3-814888A20A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795D0D-3623-4C15-860D-E0FA60F950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815697-F861-482A-8ADA-3ADCFDC0D8A9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142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20E30-30F6-43E6-A196-D88618D15F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92BC2-A760-452E-996E-C29D21AB07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4B2024-428A-4189-BD0D-B2F2DC260B3F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304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C074F-D46A-4C0C-BAC8-0CEA867A3A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A9B77-8ADA-4468-91D7-5681819C7E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04B9B8-9691-4C2D-AE55-C924F288120C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1727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990658-73BC-4FAF-818D-B65A39C48A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BBABE-A757-41EC-8C1F-16B577C1F3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B58E44-4746-43D8-8796-21B8B15C0CB3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6847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9400" y="990600"/>
            <a:ext cx="2514600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990600"/>
            <a:ext cx="7340600" cy="5105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E3A50-0EB3-4FEE-89EE-BC7F362CC2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6B7AD-F562-4346-8068-E5AF0E9384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D80C49-87CC-43BE-BC5E-49265E6F23C4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55065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4233" y="1"/>
            <a:ext cx="12196233" cy="6867525"/>
            <a:chOff x="-2" y="0"/>
            <a:chExt cx="5762" cy="4326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>
              <a:off x="-2" y="0"/>
              <a:ext cx="5712" cy="4326"/>
              <a:chOff x="-2" y="0"/>
              <a:chExt cx="5712" cy="4326"/>
            </a:xfrm>
          </p:grpSpPr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-2" y="0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1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2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3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5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6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7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8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9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10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11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12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13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14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15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16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17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18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19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20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21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22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23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23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24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25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" name="Rectangle 32"/>
              <p:cNvSpPr>
                <a:spLocks noChangeArrowheads="1"/>
              </p:cNvSpPr>
              <p:nvPr/>
            </p:nvSpPr>
            <p:spPr bwMode="auto">
              <a:xfrm>
                <a:off x="26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" name="Rectangle 33"/>
              <p:cNvSpPr>
                <a:spLocks noChangeArrowheads="1"/>
              </p:cNvSpPr>
              <p:nvPr/>
            </p:nvSpPr>
            <p:spPr bwMode="auto">
              <a:xfrm>
                <a:off x="27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" name="Rectangle 34"/>
              <p:cNvSpPr>
                <a:spLocks noChangeArrowheads="1"/>
              </p:cNvSpPr>
              <p:nvPr/>
            </p:nvSpPr>
            <p:spPr bwMode="auto">
              <a:xfrm>
                <a:off x="28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Rectangle 35"/>
              <p:cNvSpPr>
                <a:spLocks noChangeArrowheads="1"/>
              </p:cNvSpPr>
              <p:nvPr/>
            </p:nvSpPr>
            <p:spPr bwMode="auto">
              <a:xfrm>
                <a:off x="29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" name="Rectangle 36"/>
              <p:cNvSpPr>
                <a:spLocks noChangeArrowheads="1"/>
              </p:cNvSpPr>
              <p:nvPr/>
            </p:nvSpPr>
            <p:spPr bwMode="auto">
              <a:xfrm>
                <a:off x="30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" name="Rectangle 37"/>
              <p:cNvSpPr>
                <a:spLocks noChangeArrowheads="1"/>
              </p:cNvSpPr>
              <p:nvPr/>
            </p:nvSpPr>
            <p:spPr bwMode="auto">
              <a:xfrm>
                <a:off x="31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" name="Rectangle 38"/>
              <p:cNvSpPr>
                <a:spLocks noChangeArrowheads="1"/>
              </p:cNvSpPr>
              <p:nvPr/>
            </p:nvSpPr>
            <p:spPr bwMode="auto">
              <a:xfrm>
                <a:off x="32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" name="Rectangle 39"/>
              <p:cNvSpPr>
                <a:spLocks noChangeArrowheads="1"/>
              </p:cNvSpPr>
              <p:nvPr/>
            </p:nvSpPr>
            <p:spPr bwMode="auto">
              <a:xfrm>
                <a:off x="33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" name="Rectangle 40"/>
              <p:cNvSpPr>
                <a:spLocks noChangeArrowheads="1"/>
              </p:cNvSpPr>
              <p:nvPr/>
            </p:nvSpPr>
            <p:spPr bwMode="auto">
              <a:xfrm>
                <a:off x="34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" name="Rectangle 41"/>
              <p:cNvSpPr>
                <a:spLocks noChangeArrowheads="1"/>
              </p:cNvSpPr>
              <p:nvPr/>
            </p:nvSpPr>
            <p:spPr bwMode="auto">
              <a:xfrm>
                <a:off x="35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" name="Rectangle 42"/>
              <p:cNvSpPr>
                <a:spLocks noChangeArrowheads="1"/>
              </p:cNvSpPr>
              <p:nvPr/>
            </p:nvSpPr>
            <p:spPr bwMode="auto">
              <a:xfrm>
                <a:off x="36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" name="Rectangle 43"/>
              <p:cNvSpPr>
                <a:spLocks noChangeArrowheads="1"/>
              </p:cNvSpPr>
              <p:nvPr/>
            </p:nvSpPr>
            <p:spPr bwMode="auto">
              <a:xfrm>
                <a:off x="37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Rectangle 44"/>
              <p:cNvSpPr>
                <a:spLocks noChangeArrowheads="1"/>
              </p:cNvSpPr>
              <p:nvPr/>
            </p:nvSpPr>
            <p:spPr bwMode="auto">
              <a:xfrm>
                <a:off x="38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9" name="Rectangle 45"/>
              <p:cNvSpPr>
                <a:spLocks noChangeArrowheads="1"/>
              </p:cNvSpPr>
              <p:nvPr/>
            </p:nvSpPr>
            <p:spPr bwMode="auto">
              <a:xfrm>
                <a:off x="39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Rectangle 46"/>
              <p:cNvSpPr>
                <a:spLocks noChangeArrowheads="1"/>
              </p:cNvSpPr>
              <p:nvPr/>
            </p:nvSpPr>
            <p:spPr bwMode="auto">
              <a:xfrm>
                <a:off x="40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" name="Rectangle 47"/>
              <p:cNvSpPr>
                <a:spLocks noChangeArrowheads="1"/>
              </p:cNvSpPr>
              <p:nvPr/>
            </p:nvSpPr>
            <p:spPr bwMode="auto">
              <a:xfrm>
                <a:off x="41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Rectangle 48"/>
              <p:cNvSpPr>
                <a:spLocks noChangeArrowheads="1"/>
              </p:cNvSpPr>
              <p:nvPr/>
            </p:nvSpPr>
            <p:spPr bwMode="auto">
              <a:xfrm>
                <a:off x="42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" name="Rectangle 49"/>
              <p:cNvSpPr>
                <a:spLocks noChangeArrowheads="1"/>
              </p:cNvSpPr>
              <p:nvPr/>
            </p:nvSpPr>
            <p:spPr bwMode="auto">
              <a:xfrm>
                <a:off x="43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Rectangle 50"/>
              <p:cNvSpPr>
                <a:spLocks noChangeArrowheads="1"/>
              </p:cNvSpPr>
              <p:nvPr/>
            </p:nvSpPr>
            <p:spPr bwMode="auto">
              <a:xfrm>
                <a:off x="44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5" name="Rectangle 51"/>
              <p:cNvSpPr>
                <a:spLocks noChangeArrowheads="1"/>
              </p:cNvSpPr>
              <p:nvPr/>
            </p:nvSpPr>
            <p:spPr bwMode="auto">
              <a:xfrm>
                <a:off x="45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Rectangle 52"/>
              <p:cNvSpPr>
                <a:spLocks noChangeArrowheads="1"/>
              </p:cNvSpPr>
              <p:nvPr/>
            </p:nvSpPr>
            <p:spPr bwMode="auto">
              <a:xfrm>
                <a:off x="46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7" name="Rectangle 53"/>
              <p:cNvSpPr>
                <a:spLocks noChangeArrowheads="1"/>
              </p:cNvSpPr>
              <p:nvPr/>
            </p:nvSpPr>
            <p:spPr bwMode="auto">
              <a:xfrm>
                <a:off x="47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Rectangle 54"/>
              <p:cNvSpPr>
                <a:spLocks noChangeArrowheads="1"/>
              </p:cNvSpPr>
              <p:nvPr/>
            </p:nvSpPr>
            <p:spPr bwMode="auto">
              <a:xfrm>
                <a:off x="47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9" name="Rectangle 55"/>
              <p:cNvSpPr>
                <a:spLocks noChangeArrowheads="1"/>
              </p:cNvSpPr>
              <p:nvPr/>
            </p:nvSpPr>
            <p:spPr bwMode="auto">
              <a:xfrm>
                <a:off x="48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0" name="Rectangle 56"/>
              <p:cNvSpPr>
                <a:spLocks noChangeArrowheads="1"/>
              </p:cNvSpPr>
              <p:nvPr/>
            </p:nvSpPr>
            <p:spPr bwMode="auto">
              <a:xfrm>
                <a:off x="49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1" name="Rectangle 57"/>
              <p:cNvSpPr>
                <a:spLocks noChangeArrowheads="1"/>
              </p:cNvSpPr>
              <p:nvPr/>
            </p:nvSpPr>
            <p:spPr bwMode="auto">
              <a:xfrm>
                <a:off x="50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2" name="Rectangle 58"/>
              <p:cNvSpPr>
                <a:spLocks noChangeArrowheads="1"/>
              </p:cNvSpPr>
              <p:nvPr/>
            </p:nvSpPr>
            <p:spPr bwMode="auto">
              <a:xfrm>
                <a:off x="51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3" name="Rectangle 59"/>
              <p:cNvSpPr>
                <a:spLocks noChangeArrowheads="1"/>
              </p:cNvSpPr>
              <p:nvPr/>
            </p:nvSpPr>
            <p:spPr bwMode="auto">
              <a:xfrm>
                <a:off x="52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4" name="Rectangle 60"/>
              <p:cNvSpPr>
                <a:spLocks noChangeArrowheads="1"/>
              </p:cNvSpPr>
              <p:nvPr/>
            </p:nvSpPr>
            <p:spPr bwMode="auto">
              <a:xfrm>
                <a:off x="53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5" name="Rectangle 61"/>
              <p:cNvSpPr>
                <a:spLocks noChangeArrowheads="1"/>
              </p:cNvSpPr>
              <p:nvPr/>
            </p:nvSpPr>
            <p:spPr bwMode="auto">
              <a:xfrm>
                <a:off x="54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6" name="Rectangle 62"/>
              <p:cNvSpPr>
                <a:spLocks noChangeArrowheads="1"/>
              </p:cNvSpPr>
              <p:nvPr/>
            </p:nvSpPr>
            <p:spPr bwMode="auto">
              <a:xfrm>
                <a:off x="55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7" name="Rectangle 63"/>
              <p:cNvSpPr>
                <a:spLocks noChangeArrowheads="1"/>
              </p:cNvSpPr>
              <p:nvPr/>
            </p:nvSpPr>
            <p:spPr bwMode="auto">
              <a:xfrm>
                <a:off x="56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" name="Rectangle 64"/>
            <p:cNvSpPr>
              <a:spLocks noChangeArrowheads="1"/>
            </p:cNvSpPr>
            <p:nvPr/>
          </p:nvSpPr>
          <p:spPr bwMode="auto">
            <a:xfrm>
              <a:off x="429" y="0"/>
              <a:ext cx="5331" cy="432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" name="Rectangle 65"/>
            <p:cNvSpPr>
              <a:spLocks noChangeArrowheads="1"/>
            </p:cNvSpPr>
            <p:nvPr/>
          </p:nvSpPr>
          <p:spPr bwMode="auto">
            <a:xfrm>
              <a:off x="0" y="0"/>
              <a:ext cx="5760" cy="321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8" name="Rectangle 66"/>
          <p:cNvSpPr>
            <a:spLocks noChangeArrowheads="1"/>
          </p:cNvSpPr>
          <p:nvPr/>
        </p:nvSpPr>
        <p:spPr bwMode="auto">
          <a:xfrm>
            <a:off x="4673601" y="2590800"/>
            <a:ext cx="6523567" cy="76200"/>
          </a:xfrm>
          <a:prstGeom prst="rect">
            <a:avLst/>
          </a:prstGeom>
          <a:solidFill>
            <a:schemeClr val="hlink">
              <a:alpha val="50195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AU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211" name="Rectangle 67"/>
          <p:cNvSpPr>
            <a:spLocks noGrp="1" noChangeArrowheads="1"/>
          </p:cNvSpPr>
          <p:nvPr>
            <p:ph type="ctrTitle" sz="quarter"/>
          </p:nvPr>
        </p:nvSpPr>
        <p:spPr>
          <a:xfrm>
            <a:off x="1039285" y="1447800"/>
            <a:ext cx="10238316" cy="1081088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212" name="Rectangle 6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361517" y="2860676"/>
            <a:ext cx="5916083" cy="3114675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E813209-C335-4217-95E8-B77D9C212742}" type="slidenum">
              <a:rPr lang="en-US" alt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24816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116FE2E-A50B-45D5-8ECE-438FB9134787}" type="slidenum">
              <a:rPr lang="en-US" alt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22186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057228A-F64E-44C5-8679-8686E6E88192}" type="slidenum">
              <a:rPr lang="en-US" alt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51248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38400" y="1905000"/>
            <a:ext cx="45212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62800" y="1905000"/>
            <a:ext cx="45212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39E688D-E9FA-4D27-8F53-07FEE7F6B938}" type="slidenum">
              <a:rPr lang="en-US" alt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19104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95AC4D-DD47-405F-A942-9ADA1FBAC236}" type="slidenum">
              <a:rPr lang="en-US" alt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32020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7B38D28-0E1C-48A5-A6EF-0D9603F8645B}" type="slidenum">
              <a:rPr lang="en-US" alt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6504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3172042-97A3-4F48-A717-FC3245FFEA0B}" type="slidenum">
              <a:rPr lang="en-US" alt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91602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8AB9AA2-0525-4012-9780-6B07E1544BC9}" type="slidenum">
              <a:rPr lang="en-US" alt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71029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1473B2A-FF98-4CD1-BB44-5AF7545094C9}" type="slidenum">
              <a:rPr lang="en-US" alt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09154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9829E53-2B93-421F-9000-DF9A7CA84822}" type="slidenum">
              <a:rPr lang="en-US" alt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85154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9400" y="990600"/>
            <a:ext cx="2514600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990600"/>
            <a:ext cx="7340600" cy="5105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BA8D93F-4636-45E2-90DB-F71D370C6777}" type="slidenum">
              <a:rPr lang="en-US" alt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0011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D6FF">
            <a:alpha val="9294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91C15A2D-215D-4A40-A9DB-1663BD9C9983}"/>
              </a:ext>
            </a:extLst>
          </p:cNvPr>
          <p:cNvGrpSpPr>
            <a:grpSpLocks/>
          </p:cNvGrpSpPr>
          <p:nvPr/>
        </p:nvGrpSpPr>
        <p:grpSpPr bwMode="auto">
          <a:xfrm>
            <a:off x="1625600" y="-9525"/>
            <a:ext cx="10566400" cy="6867525"/>
            <a:chOff x="0" y="0"/>
            <a:chExt cx="5762" cy="4326"/>
          </a:xfrm>
        </p:grpSpPr>
        <p:sp>
          <p:nvSpPr>
            <p:cNvPr id="1031" name="Rectangle 3">
              <a:extLst>
                <a:ext uri="{FF2B5EF4-FFF2-40B4-BE49-F238E27FC236}">
                  <a16:creationId xmlns:a16="http://schemas.microsoft.com/office/drawing/2014/main" id="{8BAFF24E-0BFD-470D-8A16-E6908C20754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32" name="Rectangle 4">
              <a:extLst>
                <a:ext uri="{FF2B5EF4-FFF2-40B4-BE49-F238E27FC236}">
                  <a16:creationId xmlns:a16="http://schemas.microsoft.com/office/drawing/2014/main" id="{D540BF4A-2604-4CA9-85F8-95AA8D6AA69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9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33" name="Rectangle 5">
              <a:extLst>
                <a:ext uri="{FF2B5EF4-FFF2-40B4-BE49-F238E27FC236}">
                  <a16:creationId xmlns:a16="http://schemas.microsoft.com/office/drawing/2014/main" id="{8981A905-11F7-4095-AD99-7EDDE7A6E63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9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34" name="Rectangle 6">
              <a:extLst>
                <a:ext uri="{FF2B5EF4-FFF2-40B4-BE49-F238E27FC236}">
                  <a16:creationId xmlns:a16="http://schemas.microsoft.com/office/drawing/2014/main" id="{7312FBC9-4667-4744-8C01-2FF419A5F66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89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35" name="Rectangle 7">
              <a:extLst>
                <a:ext uri="{FF2B5EF4-FFF2-40B4-BE49-F238E27FC236}">
                  <a16:creationId xmlns:a16="http://schemas.microsoft.com/office/drawing/2014/main" id="{EF922373-4D8F-4106-8142-AE13929AAFC6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84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36" name="Rectangle 8">
              <a:extLst>
                <a:ext uri="{FF2B5EF4-FFF2-40B4-BE49-F238E27FC236}">
                  <a16:creationId xmlns:a16="http://schemas.microsoft.com/office/drawing/2014/main" id="{9A270D19-EE43-4936-AB7D-51CC5A1DE75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80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37" name="Rectangle 9">
              <a:extLst>
                <a:ext uri="{FF2B5EF4-FFF2-40B4-BE49-F238E27FC236}">
                  <a16:creationId xmlns:a16="http://schemas.microsoft.com/office/drawing/2014/main" id="{DA8A532F-AAFC-442A-813C-94026DDB898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7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38" name="Rectangle 10">
              <a:extLst>
                <a:ext uri="{FF2B5EF4-FFF2-40B4-BE49-F238E27FC236}">
                  <a16:creationId xmlns:a16="http://schemas.microsoft.com/office/drawing/2014/main" id="{E3F8A32A-F201-4549-AF02-647746286F7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67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39" name="Rectangle 11">
              <a:extLst>
                <a:ext uri="{FF2B5EF4-FFF2-40B4-BE49-F238E27FC236}">
                  <a16:creationId xmlns:a16="http://schemas.microsoft.com/office/drawing/2014/main" id="{FE7F4995-E1B9-4113-AFFF-9928CB57FFC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76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0" name="Rectangle 12">
              <a:extLst>
                <a:ext uri="{FF2B5EF4-FFF2-40B4-BE49-F238E27FC236}">
                  <a16:creationId xmlns:a16="http://schemas.microsoft.com/office/drawing/2014/main" id="{EE9EA214-490C-4B7E-8AC5-63AD483EFDFA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865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1" name="Rectangle 13">
              <a:extLst>
                <a:ext uri="{FF2B5EF4-FFF2-40B4-BE49-F238E27FC236}">
                  <a16:creationId xmlns:a16="http://schemas.microsoft.com/office/drawing/2014/main" id="{77DAEFEE-5D9C-448E-A744-AC2589653A1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960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2" name="Rectangle 14">
              <a:extLst>
                <a:ext uri="{FF2B5EF4-FFF2-40B4-BE49-F238E27FC236}">
                  <a16:creationId xmlns:a16="http://schemas.microsoft.com/office/drawing/2014/main" id="{8A558661-5E95-4F07-9C8B-8AF00540ED0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56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3" name="Rectangle 15">
              <a:extLst>
                <a:ext uri="{FF2B5EF4-FFF2-40B4-BE49-F238E27FC236}">
                  <a16:creationId xmlns:a16="http://schemas.microsoft.com/office/drawing/2014/main" id="{891C7FDC-96C1-4448-AD27-90B34A37E9A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15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4" name="Rectangle 16">
              <a:extLst>
                <a:ext uri="{FF2B5EF4-FFF2-40B4-BE49-F238E27FC236}">
                  <a16:creationId xmlns:a16="http://schemas.microsoft.com/office/drawing/2014/main" id="{896AD559-EC0E-4A2A-956D-8610BBF47309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24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5" name="Rectangle 17">
              <a:extLst>
                <a:ext uri="{FF2B5EF4-FFF2-40B4-BE49-F238E27FC236}">
                  <a16:creationId xmlns:a16="http://schemas.microsoft.com/office/drawing/2014/main" id="{4C6501AC-331F-49A8-A4A9-32D5DB8771D2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34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6" name="Rectangle 18">
              <a:extLst>
                <a:ext uri="{FF2B5EF4-FFF2-40B4-BE49-F238E27FC236}">
                  <a16:creationId xmlns:a16="http://schemas.microsoft.com/office/drawing/2014/main" id="{CFB7E635-80A1-4316-A4DA-EF5C60237EF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441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7" name="Rectangle 19">
              <a:extLst>
                <a:ext uri="{FF2B5EF4-FFF2-40B4-BE49-F238E27FC236}">
                  <a16:creationId xmlns:a16="http://schemas.microsoft.com/office/drawing/2014/main" id="{72496AA8-A0D9-4453-8B2D-43FCBE097DAA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536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8" name="Rectangle 20">
              <a:extLst>
                <a:ext uri="{FF2B5EF4-FFF2-40B4-BE49-F238E27FC236}">
                  <a16:creationId xmlns:a16="http://schemas.microsoft.com/office/drawing/2014/main" id="{B9A82383-0288-40A6-A743-66FDF162552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632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9" name="Rectangle 21">
              <a:extLst>
                <a:ext uri="{FF2B5EF4-FFF2-40B4-BE49-F238E27FC236}">
                  <a16:creationId xmlns:a16="http://schemas.microsoft.com/office/drawing/2014/main" id="{59695232-8443-4822-A7D3-FDAD3EF82636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72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50" name="Rectangle 22">
              <a:extLst>
                <a:ext uri="{FF2B5EF4-FFF2-40B4-BE49-F238E27FC236}">
                  <a16:creationId xmlns:a16="http://schemas.microsoft.com/office/drawing/2014/main" id="{0565BE14-283A-41E2-B36D-137DC43E800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82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51" name="Rectangle 23">
              <a:extLst>
                <a:ext uri="{FF2B5EF4-FFF2-40B4-BE49-F238E27FC236}">
                  <a16:creationId xmlns:a16="http://schemas.microsoft.com/office/drawing/2014/main" id="{5D2DB393-A7D0-4BB7-BF80-486C196DA6E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92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52" name="Rectangle 24">
              <a:extLst>
                <a:ext uri="{FF2B5EF4-FFF2-40B4-BE49-F238E27FC236}">
                  <a16:creationId xmlns:a16="http://schemas.microsoft.com/office/drawing/2014/main" id="{C109F080-661E-4D53-BD89-290F636E662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016" y="6"/>
              <a:ext cx="45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53" name="Rectangle 25">
              <a:extLst>
                <a:ext uri="{FF2B5EF4-FFF2-40B4-BE49-F238E27FC236}">
                  <a16:creationId xmlns:a16="http://schemas.microsoft.com/office/drawing/2014/main" id="{E86CA4BD-6D5C-4916-966B-850FDFA08A1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112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54" name="Rectangle 26">
              <a:extLst>
                <a:ext uri="{FF2B5EF4-FFF2-40B4-BE49-F238E27FC236}">
                  <a16:creationId xmlns:a16="http://schemas.microsoft.com/office/drawing/2014/main" id="{1D7B600A-4BF2-4543-BCAD-7BD56CDE5D86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20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55" name="Rectangle 27">
              <a:extLst>
                <a:ext uri="{FF2B5EF4-FFF2-40B4-BE49-F238E27FC236}">
                  <a16:creationId xmlns:a16="http://schemas.microsoft.com/office/drawing/2014/main" id="{5052F7F0-8D84-4B97-8ACB-26A754E8330A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30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56" name="Rectangle 28">
              <a:extLst>
                <a:ext uri="{FF2B5EF4-FFF2-40B4-BE49-F238E27FC236}">
                  <a16:creationId xmlns:a16="http://schemas.microsoft.com/office/drawing/2014/main" id="{CF842114-64C2-4561-9977-89192A2695A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40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57" name="Rectangle 29">
              <a:extLst>
                <a:ext uri="{FF2B5EF4-FFF2-40B4-BE49-F238E27FC236}">
                  <a16:creationId xmlns:a16="http://schemas.microsoft.com/office/drawing/2014/main" id="{D074A2B2-FFF0-4ADF-A166-8F2CD594A0C3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495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58" name="Rectangle 30">
              <a:extLst>
                <a:ext uri="{FF2B5EF4-FFF2-40B4-BE49-F238E27FC236}">
                  <a16:creationId xmlns:a16="http://schemas.microsoft.com/office/drawing/2014/main" id="{C577BF69-A4A6-4DDA-ADD8-5AA87AFA790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592" y="6"/>
              <a:ext cx="45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59" name="Rectangle 31">
              <a:extLst>
                <a:ext uri="{FF2B5EF4-FFF2-40B4-BE49-F238E27FC236}">
                  <a16:creationId xmlns:a16="http://schemas.microsoft.com/office/drawing/2014/main" id="{4D01F7AB-A8DC-412F-8CF9-7D56E98932E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688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60" name="Rectangle 32">
              <a:extLst>
                <a:ext uri="{FF2B5EF4-FFF2-40B4-BE49-F238E27FC236}">
                  <a16:creationId xmlns:a16="http://schemas.microsoft.com/office/drawing/2014/main" id="{11BEDBCE-7708-4FFF-8C81-A8C3C8036B5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78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61" name="Rectangle 33">
              <a:extLst>
                <a:ext uri="{FF2B5EF4-FFF2-40B4-BE49-F238E27FC236}">
                  <a16:creationId xmlns:a16="http://schemas.microsoft.com/office/drawing/2014/main" id="{D55BBA15-0061-45A0-AFF6-93DB92CC38C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88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62" name="Rectangle 34">
              <a:extLst>
                <a:ext uri="{FF2B5EF4-FFF2-40B4-BE49-F238E27FC236}">
                  <a16:creationId xmlns:a16="http://schemas.microsoft.com/office/drawing/2014/main" id="{78A39D46-EC9F-4A5D-BC4B-59BE539B18F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97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63" name="Rectangle 35">
              <a:extLst>
                <a:ext uri="{FF2B5EF4-FFF2-40B4-BE49-F238E27FC236}">
                  <a16:creationId xmlns:a16="http://schemas.microsoft.com/office/drawing/2014/main" id="{59597C88-E3DD-48DA-A057-7B1A3039A912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071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64" name="Rectangle 36">
              <a:extLst>
                <a:ext uri="{FF2B5EF4-FFF2-40B4-BE49-F238E27FC236}">
                  <a16:creationId xmlns:a16="http://schemas.microsoft.com/office/drawing/2014/main" id="{42D12414-E648-425B-9522-2D4912968FC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168" y="6"/>
              <a:ext cx="45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65" name="Rectangle 37">
              <a:extLst>
                <a:ext uri="{FF2B5EF4-FFF2-40B4-BE49-F238E27FC236}">
                  <a16:creationId xmlns:a16="http://schemas.microsoft.com/office/drawing/2014/main" id="{45BF2C2B-C6F5-4EB9-B8D1-CF76F74C26C9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264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66" name="Rectangle 38">
              <a:extLst>
                <a:ext uri="{FF2B5EF4-FFF2-40B4-BE49-F238E27FC236}">
                  <a16:creationId xmlns:a16="http://schemas.microsoft.com/office/drawing/2014/main" id="{DA943A33-5455-471D-9788-345135568CE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36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67" name="Rectangle 39">
              <a:extLst>
                <a:ext uri="{FF2B5EF4-FFF2-40B4-BE49-F238E27FC236}">
                  <a16:creationId xmlns:a16="http://schemas.microsoft.com/office/drawing/2014/main" id="{971CA270-852E-4B79-B45F-FE26A350859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45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68" name="Rectangle 40">
              <a:extLst>
                <a:ext uri="{FF2B5EF4-FFF2-40B4-BE49-F238E27FC236}">
                  <a16:creationId xmlns:a16="http://schemas.microsoft.com/office/drawing/2014/main" id="{AC43CD90-5CF0-4EEC-A9DB-5AC2993F269A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55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69" name="Rectangle 41">
              <a:extLst>
                <a:ext uri="{FF2B5EF4-FFF2-40B4-BE49-F238E27FC236}">
                  <a16:creationId xmlns:a16="http://schemas.microsoft.com/office/drawing/2014/main" id="{59AB7476-BFE5-4332-A4BA-0F8CD218421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649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70" name="Rectangle 42">
              <a:extLst>
                <a:ext uri="{FF2B5EF4-FFF2-40B4-BE49-F238E27FC236}">
                  <a16:creationId xmlns:a16="http://schemas.microsoft.com/office/drawing/2014/main" id="{6CA82818-9829-4172-9BF4-9721C7A5839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744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71" name="Rectangle 43">
              <a:extLst>
                <a:ext uri="{FF2B5EF4-FFF2-40B4-BE49-F238E27FC236}">
                  <a16:creationId xmlns:a16="http://schemas.microsoft.com/office/drawing/2014/main" id="{B1F354D7-3B98-4A6D-A54D-7F915F7E4A23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840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72" name="Rectangle 44">
              <a:extLst>
                <a:ext uri="{FF2B5EF4-FFF2-40B4-BE49-F238E27FC236}">
                  <a16:creationId xmlns:a16="http://schemas.microsoft.com/office/drawing/2014/main" id="{495721BB-CDAE-4183-B32A-EAE4E094730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93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73" name="Rectangle 45">
              <a:extLst>
                <a:ext uri="{FF2B5EF4-FFF2-40B4-BE49-F238E27FC236}">
                  <a16:creationId xmlns:a16="http://schemas.microsoft.com/office/drawing/2014/main" id="{70F008CE-8508-4EC6-B4B5-4C9AB0C74B5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03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74" name="Rectangle 46">
              <a:extLst>
                <a:ext uri="{FF2B5EF4-FFF2-40B4-BE49-F238E27FC236}">
                  <a16:creationId xmlns:a16="http://schemas.microsoft.com/office/drawing/2014/main" id="{4766AEF4-B316-4C96-9FB8-612AF21A7BE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12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75" name="Rectangle 47">
              <a:extLst>
                <a:ext uri="{FF2B5EF4-FFF2-40B4-BE49-F238E27FC236}">
                  <a16:creationId xmlns:a16="http://schemas.microsoft.com/office/drawing/2014/main" id="{1E3E3526-CD06-46DB-9543-46EC7D5B9F7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225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76" name="Rectangle 48">
              <a:extLst>
                <a:ext uri="{FF2B5EF4-FFF2-40B4-BE49-F238E27FC236}">
                  <a16:creationId xmlns:a16="http://schemas.microsoft.com/office/drawing/2014/main" id="{8895C65E-3FA5-426F-BB15-BD95E68481E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320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77" name="Rectangle 49">
              <a:extLst>
                <a:ext uri="{FF2B5EF4-FFF2-40B4-BE49-F238E27FC236}">
                  <a16:creationId xmlns:a16="http://schemas.microsoft.com/office/drawing/2014/main" id="{18BD20AD-DDBC-4BBB-B3FE-E461099C7CE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416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78" name="Rectangle 50">
              <a:extLst>
                <a:ext uri="{FF2B5EF4-FFF2-40B4-BE49-F238E27FC236}">
                  <a16:creationId xmlns:a16="http://schemas.microsoft.com/office/drawing/2014/main" id="{1308BFA1-08D2-453C-AABE-D6CA0D347D73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51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79" name="Rectangle 51">
              <a:extLst>
                <a:ext uri="{FF2B5EF4-FFF2-40B4-BE49-F238E27FC236}">
                  <a16:creationId xmlns:a16="http://schemas.microsoft.com/office/drawing/2014/main" id="{F6B176D9-8B67-48A7-88F0-F73B361B1DE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60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80" name="Rectangle 52">
              <a:extLst>
                <a:ext uri="{FF2B5EF4-FFF2-40B4-BE49-F238E27FC236}">
                  <a16:creationId xmlns:a16="http://schemas.microsoft.com/office/drawing/2014/main" id="{674D013A-E680-44CF-A12E-FE121A45250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70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81" name="Rectangle 53">
              <a:extLst>
                <a:ext uri="{FF2B5EF4-FFF2-40B4-BE49-F238E27FC236}">
                  <a16:creationId xmlns:a16="http://schemas.microsoft.com/office/drawing/2014/main" id="{0A458245-8676-48D2-A740-7A70E923785A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801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82" name="Rectangle 54">
              <a:extLst>
                <a:ext uri="{FF2B5EF4-FFF2-40B4-BE49-F238E27FC236}">
                  <a16:creationId xmlns:a16="http://schemas.microsoft.com/office/drawing/2014/main" id="{EE583457-CA2E-4C11-9654-DE23C8BF659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896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83" name="Rectangle 55">
              <a:extLst>
                <a:ext uri="{FF2B5EF4-FFF2-40B4-BE49-F238E27FC236}">
                  <a16:creationId xmlns:a16="http://schemas.microsoft.com/office/drawing/2014/main" id="{7BDB0CCB-DCD3-4230-9774-CA22159E41D3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992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84" name="Rectangle 56">
              <a:extLst>
                <a:ext uri="{FF2B5EF4-FFF2-40B4-BE49-F238E27FC236}">
                  <a16:creationId xmlns:a16="http://schemas.microsoft.com/office/drawing/2014/main" id="{85FB1A89-0CA9-47D5-B233-275F2285F16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08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85" name="Rectangle 57">
              <a:extLst>
                <a:ext uri="{FF2B5EF4-FFF2-40B4-BE49-F238E27FC236}">
                  <a16:creationId xmlns:a16="http://schemas.microsoft.com/office/drawing/2014/main" id="{4BF032A6-6074-43E2-B87B-7BE4D4A52309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18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86" name="Rectangle 58">
              <a:extLst>
                <a:ext uri="{FF2B5EF4-FFF2-40B4-BE49-F238E27FC236}">
                  <a16:creationId xmlns:a16="http://schemas.microsoft.com/office/drawing/2014/main" id="{8A3E6678-4B77-4621-9497-34711EE332E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28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87" name="Rectangle 59">
              <a:extLst>
                <a:ext uri="{FF2B5EF4-FFF2-40B4-BE49-F238E27FC236}">
                  <a16:creationId xmlns:a16="http://schemas.microsoft.com/office/drawing/2014/main" id="{5A830116-30BD-4F6D-83E8-CAD3E6871AC6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376" y="6"/>
              <a:ext cx="45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88" name="Rectangle 60">
              <a:extLst>
                <a:ext uri="{FF2B5EF4-FFF2-40B4-BE49-F238E27FC236}">
                  <a16:creationId xmlns:a16="http://schemas.microsoft.com/office/drawing/2014/main" id="{2D2871E4-A705-4734-8CB7-6F08B0024E19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472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89" name="Rectangle 61">
              <a:extLst>
                <a:ext uri="{FF2B5EF4-FFF2-40B4-BE49-F238E27FC236}">
                  <a16:creationId xmlns:a16="http://schemas.microsoft.com/office/drawing/2014/main" id="{63C21578-CE1F-4493-A84D-CBF229FF2C2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56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90" name="Rectangle 62">
              <a:extLst>
                <a:ext uri="{FF2B5EF4-FFF2-40B4-BE49-F238E27FC236}">
                  <a16:creationId xmlns:a16="http://schemas.microsoft.com/office/drawing/2014/main" id="{16AFB1CC-1E5D-4CD5-A9A8-5423317C699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66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91" name="Rectangle 63">
              <a:extLst>
                <a:ext uri="{FF2B5EF4-FFF2-40B4-BE49-F238E27FC236}">
                  <a16:creationId xmlns:a16="http://schemas.microsoft.com/office/drawing/2014/main" id="{ED321E16-B2B9-4DCE-BF62-B33CBE0E767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31" y="0"/>
              <a:ext cx="5331" cy="432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92" name="Rectangle 64">
              <a:extLst>
                <a:ext uri="{FF2B5EF4-FFF2-40B4-BE49-F238E27FC236}">
                  <a16:creationId xmlns:a16="http://schemas.microsoft.com/office/drawing/2014/main" id="{74E1DA75-6F8B-4A96-9E95-C025757532AD}"/>
                </a:ext>
              </a:extLst>
            </p:cNvPr>
            <p:cNvSpPr>
              <a:spLocks noChangeArrowheads="1"/>
            </p:cNvSpPr>
            <p:nvPr/>
          </p:nvSpPr>
          <p:spPr bwMode="blackGray">
            <a:xfrm>
              <a:off x="0" y="1081"/>
              <a:ext cx="4378" cy="47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</p:grpSp>
      <p:sp>
        <p:nvSpPr>
          <p:cNvPr id="1027" name="Rectangle 65">
            <a:extLst>
              <a:ext uri="{FF2B5EF4-FFF2-40B4-BE49-F238E27FC236}">
                <a16:creationId xmlns:a16="http://schemas.microsoft.com/office/drawing/2014/main" id="{BC121B6E-89FD-4F79-931F-8988D51F55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25600" y="990601"/>
            <a:ext cx="8940800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6">
            <a:extLst>
              <a:ext uri="{FF2B5EF4-FFF2-40B4-BE49-F238E27FC236}">
                <a16:creationId xmlns:a16="http://schemas.microsoft.com/office/drawing/2014/main" id="{47493D1A-9273-44F6-8AC5-60366A7B0F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38400" y="1905000"/>
            <a:ext cx="92456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188" name="Rectangle 68">
            <a:extLst>
              <a:ext uri="{FF2B5EF4-FFF2-40B4-BE49-F238E27FC236}">
                <a16:creationId xmlns:a16="http://schemas.microsoft.com/office/drawing/2014/main" id="{B9CF2F94-12B2-4A73-B405-F720EA3BFA5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25600" y="6248400"/>
            <a:ext cx="7315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+mn-lt"/>
              </a:defRPr>
            </a:lvl1pPr>
          </a:lstStyle>
          <a:p>
            <a:pPr>
              <a:defRPr/>
            </a:pPr>
            <a:r>
              <a:rPr lang="en-US" altLang="en-US"/>
              <a:t>These slides are designed to accompany </a:t>
            </a:r>
            <a:r>
              <a:rPr lang="en-US" altLang="en-US" i="1"/>
              <a:t>Software Engineering: A Practitioner’s Approach, 7/e </a:t>
            </a:r>
            <a:r>
              <a:rPr lang="en-US" altLang="en-US"/>
              <a:t>(McGraw-Hill, 2009) Slides copyright 2009 by Roger Pressman. </a:t>
            </a:r>
          </a:p>
        </p:txBody>
      </p:sp>
      <p:sp>
        <p:nvSpPr>
          <p:cNvPr id="5189" name="Rectangle 69">
            <a:extLst>
              <a:ext uri="{FF2B5EF4-FFF2-40B4-BE49-F238E27FC236}">
                <a16:creationId xmlns:a16="http://schemas.microsoft.com/office/drawing/2014/main" id="{F5284E71-0167-4784-AA76-220564364CF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58400" y="6248400"/>
            <a:ext cx="1727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+mn-lt"/>
              </a:defRPr>
            </a:lvl1pPr>
          </a:lstStyle>
          <a:p>
            <a:pPr>
              <a:defRPr/>
            </a:pPr>
            <a:fld id="{048BAF0A-3C8C-4547-B481-204B3D3762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546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D6FF">
            <a:alpha val="9294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91C15A2D-215D-4A40-A9DB-1663BD9C9983}"/>
              </a:ext>
            </a:extLst>
          </p:cNvPr>
          <p:cNvGrpSpPr>
            <a:grpSpLocks/>
          </p:cNvGrpSpPr>
          <p:nvPr/>
        </p:nvGrpSpPr>
        <p:grpSpPr bwMode="auto">
          <a:xfrm>
            <a:off x="1625600" y="-9525"/>
            <a:ext cx="10566400" cy="6867525"/>
            <a:chOff x="0" y="0"/>
            <a:chExt cx="5762" cy="4326"/>
          </a:xfrm>
        </p:grpSpPr>
        <p:sp>
          <p:nvSpPr>
            <p:cNvPr id="1031" name="Rectangle 3">
              <a:extLst>
                <a:ext uri="{FF2B5EF4-FFF2-40B4-BE49-F238E27FC236}">
                  <a16:creationId xmlns:a16="http://schemas.microsoft.com/office/drawing/2014/main" id="{8BAFF24E-0BFD-470D-8A16-E6908C20754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2" name="Rectangle 4">
              <a:extLst>
                <a:ext uri="{FF2B5EF4-FFF2-40B4-BE49-F238E27FC236}">
                  <a16:creationId xmlns:a16="http://schemas.microsoft.com/office/drawing/2014/main" id="{D540BF4A-2604-4CA9-85F8-95AA8D6AA69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9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3" name="Rectangle 5">
              <a:extLst>
                <a:ext uri="{FF2B5EF4-FFF2-40B4-BE49-F238E27FC236}">
                  <a16:creationId xmlns:a16="http://schemas.microsoft.com/office/drawing/2014/main" id="{8981A905-11F7-4095-AD99-7EDDE7A6E63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9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4" name="Rectangle 6">
              <a:extLst>
                <a:ext uri="{FF2B5EF4-FFF2-40B4-BE49-F238E27FC236}">
                  <a16:creationId xmlns:a16="http://schemas.microsoft.com/office/drawing/2014/main" id="{7312FBC9-4667-4744-8C01-2FF419A5F66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89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5" name="Rectangle 7">
              <a:extLst>
                <a:ext uri="{FF2B5EF4-FFF2-40B4-BE49-F238E27FC236}">
                  <a16:creationId xmlns:a16="http://schemas.microsoft.com/office/drawing/2014/main" id="{EF922373-4D8F-4106-8142-AE13929AAFC6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84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6" name="Rectangle 8">
              <a:extLst>
                <a:ext uri="{FF2B5EF4-FFF2-40B4-BE49-F238E27FC236}">
                  <a16:creationId xmlns:a16="http://schemas.microsoft.com/office/drawing/2014/main" id="{9A270D19-EE43-4936-AB7D-51CC5A1DE75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80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7" name="Rectangle 9">
              <a:extLst>
                <a:ext uri="{FF2B5EF4-FFF2-40B4-BE49-F238E27FC236}">
                  <a16:creationId xmlns:a16="http://schemas.microsoft.com/office/drawing/2014/main" id="{DA8A532F-AAFC-442A-813C-94026DDB898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7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8" name="Rectangle 10">
              <a:extLst>
                <a:ext uri="{FF2B5EF4-FFF2-40B4-BE49-F238E27FC236}">
                  <a16:creationId xmlns:a16="http://schemas.microsoft.com/office/drawing/2014/main" id="{E3F8A32A-F201-4549-AF02-647746286F7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67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9" name="Rectangle 11">
              <a:extLst>
                <a:ext uri="{FF2B5EF4-FFF2-40B4-BE49-F238E27FC236}">
                  <a16:creationId xmlns:a16="http://schemas.microsoft.com/office/drawing/2014/main" id="{FE7F4995-E1B9-4113-AFFF-9928CB57FFC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76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0" name="Rectangle 12">
              <a:extLst>
                <a:ext uri="{FF2B5EF4-FFF2-40B4-BE49-F238E27FC236}">
                  <a16:creationId xmlns:a16="http://schemas.microsoft.com/office/drawing/2014/main" id="{EE9EA214-490C-4B7E-8AC5-63AD483EFDFA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865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1" name="Rectangle 13">
              <a:extLst>
                <a:ext uri="{FF2B5EF4-FFF2-40B4-BE49-F238E27FC236}">
                  <a16:creationId xmlns:a16="http://schemas.microsoft.com/office/drawing/2014/main" id="{77DAEFEE-5D9C-448E-A744-AC2589653A1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960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2" name="Rectangle 14">
              <a:extLst>
                <a:ext uri="{FF2B5EF4-FFF2-40B4-BE49-F238E27FC236}">
                  <a16:creationId xmlns:a16="http://schemas.microsoft.com/office/drawing/2014/main" id="{8A558661-5E95-4F07-9C8B-8AF00540ED0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56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3" name="Rectangle 15">
              <a:extLst>
                <a:ext uri="{FF2B5EF4-FFF2-40B4-BE49-F238E27FC236}">
                  <a16:creationId xmlns:a16="http://schemas.microsoft.com/office/drawing/2014/main" id="{891C7FDC-96C1-4448-AD27-90B34A37E9A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15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4" name="Rectangle 16">
              <a:extLst>
                <a:ext uri="{FF2B5EF4-FFF2-40B4-BE49-F238E27FC236}">
                  <a16:creationId xmlns:a16="http://schemas.microsoft.com/office/drawing/2014/main" id="{896AD559-EC0E-4A2A-956D-8610BBF47309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24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5" name="Rectangle 17">
              <a:extLst>
                <a:ext uri="{FF2B5EF4-FFF2-40B4-BE49-F238E27FC236}">
                  <a16:creationId xmlns:a16="http://schemas.microsoft.com/office/drawing/2014/main" id="{4C6501AC-331F-49A8-A4A9-32D5DB8771D2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34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6" name="Rectangle 18">
              <a:extLst>
                <a:ext uri="{FF2B5EF4-FFF2-40B4-BE49-F238E27FC236}">
                  <a16:creationId xmlns:a16="http://schemas.microsoft.com/office/drawing/2014/main" id="{CFB7E635-80A1-4316-A4DA-EF5C60237EF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441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7" name="Rectangle 19">
              <a:extLst>
                <a:ext uri="{FF2B5EF4-FFF2-40B4-BE49-F238E27FC236}">
                  <a16:creationId xmlns:a16="http://schemas.microsoft.com/office/drawing/2014/main" id="{72496AA8-A0D9-4453-8B2D-43FCBE097DAA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536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8" name="Rectangle 20">
              <a:extLst>
                <a:ext uri="{FF2B5EF4-FFF2-40B4-BE49-F238E27FC236}">
                  <a16:creationId xmlns:a16="http://schemas.microsoft.com/office/drawing/2014/main" id="{B9A82383-0288-40A6-A743-66FDF162552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632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9" name="Rectangle 21">
              <a:extLst>
                <a:ext uri="{FF2B5EF4-FFF2-40B4-BE49-F238E27FC236}">
                  <a16:creationId xmlns:a16="http://schemas.microsoft.com/office/drawing/2014/main" id="{59695232-8443-4822-A7D3-FDAD3EF82636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72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0" name="Rectangle 22">
              <a:extLst>
                <a:ext uri="{FF2B5EF4-FFF2-40B4-BE49-F238E27FC236}">
                  <a16:creationId xmlns:a16="http://schemas.microsoft.com/office/drawing/2014/main" id="{0565BE14-283A-41E2-B36D-137DC43E800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82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1" name="Rectangle 23">
              <a:extLst>
                <a:ext uri="{FF2B5EF4-FFF2-40B4-BE49-F238E27FC236}">
                  <a16:creationId xmlns:a16="http://schemas.microsoft.com/office/drawing/2014/main" id="{5D2DB393-A7D0-4BB7-BF80-486C196DA6E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92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2" name="Rectangle 24">
              <a:extLst>
                <a:ext uri="{FF2B5EF4-FFF2-40B4-BE49-F238E27FC236}">
                  <a16:creationId xmlns:a16="http://schemas.microsoft.com/office/drawing/2014/main" id="{C109F080-661E-4D53-BD89-290F636E662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016" y="6"/>
              <a:ext cx="45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3" name="Rectangle 25">
              <a:extLst>
                <a:ext uri="{FF2B5EF4-FFF2-40B4-BE49-F238E27FC236}">
                  <a16:creationId xmlns:a16="http://schemas.microsoft.com/office/drawing/2014/main" id="{E86CA4BD-6D5C-4916-966B-850FDFA08A1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112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4" name="Rectangle 26">
              <a:extLst>
                <a:ext uri="{FF2B5EF4-FFF2-40B4-BE49-F238E27FC236}">
                  <a16:creationId xmlns:a16="http://schemas.microsoft.com/office/drawing/2014/main" id="{1D7B600A-4BF2-4543-BCAD-7BD56CDE5D86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20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5" name="Rectangle 27">
              <a:extLst>
                <a:ext uri="{FF2B5EF4-FFF2-40B4-BE49-F238E27FC236}">
                  <a16:creationId xmlns:a16="http://schemas.microsoft.com/office/drawing/2014/main" id="{5052F7F0-8D84-4B97-8ACB-26A754E8330A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30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6" name="Rectangle 28">
              <a:extLst>
                <a:ext uri="{FF2B5EF4-FFF2-40B4-BE49-F238E27FC236}">
                  <a16:creationId xmlns:a16="http://schemas.microsoft.com/office/drawing/2014/main" id="{CF842114-64C2-4561-9977-89192A2695A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40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7" name="Rectangle 29">
              <a:extLst>
                <a:ext uri="{FF2B5EF4-FFF2-40B4-BE49-F238E27FC236}">
                  <a16:creationId xmlns:a16="http://schemas.microsoft.com/office/drawing/2014/main" id="{D074A2B2-FFF0-4ADF-A166-8F2CD594A0C3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495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8" name="Rectangle 30">
              <a:extLst>
                <a:ext uri="{FF2B5EF4-FFF2-40B4-BE49-F238E27FC236}">
                  <a16:creationId xmlns:a16="http://schemas.microsoft.com/office/drawing/2014/main" id="{C577BF69-A4A6-4DDA-ADD8-5AA87AFA790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592" y="6"/>
              <a:ext cx="45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9" name="Rectangle 31">
              <a:extLst>
                <a:ext uri="{FF2B5EF4-FFF2-40B4-BE49-F238E27FC236}">
                  <a16:creationId xmlns:a16="http://schemas.microsoft.com/office/drawing/2014/main" id="{4D01F7AB-A8DC-412F-8CF9-7D56E98932E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688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0" name="Rectangle 32">
              <a:extLst>
                <a:ext uri="{FF2B5EF4-FFF2-40B4-BE49-F238E27FC236}">
                  <a16:creationId xmlns:a16="http://schemas.microsoft.com/office/drawing/2014/main" id="{11BEDBCE-7708-4FFF-8C81-A8C3C8036B5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78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1" name="Rectangle 33">
              <a:extLst>
                <a:ext uri="{FF2B5EF4-FFF2-40B4-BE49-F238E27FC236}">
                  <a16:creationId xmlns:a16="http://schemas.microsoft.com/office/drawing/2014/main" id="{D55BBA15-0061-45A0-AFF6-93DB92CC38C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88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2" name="Rectangle 34">
              <a:extLst>
                <a:ext uri="{FF2B5EF4-FFF2-40B4-BE49-F238E27FC236}">
                  <a16:creationId xmlns:a16="http://schemas.microsoft.com/office/drawing/2014/main" id="{78A39D46-EC9F-4A5D-BC4B-59BE539B18F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97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3" name="Rectangle 35">
              <a:extLst>
                <a:ext uri="{FF2B5EF4-FFF2-40B4-BE49-F238E27FC236}">
                  <a16:creationId xmlns:a16="http://schemas.microsoft.com/office/drawing/2014/main" id="{59597C88-E3DD-48DA-A057-7B1A3039A912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071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4" name="Rectangle 36">
              <a:extLst>
                <a:ext uri="{FF2B5EF4-FFF2-40B4-BE49-F238E27FC236}">
                  <a16:creationId xmlns:a16="http://schemas.microsoft.com/office/drawing/2014/main" id="{42D12414-E648-425B-9522-2D4912968FC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168" y="6"/>
              <a:ext cx="45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5" name="Rectangle 37">
              <a:extLst>
                <a:ext uri="{FF2B5EF4-FFF2-40B4-BE49-F238E27FC236}">
                  <a16:creationId xmlns:a16="http://schemas.microsoft.com/office/drawing/2014/main" id="{45BF2C2B-C6F5-4EB9-B8D1-CF76F74C26C9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264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6" name="Rectangle 38">
              <a:extLst>
                <a:ext uri="{FF2B5EF4-FFF2-40B4-BE49-F238E27FC236}">
                  <a16:creationId xmlns:a16="http://schemas.microsoft.com/office/drawing/2014/main" id="{DA943A33-5455-471D-9788-345135568CE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36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7" name="Rectangle 39">
              <a:extLst>
                <a:ext uri="{FF2B5EF4-FFF2-40B4-BE49-F238E27FC236}">
                  <a16:creationId xmlns:a16="http://schemas.microsoft.com/office/drawing/2014/main" id="{971CA270-852E-4B79-B45F-FE26A350859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45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8" name="Rectangle 40">
              <a:extLst>
                <a:ext uri="{FF2B5EF4-FFF2-40B4-BE49-F238E27FC236}">
                  <a16:creationId xmlns:a16="http://schemas.microsoft.com/office/drawing/2014/main" id="{AC43CD90-5CF0-4EEC-A9DB-5AC2993F269A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55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9" name="Rectangle 41">
              <a:extLst>
                <a:ext uri="{FF2B5EF4-FFF2-40B4-BE49-F238E27FC236}">
                  <a16:creationId xmlns:a16="http://schemas.microsoft.com/office/drawing/2014/main" id="{59AB7476-BFE5-4332-A4BA-0F8CD218421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649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0" name="Rectangle 42">
              <a:extLst>
                <a:ext uri="{FF2B5EF4-FFF2-40B4-BE49-F238E27FC236}">
                  <a16:creationId xmlns:a16="http://schemas.microsoft.com/office/drawing/2014/main" id="{6CA82818-9829-4172-9BF4-9721C7A5839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744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1" name="Rectangle 43">
              <a:extLst>
                <a:ext uri="{FF2B5EF4-FFF2-40B4-BE49-F238E27FC236}">
                  <a16:creationId xmlns:a16="http://schemas.microsoft.com/office/drawing/2014/main" id="{B1F354D7-3B98-4A6D-A54D-7F915F7E4A23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840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2" name="Rectangle 44">
              <a:extLst>
                <a:ext uri="{FF2B5EF4-FFF2-40B4-BE49-F238E27FC236}">
                  <a16:creationId xmlns:a16="http://schemas.microsoft.com/office/drawing/2014/main" id="{495721BB-CDAE-4183-B32A-EAE4E094730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393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3" name="Rectangle 45">
              <a:extLst>
                <a:ext uri="{FF2B5EF4-FFF2-40B4-BE49-F238E27FC236}">
                  <a16:creationId xmlns:a16="http://schemas.microsoft.com/office/drawing/2014/main" id="{70F008CE-8508-4EC6-B4B5-4C9AB0C74B5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03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4" name="Rectangle 46">
              <a:extLst>
                <a:ext uri="{FF2B5EF4-FFF2-40B4-BE49-F238E27FC236}">
                  <a16:creationId xmlns:a16="http://schemas.microsoft.com/office/drawing/2014/main" id="{4766AEF4-B316-4C96-9FB8-612AF21A7BE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12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5" name="Rectangle 47">
              <a:extLst>
                <a:ext uri="{FF2B5EF4-FFF2-40B4-BE49-F238E27FC236}">
                  <a16:creationId xmlns:a16="http://schemas.microsoft.com/office/drawing/2014/main" id="{1E3E3526-CD06-46DB-9543-46EC7D5B9F7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225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6" name="Rectangle 48">
              <a:extLst>
                <a:ext uri="{FF2B5EF4-FFF2-40B4-BE49-F238E27FC236}">
                  <a16:creationId xmlns:a16="http://schemas.microsoft.com/office/drawing/2014/main" id="{8895C65E-3FA5-426F-BB15-BD95E68481E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320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7" name="Rectangle 49">
              <a:extLst>
                <a:ext uri="{FF2B5EF4-FFF2-40B4-BE49-F238E27FC236}">
                  <a16:creationId xmlns:a16="http://schemas.microsoft.com/office/drawing/2014/main" id="{18BD20AD-DDBC-4BBB-B3FE-E461099C7CE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416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8" name="Rectangle 50">
              <a:extLst>
                <a:ext uri="{FF2B5EF4-FFF2-40B4-BE49-F238E27FC236}">
                  <a16:creationId xmlns:a16="http://schemas.microsoft.com/office/drawing/2014/main" id="{1308BFA1-08D2-453C-AABE-D6CA0D347D73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51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9" name="Rectangle 51">
              <a:extLst>
                <a:ext uri="{FF2B5EF4-FFF2-40B4-BE49-F238E27FC236}">
                  <a16:creationId xmlns:a16="http://schemas.microsoft.com/office/drawing/2014/main" id="{F6B176D9-8B67-48A7-88F0-F73B361B1DE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60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0" name="Rectangle 52">
              <a:extLst>
                <a:ext uri="{FF2B5EF4-FFF2-40B4-BE49-F238E27FC236}">
                  <a16:creationId xmlns:a16="http://schemas.microsoft.com/office/drawing/2014/main" id="{674D013A-E680-44CF-A12E-FE121A45250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70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1" name="Rectangle 53">
              <a:extLst>
                <a:ext uri="{FF2B5EF4-FFF2-40B4-BE49-F238E27FC236}">
                  <a16:creationId xmlns:a16="http://schemas.microsoft.com/office/drawing/2014/main" id="{0A458245-8676-48D2-A740-7A70E923785A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801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2" name="Rectangle 54">
              <a:extLst>
                <a:ext uri="{FF2B5EF4-FFF2-40B4-BE49-F238E27FC236}">
                  <a16:creationId xmlns:a16="http://schemas.microsoft.com/office/drawing/2014/main" id="{EE583457-CA2E-4C11-9654-DE23C8BF659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896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3" name="Rectangle 55">
              <a:extLst>
                <a:ext uri="{FF2B5EF4-FFF2-40B4-BE49-F238E27FC236}">
                  <a16:creationId xmlns:a16="http://schemas.microsoft.com/office/drawing/2014/main" id="{7BDB0CCB-DCD3-4230-9774-CA22159E41D3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992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4" name="Rectangle 56">
              <a:extLst>
                <a:ext uri="{FF2B5EF4-FFF2-40B4-BE49-F238E27FC236}">
                  <a16:creationId xmlns:a16="http://schemas.microsoft.com/office/drawing/2014/main" id="{85FB1A89-0CA9-47D5-B233-275F2285F16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08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5" name="Rectangle 57">
              <a:extLst>
                <a:ext uri="{FF2B5EF4-FFF2-40B4-BE49-F238E27FC236}">
                  <a16:creationId xmlns:a16="http://schemas.microsoft.com/office/drawing/2014/main" id="{4BF032A6-6074-43E2-B87B-7BE4D4A52309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18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6" name="Rectangle 58">
              <a:extLst>
                <a:ext uri="{FF2B5EF4-FFF2-40B4-BE49-F238E27FC236}">
                  <a16:creationId xmlns:a16="http://schemas.microsoft.com/office/drawing/2014/main" id="{8A3E6678-4B77-4621-9497-34711EE332E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28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7" name="Rectangle 59">
              <a:extLst>
                <a:ext uri="{FF2B5EF4-FFF2-40B4-BE49-F238E27FC236}">
                  <a16:creationId xmlns:a16="http://schemas.microsoft.com/office/drawing/2014/main" id="{5A830116-30BD-4F6D-83E8-CAD3E6871AC6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376" y="6"/>
              <a:ext cx="45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8" name="Rectangle 60">
              <a:extLst>
                <a:ext uri="{FF2B5EF4-FFF2-40B4-BE49-F238E27FC236}">
                  <a16:creationId xmlns:a16="http://schemas.microsoft.com/office/drawing/2014/main" id="{2D2871E4-A705-4734-8CB7-6F08B0024E19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472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9" name="Rectangle 61">
              <a:extLst>
                <a:ext uri="{FF2B5EF4-FFF2-40B4-BE49-F238E27FC236}">
                  <a16:creationId xmlns:a16="http://schemas.microsoft.com/office/drawing/2014/main" id="{63C21578-CE1F-4493-A84D-CBF229FF2C2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56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0" name="Rectangle 62">
              <a:extLst>
                <a:ext uri="{FF2B5EF4-FFF2-40B4-BE49-F238E27FC236}">
                  <a16:creationId xmlns:a16="http://schemas.microsoft.com/office/drawing/2014/main" id="{16AFB1CC-1E5D-4CD5-A9A8-5423317C699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66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1" name="Rectangle 63">
              <a:extLst>
                <a:ext uri="{FF2B5EF4-FFF2-40B4-BE49-F238E27FC236}">
                  <a16:creationId xmlns:a16="http://schemas.microsoft.com/office/drawing/2014/main" id="{ED321E16-B2B9-4DCE-BF62-B33CBE0E767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31" y="0"/>
              <a:ext cx="5331" cy="432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2" name="Rectangle 64">
              <a:extLst>
                <a:ext uri="{FF2B5EF4-FFF2-40B4-BE49-F238E27FC236}">
                  <a16:creationId xmlns:a16="http://schemas.microsoft.com/office/drawing/2014/main" id="{74E1DA75-6F8B-4A96-9E95-C025757532AD}"/>
                </a:ext>
              </a:extLst>
            </p:cNvPr>
            <p:cNvSpPr>
              <a:spLocks noChangeArrowheads="1"/>
            </p:cNvSpPr>
            <p:nvPr/>
          </p:nvSpPr>
          <p:spPr bwMode="blackGray">
            <a:xfrm>
              <a:off x="0" y="1081"/>
              <a:ext cx="4378" cy="47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27" name="Rectangle 65">
            <a:extLst>
              <a:ext uri="{FF2B5EF4-FFF2-40B4-BE49-F238E27FC236}">
                <a16:creationId xmlns:a16="http://schemas.microsoft.com/office/drawing/2014/main" id="{BC121B6E-89FD-4F79-931F-8988D51F55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25600" y="990601"/>
            <a:ext cx="8940800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6">
            <a:extLst>
              <a:ext uri="{FF2B5EF4-FFF2-40B4-BE49-F238E27FC236}">
                <a16:creationId xmlns:a16="http://schemas.microsoft.com/office/drawing/2014/main" id="{47493D1A-9273-44F6-8AC5-60366A7B0F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38400" y="1905000"/>
            <a:ext cx="92456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188" name="Rectangle 68">
            <a:extLst>
              <a:ext uri="{FF2B5EF4-FFF2-40B4-BE49-F238E27FC236}">
                <a16:creationId xmlns:a16="http://schemas.microsoft.com/office/drawing/2014/main" id="{B9CF2F94-12B2-4A73-B405-F720EA3BFA5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25600" y="6248400"/>
            <a:ext cx="7315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189" name="Rectangle 69">
            <a:extLst>
              <a:ext uri="{FF2B5EF4-FFF2-40B4-BE49-F238E27FC236}">
                <a16:creationId xmlns:a16="http://schemas.microsoft.com/office/drawing/2014/main" id="{F5284E71-0167-4784-AA76-220564364CF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58400" y="6248400"/>
            <a:ext cx="1727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8BAF0A-3C8C-4547-B481-204B3D37621A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02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D6FF">
            <a:alpha val="9294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625600" y="-9525"/>
            <a:ext cx="10566400" cy="6867525"/>
            <a:chOff x="0" y="0"/>
            <a:chExt cx="5762" cy="4326"/>
          </a:xfrm>
        </p:grpSpPr>
        <p:sp>
          <p:nvSpPr>
            <p:cNvPr id="1031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2" name="Rectangle 4"/>
            <p:cNvSpPr>
              <a:spLocks noChangeArrowheads="1"/>
            </p:cNvSpPr>
            <p:nvPr/>
          </p:nvSpPr>
          <p:spPr bwMode="hidden">
            <a:xfrm>
              <a:off x="9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3" name="Rectangle 5"/>
            <p:cNvSpPr>
              <a:spLocks noChangeArrowheads="1"/>
            </p:cNvSpPr>
            <p:nvPr/>
          </p:nvSpPr>
          <p:spPr bwMode="hidden">
            <a:xfrm>
              <a:off x="19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4" name="Rectangle 6"/>
            <p:cNvSpPr>
              <a:spLocks noChangeArrowheads="1"/>
            </p:cNvSpPr>
            <p:nvPr/>
          </p:nvSpPr>
          <p:spPr bwMode="hidden">
            <a:xfrm>
              <a:off x="289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5" name="Rectangle 7"/>
            <p:cNvSpPr>
              <a:spLocks noChangeArrowheads="1"/>
            </p:cNvSpPr>
            <p:nvPr/>
          </p:nvSpPr>
          <p:spPr bwMode="hidden">
            <a:xfrm>
              <a:off x="384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6" name="Rectangle 8"/>
            <p:cNvSpPr>
              <a:spLocks noChangeArrowheads="1"/>
            </p:cNvSpPr>
            <p:nvPr/>
          </p:nvSpPr>
          <p:spPr bwMode="hidden">
            <a:xfrm>
              <a:off x="480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7" name="Rectangle 9"/>
            <p:cNvSpPr>
              <a:spLocks noChangeArrowheads="1"/>
            </p:cNvSpPr>
            <p:nvPr/>
          </p:nvSpPr>
          <p:spPr bwMode="hidden">
            <a:xfrm>
              <a:off x="57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8" name="Rectangle 10"/>
            <p:cNvSpPr>
              <a:spLocks noChangeArrowheads="1"/>
            </p:cNvSpPr>
            <p:nvPr/>
          </p:nvSpPr>
          <p:spPr bwMode="hidden">
            <a:xfrm>
              <a:off x="67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9" name="Rectangle 11"/>
            <p:cNvSpPr>
              <a:spLocks noChangeArrowheads="1"/>
            </p:cNvSpPr>
            <p:nvPr/>
          </p:nvSpPr>
          <p:spPr bwMode="hidden">
            <a:xfrm>
              <a:off x="76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0" name="Rectangle 12"/>
            <p:cNvSpPr>
              <a:spLocks noChangeArrowheads="1"/>
            </p:cNvSpPr>
            <p:nvPr/>
          </p:nvSpPr>
          <p:spPr bwMode="hidden">
            <a:xfrm>
              <a:off x="865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1" name="Rectangle 13"/>
            <p:cNvSpPr>
              <a:spLocks noChangeArrowheads="1"/>
            </p:cNvSpPr>
            <p:nvPr/>
          </p:nvSpPr>
          <p:spPr bwMode="hidden">
            <a:xfrm>
              <a:off x="960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2" name="Rectangle 14"/>
            <p:cNvSpPr>
              <a:spLocks noChangeArrowheads="1"/>
            </p:cNvSpPr>
            <p:nvPr/>
          </p:nvSpPr>
          <p:spPr bwMode="hidden">
            <a:xfrm>
              <a:off x="1056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3" name="Rectangle 15"/>
            <p:cNvSpPr>
              <a:spLocks noChangeArrowheads="1"/>
            </p:cNvSpPr>
            <p:nvPr/>
          </p:nvSpPr>
          <p:spPr bwMode="hidden">
            <a:xfrm>
              <a:off x="115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4" name="Rectangle 16"/>
            <p:cNvSpPr>
              <a:spLocks noChangeArrowheads="1"/>
            </p:cNvSpPr>
            <p:nvPr/>
          </p:nvSpPr>
          <p:spPr bwMode="hidden">
            <a:xfrm>
              <a:off x="124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5" name="Rectangle 17"/>
            <p:cNvSpPr>
              <a:spLocks noChangeArrowheads="1"/>
            </p:cNvSpPr>
            <p:nvPr/>
          </p:nvSpPr>
          <p:spPr bwMode="hidden">
            <a:xfrm>
              <a:off x="134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6" name="Rectangle 18"/>
            <p:cNvSpPr>
              <a:spLocks noChangeArrowheads="1"/>
            </p:cNvSpPr>
            <p:nvPr/>
          </p:nvSpPr>
          <p:spPr bwMode="hidden">
            <a:xfrm>
              <a:off x="1441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7" name="Rectangle 19"/>
            <p:cNvSpPr>
              <a:spLocks noChangeArrowheads="1"/>
            </p:cNvSpPr>
            <p:nvPr/>
          </p:nvSpPr>
          <p:spPr bwMode="hidden">
            <a:xfrm>
              <a:off x="1536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8" name="Rectangle 20"/>
            <p:cNvSpPr>
              <a:spLocks noChangeArrowheads="1"/>
            </p:cNvSpPr>
            <p:nvPr/>
          </p:nvSpPr>
          <p:spPr bwMode="hidden">
            <a:xfrm>
              <a:off x="1632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9" name="Rectangle 21"/>
            <p:cNvSpPr>
              <a:spLocks noChangeArrowheads="1"/>
            </p:cNvSpPr>
            <p:nvPr/>
          </p:nvSpPr>
          <p:spPr bwMode="hidden">
            <a:xfrm>
              <a:off x="172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0" name="Rectangle 22"/>
            <p:cNvSpPr>
              <a:spLocks noChangeArrowheads="1"/>
            </p:cNvSpPr>
            <p:nvPr/>
          </p:nvSpPr>
          <p:spPr bwMode="hidden">
            <a:xfrm>
              <a:off x="182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1" name="Rectangle 23"/>
            <p:cNvSpPr>
              <a:spLocks noChangeArrowheads="1"/>
            </p:cNvSpPr>
            <p:nvPr/>
          </p:nvSpPr>
          <p:spPr bwMode="hidden">
            <a:xfrm>
              <a:off x="192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2" name="Rectangle 24"/>
            <p:cNvSpPr>
              <a:spLocks noChangeArrowheads="1"/>
            </p:cNvSpPr>
            <p:nvPr/>
          </p:nvSpPr>
          <p:spPr bwMode="hidden">
            <a:xfrm>
              <a:off x="2016" y="6"/>
              <a:ext cx="45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3" name="Rectangle 25"/>
            <p:cNvSpPr>
              <a:spLocks noChangeArrowheads="1"/>
            </p:cNvSpPr>
            <p:nvPr/>
          </p:nvSpPr>
          <p:spPr bwMode="hidden">
            <a:xfrm>
              <a:off x="2112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4" name="Rectangle 26"/>
            <p:cNvSpPr>
              <a:spLocks noChangeArrowheads="1"/>
            </p:cNvSpPr>
            <p:nvPr/>
          </p:nvSpPr>
          <p:spPr bwMode="hidden">
            <a:xfrm>
              <a:off x="220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5" name="Rectangle 27"/>
            <p:cNvSpPr>
              <a:spLocks noChangeArrowheads="1"/>
            </p:cNvSpPr>
            <p:nvPr/>
          </p:nvSpPr>
          <p:spPr bwMode="hidden">
            <a:xfrm>
              <a:off x="230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6" name="Rectangle 28"/>
            <p:cNvSpPr>
              <a:spLocks noChangeArrowheads="1"/>
            </p:cNvSpPr>
            <p:nvPr/>
          </p:nvSpPr>
          <p:spPr bwMode="hidden">
            <a:xfrm>
              <a:off x="240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7" name="Rectangle 29"/>
            <p:cNvSpPr>
              <a:spLocks noChangeArrowheads="1"/>
            </p:cNvSpPr>
            <p:nvPr/>
          </p:nvSpPr>
          <p:spPr bwMode="hidden">
            <a:xfrm>
              <a:off x="2495" y="6"/>
              <a:ext cx="45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8" name="Rectangle 30"/>
            <p:cNvSpPr>
              <a:spLocks noChangeArrowheads="1"/>
            </p:cNvSpPr>
            <p:nvPr/>
          </p:nvSpPr>
          <p:spPr bwMode="hidden">
            <a:xfrm>
              <a:off x="2592" y="6"/>
              <a:ext cx="45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9" name="Rectangle 31"/>
            <p:cNvSpPr>
              <a:spLocks noChangeArrowheads="1"/>
            </p:cNvSpPr>
            <p:nvPr/>
          </p:nvSpPr>
          <p:spPr bwMode="hidden">
            <a:xfrm>
              <a:off x="2688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0" name="Rectangle 32"/>
            <p:cNvSpPr>
              <a:spLocks noChangeArrowheads="1"/>
            </p:cNvSpPr>
            <p:nvPr/>
          </p:nvSpPr>
          <p:spPr bwMode="hidden">
            <a:xfrm>
              <a:off x="278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1" name="Rectangle 33"/>
            <p:cNvSpPr>
              <a:spLocks noChangeArrowheads="1"/>
            </p:cNvSpPr>
            <p:nvPr/>
          </p:nvSpPr>
          <p:spPr bwMode="hidden">
            <a:xfrm>
              <a:off x="288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2" name="Rectangle 34"/>
            <p:cNvSpPr>
              <a:spLocks noChangeArrowheads="1"/>
            </p:cNvSpPr>
            <p:nvPr/>
          </p:nvSpPr>
          <p:spPr bwMode="hidden">
            <a:xfrm>
              <a:off x="297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3" name="Rectangle 35"/>
            <p:cNvSpPr>
              <a:spLocks noChangeArrowheads="1"/>
            </p:cNvSpPr>
            <p:nvPr/>
          </p:nvSpPr>
          <p:spPr bwMode="hidden">
            <a:xfrm>
              <a:off x="3071" y="6"/>
              <a:ext cx="45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4" name="Rectangle 36"/>
            <p:cNvSpPr>
              <a:spLocks noChangeArrowheads="1"/>
            </p:cNvSpPr>
            <p:nvPr/>
          </p:nvSpPr>
          <p:spPr bwMode="hidden">
            <a:xfrm>
              <a:off x="3168" y="6"/>
              <a:ext cx="45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5" name="Rectangle 37"/>
            <p:cNvSpPr>
              <a:spLocks noChangeArrowheads="1"/>
            </p:cNvSpPr>
            <p:nvPr/>
          </p:nvSpPr>
          <p:spPr bwMode="hidden">
            <a:xfrm>
              <a:off x="3264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6" name="Rectangle 38"/>
            <p:cNvSpPr>
              <a:spLocks noChangeArrowheads="1"/>
            </p:cNvSpPr>
            <p:nvPr/>
          </p:nvSpPr>
          <p:spPr bwMode="hidden">
            <a:xfrm>
              <a:off x="336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7" name="Rectangle 39"/>
            <p:cNvSpPr>
              <a:spLocks noChangeArrowheads="1"/>
            </p:cNvSpPr>
            <p:nvPr/>
          </p:nvSpPr>
          <p:spPr bwMode="hidden">
            <a:xfrm>
              <a:off x="345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8" name="Rectangle 40"/>
            <p:cNvSpPr>
              <a:spLocks noChangeArrowheads="1"/>
            </p:cNvSpPr>
            <p:nvPr/>
          </p:nvSpPr>
          <p:spPr bwMode="hidden">
            <a:xfrm>
              <a:off x="355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9" name="Rectangle 41"/>
            <p:cNvSpPr>
              <a:spLocks noChangeArrowheads="1"/>
            </p:cNvSpPr>
            <p:nvPr/>
          </p:nvSpPr>
          <p:spPr bwMode="hidden">
            <a:xfrm>
              <a:off x="3649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0" name="Rectangle 42"/>
            <p:cNvSpPr>
              <a:spLocks noChangeArrowheads="1"/>
            </p:cNvSpPr>
            <p:nvPr/>
          </p:nvSpPr>
          <p:spPr bwMode="hidden">
            <a:xfrm>
              <a:off x="3744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1" name="Rectangle 43"/>
            <p:cNvSpPr>
              <a:spLocks noChangeArrowheads="1"/>
            </p:cNvSpPr>
            <p:nvPr/>
          </p:nvSpPr>
          <p:spPr bwMode="hidden">
            <a:xfrm>
              <a:off x="3840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2" name="Rectangle 44"/>
            <p:cNvSpPr>
              <a:spLocks noChangeArrowheads="1"/>
            </p:cNvSpPr>
            <p:nvPr/>
          </p:nvSpPr>
          <p:spPr bwMode="hidden">
            <a:xfrm>
              <a:off x="393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3" name="Rectangle 45"/>
            <p:cNvSpPr>
              <a:spLocks noChangeArrowheads="1"/>
            </p:cNvSpPr>
            <p:nvPr/>
          </p:nvSpPr>
          <p:spPr bwMode="hidden">
            <a:xfrm>
              <a:off x="403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4" name="Rectangle 46"/>
            <p:cNvSpPr>
              <a:spLocks noChangeArrowheads="1"/>
            </p:cNvSpPr>
            <p:nvPr/>
          </p:nvSpPr>
          <p:spPr bwMode="hidden">
            <a:xfrm>
              <a:off x="412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5" name="Rectangle 47"/>
            <p:cNvSpPr>
              <a:spLocks noChangeArrowheads="1"/>
            </p:cNvSpPr>
            <p:nvPr/>
          </p:nvSpPr>
          <p:spPr bwMode="hidden">
            <a:xfrm>
              <a:off x="4225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6" name="Rectangle 48"/>
            <p:cNvSpPr>
              <a:spLocks noChangeArrowheads="1"/>
            </p:cNvSpPr>
            <p:nvPr/>
          </p:nvSpPr>
          <p:spPr bwMode="hidden">
            <a:xfrm>
              <a:off x="4320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7" name="Rectangle 49"/>
            <p:cNvSpPr>
              <a:spLocks noChangeArrowheads="1"/>
            </p:cNvSpPr>
            <p:nvPr/>
          </p:nvSpPr>
          <p:spPr bwMode="hidden">
            <a:xfrm>
              <a:off x="4416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8" name="Rectangle 50"/>
            <p:cNvSpPr>
              <a:spLocks noChangeArrowheads="1"/>
            </p:cNvSpPr>
            <p:nvPr/>
          </p:nvSpPr>
          <p:spPr bwMode="hidden">
            <a:xfrm>
              <a:off x="451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9" name="Rectangle 51"/>
            <p:cNvSpPr>
              <a:spLocks noChangeArrowheads="1"/>
            </p:cNvSpPr>
            <p:nvPr/>
          </p:nvSpPr>
          <p:spPr bwMode="hidden">
            <a:xfrm>
              <a:off x="460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0" name="Rectangle 52"/>
            <p:cNvSpPr>
              <a:spLocks noChangeArrowheads="1"/>
            </p:cNvSpPr>
            <p:nvPr/>
          </p:nvSpPr>
          <p:spPr bwMode="hidden">
            <a:xfrm>
              <a:off x="470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1" name="Rectangle 53"/>
            <p:cNvSpPr>
              <a:spLocks noChangeArrowheads="1"/>
            </p:cNvSpPr>
            <p:nvPr/>
          </p:nvSpPr>
          <p:spPr bwMode="hidden">
            <a:xfrm>
              <a:off x="4801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2" name="Rectangle 54"/>
            <p:cNvSpPr>
              <a:spLocks noChangeArrowheads="1"/>
            </p:cNvSpPr>
            <p:nvPr/>
          </p:nvSpPr>
          <p:spPr bwMode="hidden">
            <a:xfrm>
              <a:off x="4896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3" name="Rectangle 55"/>
            <p:cNvSpPr>
              <a:spLocks noChangeArrowheads="1"/>
            </p:cNvSpPr>
            <p:nvPr/>
          </p:nvSpPr>
          <p:spPr bwMode="hidden">
            <a:xfrm>
              <a:off x="4992" y="6"/>
              <a:ext cx="47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4" name="Rectangle 56"/>
            <p:cNvSpPr>
              <a:spLocks noChangeArrowheads="1"/>
            </p:cNvSpPr>
            <p:nvPr/>
          </p:nvSpPr>
          <p:spPr bwMode="hidden">
            <a:xfrm>
              <a:off x="508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5" name="Rectangle 57"/>
            <p:cNvSpPr>
              <a:spLocks noChangeArrowheads="1"/>
            </p:cNvSpPr>
            <p:nvPr/>
          </p:nvSpPr>
          <p:spPr bwMode="hidden">
            <a:xfrm>
              <a:off x="518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6" name="Rectangle 58"/>
            <p:cNvSpPr>
              <a:spLocks noChangeArrowheads="1"/>
            </p:cNvSpPr>
            <p:nvPr/>
          </p:nvSpPr>
          <p:spPr bwMode="hidden">
            <a:xfrm>
              <a:off x="528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7" name="Rectangle 59"/>
            <p:cNvSpPr>
              <a:spLocks noChangeArrowheads="1"/>
            </p:cNvSpPr>
            <p:nvPr/>
          </p:nvSpPr>
          <p:spPr bwMode="hidden">
            <a:xfrm>
              <a:off x="5376" y="6"/>
              <a:ext cx="45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8" name="Rectangle 60"/>
            <p:cNvSpPr>
              <a:spLocks noChangeArrowheads="1"/>
            </p:cNvSpPr>
            <p:nvPr/>
          </p:nvSpPr>
          <p:spPr bwMode="hidden">
            <a:xfrm>
              <a:off x="5472" y="6"/>
              <a:ext cx="46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9" name="Rectangle 61"/>
            <p:cNvSpPr>
              <a:spLocks noChangeArrowheads="1"/>
            </p:cNvSpPr>
            <p:nvPr/>
          </p:nvSpPr>
          <p:spPr bwMode="hidden">
            <a:xfrm>
              <a:off x="556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0" name="Rectangle 62"/>
            <p:cNvSpPr>
              <a:spLocks noChangeArrowheads="1"/>
            </p:cNvSpPr>
            <p:nvPr/>
          </p:nvSpPr>
          <p:spPr bwMode="hidden">
            <a:xfrm>
              <a:off x="566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1" name="Rectangle 63"/>
            <p:cNvSpPr>
              <a:spLocks noChangeArrowheads="1"/>
            </p:cNvSpPr>
            <p:nvPr/>
          </p:nvSpPr>
          <p:spPr bwMode="hidden">
            <a:xfrm>
              <a:off x="431" y="0"/>
              <a:ext cx="5331" cy="432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2" name="Rectangle 64"/>
            <p:cNvSpPr>
              <a:spLocks noChangeArrowheads="1"/>
            </p:cNvSpPr>
            <p:nvPr/>
          </p:nvSpPr>
          <p:spPr bwMode="blackGray">
            <a:xfrm>
              <a:off x="0" y="1081"/>
              <a:ext cx="4378" cy="47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2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1625600" y="990601"/>
            <a:ext cx="8940800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38400" y="1905000"/>
            <a:ext cx="92456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188" name="Rectangle 6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25600" y="6248400"/>
            <a:ext cx="7315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5189" name="Rectangle 6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58400" y="6248400"/>
            <a:ext cx="1727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Helvetica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E4C58C3-E5C4-4EA4-B042-E2158A5F35B8}" type="slidenum">
              <a:rPr lang="en-US" alt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104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Helvetica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13.xml"/><Relationship Id="rId26" Type="http://schemas.openxmlformats.org/officeDocument/2006/relationships/customXml" Target="../ink/ink17.xml"/><Relationship Id="rId21" Type="http://schemas.openxmlformats.org/officeDocument/2006/relationships/image" Target="../media/image15.png"/><Relationship Id="rId34" Type="http://schemas.openxmlformats.org/officeDocument/2006/relationships/customXml" Target="../ink/ink21.xml"/><Relationship Id="rId7" Type="http://schemas.openxmlformats.org/officeDocument/2006/relationships/image" Target="../media/image8.png"/><Relationship Id="rId12" Type="http://schemas.openxmlformats.org/officeDocument/2006/relationships/customXml" Target="../ink/ink10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33" Type="http://schemas.openxmlformats.org/officeDocument/2006/relationships/image" Target="../media/image21.png"/><Relationship Id="rId2" Type="http://schemas.openxmlformats.org/officeDocument/2006/relationships/customXml" Target="../ink/ink5.xml"/><Relationship Id="rId16" Type="http://schemas.openxmlformats.org/officeDocument/2006/relationships/customXml" Target="../ink/ink12.xml"/><Relationship Id="rId20" Type="http://schemas.openxmlformats.org/officeDocument/2006/relationships/customXml" Target="../ink/ink14.xml"/><Relationship Id="rId29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10.png"/><Relationship Id="rId24" Type="http://schemas.openxmlformats.org/officeDocument/2006/relationships/customXml" Target="../ink/ink16.xml"/><Relationship Id="rId32" Type="http://schemas.openxmlformats.org/officeDocument/2006/relationships/customXml" Target="../ink/ink20.xml"/><Relationship Id="rId37" Type="http://schemas.openxmlformats.org/officeDocument/2006/relationships/image" Target="../media/image23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28" Type="http://schemas.openxmlformats.org/officeDocument/2006/relationships/customXml" Target="../ink/ink18.xml"/><Relationship Id="rId36" Type="http://schemas.openxmlformats.org/officeDocument/2006/relationships/customXml" Target="../ink/ink22.xml"/><Relationship Id="rId10" Type="http://schemas.openxmlformats.org/officeDocument/2006/relationships/customXml" Target="../ink/ink9.xml"/><Relationship Id="rId19" Type="http://schemas.openxmlformats.org/officeDocument/2006/relationships/image" Target="../media/image14.png"/><Relationship Id="rId31" Type="http://schemas.openxmlformats.org/officeDocument/2006/relationships/image" Target="../media/image20.png"/><Relationship Id="rId4" Type="http://schemas.openxmlformats.org/officeDocument/2006/relationships/customXml" Target="../ink/ink6.xml"/><Relationship Id="rId9" Type="http://schemas.openxmlformats.org/officeDocument/2006/relationships/image" Target="../media/image9.png"/><Relationship Id="rId14" Type="http://schemas.openxmlformats.org/officeDocument/2006/relationships/customXml" Target="../ink/ink11.xml"/><Relationship Id="rId22" Type="http://schemas.openxmlformats.org/officeDocument/2006/relationships/customXml" Target="../ink/ink15.xml"/><Relationship Id="rId27" Type="http://schemas.openxmlformats.org/officeDocument/2006/relationships/image" Target="../media/image18.png"/><Relationship Id="rId30" Type="http://schemas.openxmlformats.org/officeDocument/2006/relationships/customXml" Target="../ink/ink19.xml"/><Relationship Id="rId35" Type="http://schemas.openxmlformats.org/officeDocument/2006/relationships/image" Target="../media/image22.png"/><Relationship Id="rId8" Type="http://schemas.openxmlformats.org/officeDocument/2006/relationships/customXml" Target="../ink/ink8.xml"/><Relationship Id="rId3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5" Type="http://schemas.openxmlformats.org/officeDocument/2006/relationships/image" Target="../media/image27.png"/><Relationship Id="rId4" Type="http://schemas.openxmlformats.org/officeDocument/2006/relationships/customXml" Target="../ink/ink24.xml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29.xml"/><Relationship Id="rId5" Type="http://schemas.openxmlformats.org/officeDocument/2006/relationships/image" Target="../media/image33.png"/><Relationship Id="rId4" Type="http://schemas.openxmlformats.org/officeDocument/2006/relationships/customXml" Target="../ink/ink28.xml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8.png"/><Relationship Id="rId21" Type="http://schemas.openxmlformats.org/officeDocument/2006/relationships/customXml" Target="../ink/ink40.xml"/><Relationship Id="rId42" Type="http://schemas.openxmlformats.org/officeDocument/2006/relationships/image" Target="../media/image56.png"/><Relationship Id="rId47" Type="http://schemas.openxmlformats.org/officeDocument/2006/relationships/customXml" Target="../ink/ink53.xml"/><Relationship Id="rId63" Type="http://schemas.openxmlformats.org/officeDocument/2006/relationships/customXml" Target="../ink/ink61.xml"/><Relationship Id="rId68" Type="http://schemas.openxmlformats.org/officeDocument/2006/relationships/image" Target="../media/image69.png"/><Relationship Id="rId2" Type="http://schemas.openxmlformats.org/officeDocument/2006/relationships/image" Target="../media/image36.png"/><Relationship Id="rId16" Type="http://schemas.openxmlformats.org/officeDocument/2006/relationships/image" Target="../media/image43.png"/><Relationship Id="rId29" Type="http://schemas.openxmlformats.org/officeDocument/2006/relationships/customXml" Target="../ink/ink44.xml"/><Relationship Id="rId11" Type="http://schemas.openxmlformats.org/officeDocument/2006/relationships/customXml" Target="../ink/ink35.xml"/><Relationship Id="rId24" Type="http://schemas.openxmlformats.org/officeDocument/2006/relationships/image" Target="../media/image47.png"/><Relationship Id="rId32" Type="http://schemas.openxmlformats.org/officeDocument/2006/relationships/image" Target="../media/image51.png"/><Relationship Id="rId37" Type="http://schemas.openxmlformats.org/officeDocument/2006/relationships/customXml" Target="../ink/ink48.xml"/><Relationship Id="rId40" Type="http://schemas.openxmlformats.org/officeDocument/2006/relationships/image" Target="../media/image55.png"/><Relationship Id="rId45" Type="http://schemas.openxmlformats.org/officeDocument/2006/relationships/customXml" Target="../ink/ink52.xml"/><Relationship Id="rId53" Type="http://schemas.openxmlformats.org/officeDocument/2006/relationships/customXml" Target="../ink/ink56.xml"/><Relationship Id="rId58" Type="http://schemas.openxmlformats.org/officeDocument/2006/relationships/image" Target="../media/image64.png"/><Relationship Id="rId66" Type="http://schemas.openxmlformats.org/officeDocument/2006/relationships/image" Target="../media/image68.png"/><Relationship Id="rId74" Type="http://schemas.openxmlformats.org/officeDocument/2006/relationships/image" Target="../media/image72.png"/><Relationship Id="rId5" Type="http://schemas.openxmlformats.org/officeDocument/2006/relationships/customXml" Target="../ink/ink32.xml"/><Relationship Id="rId61" Type="http://schemas.openxmlformats.org/officeDocument/2006/relationships/customXml" Target="../ink/ink60.xml"/><Relationship Id="rId19" Type="http://schemas.openxmlformats.org/officeDocument/2006/relationships/customXml" Target="../ink/ink39.xml"/><Relationship Id="rId14" Type="http://schemas.openxmlformats.org/officeDocument/2006/relationships/image" Target="../media/image42.png"/><Relationship Id="rId22" Type="http://schemas.openxmlformats.org/officeDocument/2006/relationships/image" Target="../media/image46.png"/><Relationship Id="rId27" Type="http://schemas.openxmlformats.org/officeDocument/2006/relationships/customXml" Target="../ink/ink43.xml"/><Relationship Id="rId30" Type="http://schemas.openxmlformats.org/officeDocument/2006/relationships/image" Target="../media/image50.png"/><Relationship Id="rId35" Type="http://schemas.openxmlformats.org/officeDocument/2006/relationships/customXml" Target="../ink/ink47.xml"/><Relationship Id="rId43" Type="http://schemas.openxmlformats.org/officeDocument/2006/relationships/customXml" Target="../ink/ink51.xml"/><Relationship Id="rId48" Type="http://schemas.openxmlformats.org/officeDocument/2006/relationships/image" Target="../media/image59.png"/><Relationship Id="rId56" Type="http://schemas.openxmlformats.org/officeDocument/2006/relationships/image" Target="../media/image63.png"/><Relationship Id="rId64" Type="http://schemas.openxmlformats.org/officeDocument/2006/relationships/image" Target="../media/image67.png"/><Relationship Id="rId69" Type="http://schemas.openxmlformats.org/officeDocument/2006/relationships/customXml" Target="../ink/ink64.xml"/><Relationship Id="rId8" Type="http://schemas.openxmlformats.org/officeDocument/2006/relationships/image" Target="../media/image39.png"/><Relationship Id="rId51" Type="http://schemas.openxmlformats.org/officeDocument/2006/relationships/customXml" Target="../ink/ink55.xml"/><Relationship Id="rId72" Type="http://schemas.openxmlformats.org/officeDocument/2006/relationships/image" Target="../media/image71.png"/><Relationship Id="rId3" Type="http://schemas.openxmlformats.org/officeDocument/2006/relationships/customXml" Target="../ink/ink31.xml"/><Relationship Id="rId12" Type="http://schemas.openxmlformats.org/officeDocument/2006/relationships/image" Target="../media/image41.png"/><Relationship Id="rId17" Type="http://schemas.openxmlformats.org/officeDocument/2006/relationships/customXml" Target="../ink/ink38.xml"/><Relationship Id="rId25" Type="http://schemas.openxmlformats.org/officeDocument/2006/relationships/customXml" Target="../ink/ink42.xml"/><Relationship Id="rId33" Type="http://schemas.openxmlformats.org/officeDocument/2006/relationships/customXml" Target="../ink/ink46.xml"/><Relationship Id="rId38" Type="http://schemas.openxmlformats.org/officeDocument/2006/relationships/image" Target="../media/image54.png"/><Relationship Id="rId46" Type="http://schemas.openxmlformats.org/officeDocument/2006/relationships/image" Target="../media/image58.png"/><Relationship Id="rId59" Type="http://schemas.openxmlformats.org/officeDocument/2006/relationships/customXml" Target="../ink/ink59.xml"/><Relationship Id="rId67" Type="http://schemas.openxmlformats.org/officeDocument/2006/relationships/customXml" Target="../ink/ink63.xml"/><Relationship Id="rId20" Type="http://schemas.openxmlformats.org/officeDocument/2006/relationships/image" Target="../media/image45.png"/><Relationship Id="rId41" Type="http://schemas.openxmlformats.org/officeDocument/2006/relationships/customXml" Target="../ink/ink50.xml"/><Relationship Id="rId54" Type="http://schemas.openxmlformats.org/officeDocument/2006/relationships/image" Target="../media/image62.png"/><Relationship Id="rId62" Type="http://schemas.openxmlformats.org/officeDocument/2006/relationships/image" Target="../media/image66.png"/><Relationship Id="rId70" Type="http://schemas.openxmlformats.org/officeDocument/2006/relationships/image" Target="../media/image70.png"/><Relationship Id="rId75" Type="http://schemas.openxmlformats.org/officeDocument/2006/relationships/customXml" Target="../ink/ink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5" Type="http://schemas.openxmlformats.org/officeDocument/2006/relationships/customXml" Target="../ink/ink37.xml"/><Relationship Id="rId23" Type="http://schemas.openxmlformats.org/officeDocument/2006/relationships/customXml" Target="../ink/ink41.xml"/><Relationship Id="rId28" Type="http://schemas.openxmlformats.org/officeDocument/2006/relationships/image" Target="../media/image49.png"/><Relationship Id="rId36" Type="http://schemas.openxmlformats.org/officeDocument/2006/relationships/image" Target="../media/image53.png"/><Relationship Id="rId49" Type="http://schemas.openxmlformats.org/officeDocument/2006/relationships/customXml" Target="../ink/ink54.xml"/><Relationship Id="rId57" Type="http://schemas.openxmlformats.org/officeDocument/2006/relationships/customXml" Target="../ink/ink58.xml"/><Relationship Id="rId10" Type="http://schemas.openxmlformats.org/officeDocument/2006/relationships/image" Target="../media/image40.png"/><Relationship Id="rId31" Type="http://schemas.openxmlformats.org/officeDocument/2006/relationships/customXml" Target="../ink/ink45.xml"/><Relationship Id="rId44" Type="http://schemas.openxmlformats.org/officeDocument/2006/relationships/image" Target="../media/image57.png"/><Relationship Id="rId52" Type="http://schemas.openxmlformats.org/officeDocument/2006/relationships/image" Target="../media/image61.png"/><Relationship Id="rId60" Type="http://schemas.openxmlformats.org/officeDocument/2006/relationships/image" Target="../media/image65.png"/><Relationship Id="rId65" Type="http://schemas.openxmlformats.org/officeDocument/2006/relationships/customXml" Target="../ink/ink62.xml"/><Relationship Id="rId73" Type="http://schemas.openxmlformats.org/officeDocument/2006/relationships/customXml" Target="../ink/ink66.xml"/><Relationship Id="rId4" Type="http://schemas.openxmlformats.org/officeDocument/2006/relationships/image" Target="../media/image37.png"/><Relationship Id="rId9" Type="http://schemas.openxmlformats.org/officeDocument/2006/relationships/customXml" Target="../ink/ink34.xml"/><Relationship Id="rId13" Type="http://schemas.openxmlformats.org/officeDocument/2006/relationships/customXml" Target="../ink/ink36.xml"/><Relationship Id="rId18" Type="http://schemas.openxmlformats.org/officeDocument/2006/relationships/image" Target="../media/image44.png"/><Relationship Id="rId39" Type="http://schemas.openxmlformats.org/officeDocument/2006/relationships/customXml" Target="../ink/ink49.xml"/><Relationship Id="rId34" Type="http://schemas.openxmlformats.org/officeDocument/2006/relationships/image" Target="../media/image52.png"/><Relationship Id="rId50" Type="http://schemas.openxmlformats.org/officeDocument/2006/relationships/image" Target="../media/image60.png"/><Relationship Id="rId55" Type="http://schemas.openxmlformats.org/officeDocument/2006/relationships/customXml" Target="../ink/ink57.xml"/><Relationship Id="rId76" Type="http://schemas.openxmlformats.org/officeDocument/2006/relationships/image" Target="../media/image73.png"/><Relationship Id="rId7" Type="http://schemas.openxmlformats.org/officeDocument/2006/relationships/customXml" Target="../ink/ink33.xml"/><Relationship Id="rId71" Type="http://schemas.openxmlformats.org/officeDocument/2006/relationships/customXml" Target="../ink/ink6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customXml" Target="../ink/ink6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customXml" Target="../ink/ink6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customXml" Target="../ink/ink70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customXml" Target="../ink/ink71.xml"/><Relationship Id="rId7" Type="http://schemas.openxmlformats.org/officeDocument/2006/relationships/customXml" Target="../ink/ink73.xml"/><Relationship Id="rId12" Type="http://schemas.openxmlformats.org/officeDocument/2006/relationships/image" Target="../media/image18.emf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5.emf"/><Relationship Id="rId11" Type="http://schemas.openxmlformats.org/officeDocument/2006/relationships/customXml" Target="../ink/ink75.xml"/><Relationship Id="rId5" Type="http://schemas.openxmlformats.org/officeDocument/2006/relationships/customXml" Target="../ink/ink72.xml"/><Relationship Id="rId10" Type="http://schemas.openxmlformats.org/officeDocument/2006/relationships/image" Target="../media/image17.emf"/><Relationship Id="rId4" Type="http://schemas.openxmlformats.org/officeDocument/2006/relationships/image" Target="../media/image14.emf"/><Relationship Id="rId9" Type="http://schemas.openxmlformats.org/officeDocument/2006/relationships/customXml" Target="../ink/ink7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50C6373-4914-40DE-BDF5-0F53FEE3CE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24000" y="6400800"/>
            <a:ext cx="7848600" cy="3048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Chapter 8 in </a:t>
            </a:r>
            <a:r>
              <a:rPr lang="en-US" altLang="en-US" i="1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(McGraw-Hill, 2009) Slides copyright 2009 by Roger Pressman.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07504F9-EBA2-449D-8842-ACFB98E7DE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8B11E99-B491-42C8-8A86-4992249A8AC0}" type="slidenum"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dirty="0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1CBE2CA4-7421-4DAB-BE1C-D584D6201A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86200" y="2825751"/>
            <a:ext cx="5067300" cy="120491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4400" b="1">
                <a:solidFill>
                  <a:schemeClr val="folHlink"/>
                </a:solidFill>
              </a:rPr>
              <a:t>Design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65A6E6-478E-46F6-9329-FF30FE428E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FD66BAA-C5CA-48EA-9B11-9ABADAD3F042}" type="slidenum"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altLang="en-US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3419F778-D854-4318-A7EF-0FB9ACB2C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486897"/>
            <a:ext cx="6705600" cy="633413"/>
          </a:xfrm>
        </p:spPr>
        <p:txBody>
          <a:bodyPr/>
          <a:lstStyle/>
          <a:p>
            <a:pPr eaLnBrk="1" hangingPunct="1"/>
            <a:r>
              <a:rPr lang="en-US" altLang="en-US" dirty="0"/>
              <a:t>Software Design</a:t>
            </a: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6CA93A34-3EEA-41CF-93C2-876D81DEEE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92531" y="1246304"/>
            <a:ext cx="7924800" cy="4813674"/>
          </a:xfrm>
        </p:spPr>
        <p:txBody>
          <a:bodyPr/>
          <a:lstStyle/>
          <a:p>
            <a:pPr algn="just" eaLnBrk="1" hangingPunct="1"/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Iterative process</a:t>
            </a:r>
          </a:p>
          <a:p>
            <a:pPr lvl="1" algn="just" eaLnBrk="1" hangingPunct="1"/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More detailed design after each iteration</a:t>
            </a:r>
          </a:p>
          <a:p>
            <a:pPr algn="just" eaLnBrk="1" hangingPunct="1"/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Design: Convert user requirements to </a:t>
            </a:r>
            <a:r>
              <a:rPr lang="en-US" altLang="en-US" i="1" u="sng" dirty="0">
                <a:solidFill>
                  <a:srgbClr val="FF0000"/>
                </a:solidFill>
                <a:latin typeface="Arial" panose="020B0604020202020204" pitchFamily="34" charset="0"/>
              </a:rPr>
              <a:t>blueprints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which helps the programmer in software implementation.</a:t>
            </a:r>
          </a:p>
          <a:p>
            <a:pPr algn="just" eaLnBrk="1" hangingPunct="1"/>
            <a:r>
              <a:rPr lang="en-US" altLang="en-US" dirty="0">
                <a:solidFill>
                  <a:srgbClr val="000000"/>
                </a:solidFill>
                <a:latin typeface="Palatino" pitchFamily="-128" charset="0"/>
              </a:rPr>
              <a:t>The design model shows:</a:t>
            </a:r>
          </a:p>
          <a:p>
            <a:pPr lvl="1" algn="just" eaLnBrk="1" hangingPunct="1"/>
            <a:r>
              <a:rPr lang="en-US" altLang="en-US" dirty="0">
                <a:solidFill>
                  <a:srgbClr val="000000"/>
                </a:solidFill>
                <a:latin typeface="Palatino" pitchFamily="-128" charset="0"/>
              </a:rPr>
              <a:t>software architecture, </a:t>
            </a:r>
          </a:p>
          <a:p>
            <a:pPr lvl="1" algn="just" eaLnBrk="1" hangingPunct="1"/>
            <a:r>
              <a:rPr lang="en-US" altLang="en-US" dirty="0">
                <a:solidFill>
                  <a:srgbClr val="000000"/>
                </a:solidFill>
                <a:latin typeface="Palatino" pitchFamily="-128" charset="0"/>
              </a:rPr>
              <a:t>interfaces, </a:t>
            </a:r>
          </a:p>
          <a:p>
            <a:pPr lvl="1" algn="just" eaLnBrk="1" hangingPunct="1"/>
            <a:r>
              <a:rPr lang="en-US" altLang="en-US" dirty="0">
                <a:solidFill>
                  <a:srgbClr val="000000"/>
                </a:solidFill>
                <a:latin typeface="Palatino" pitchFamily="-128" charset="0"/>
              </a:rPr>
              <a:t>components 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EED02-33DE-454F-8271-E1FBCF5527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24000" y="6305550"/>
            <a:ext cx="5486400" cy="4572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C210A-25E6-4DD5-A155-CAA898721F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5831AE2-52CA-4D4B-A084-E23D554782DC}" type="slidenum"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altLang="en-US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A11533C9-32F4-45E0-9F92-7433D28E1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14800" y="58342"/>
            <a:ext cx="6705600" cy="633413"/>
          </a:xfrm>
        </p:spPr>
        <p:txBody>
          <a:bodyPr/>
          <a:lstStyle/>
          <a:p>
            <a:pPr eaLnBrk="1" hangingPunct="1"/>
            <a:r>
              <a:rPr lang="en-US" altLang="en-US" dirty="0"/>
              <a:t>Software Design</a:t>
            </a:r>
          </a:p>
        </p:txBody>
      </p:sp>
      <p:grpSp>
        <p:nvGrpSpPr>
          <p:cNvPr id="17413" name="Group 10">
            <a:extLst>
              <a:ext uri="{FF2B5EF4-FFF2-40B4-BE49-F238E27FC236}">
                <a16:creationId xmlns:a16="http://schemas.microsoft.com/office/drawing/2014/main" id="{2108A150-68DA-404F-8C0E-EFE21C088B7F}"/>
              </a:ext>
            </a:extLst>
          </p:cNvPr>
          <p:cNvGrpSpPr>
            <a:grpSpLocks/>
          </p:cNvGrpSpPr>
          <p:nvPr/>
        </p:nvGrpSpPr>
        <p:grpSpPr bwMode="auto">
          <a:xfrm>
            <a:off x="5495364" y="1138040"/>
            <a:ext cx="5638800" cy="4664075"/>
            <a:chOff x="3124200" y="1618107"/>
            <a:chExt cx="5638800" cy="466477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35BC16-2493-49A9-B906-D0E5AF0B374B}"/>
                </a:ext>
              </a:extLst>
            </p:cNvPr>
            <p:cNvSpPr/>
            <p:nvPr/>
          </p:nvSpPr>
          <p:spPr>
            <a:xfrm>
              <a:off x="5238750" y="1618107"/>
              <a:ext cx="1409700" cy="1166986"/>
            </a:xfrm>
            <a:custGeom>
              <a:avLst/>
              <a:gdLst>
                <a:gd name="connsiteX0" fmla="*/ 0 w 1409700"/>
                <a:gd name="connsiteY0" fmla="*/ 1166193 h 1166193"/>
                <a:gd name="connsiteX1" fmla="*/ 704847 w 1409700"/>
                <a:gd name="connsiteY1" fmla="*/ 0 h 1166193"/>
                <a:gd name="connsiteX2" fmla="*/ 704853 w 1409700"/>
                <a:gd name="connsiteY2" fmla="*/ 0 h 1166193"/>
                <a:gd name="connsiteX3" fmla="*/ 1409700 w 1409700"/>
                <a:gd name="connsiteY3" fmla="*/ 1166193 h 1166193"/>
                <a:gd name="connsiteX4" fmla="*/ 0 w 1409700"/>
                <a:gd name="connsiteY4" fmla="*/ 1166193 h 116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00" h="1166193">
                  <a:moveTo>
                    <a:pt x="0" y="1166193"/>
                  </a:moveTo>
                  <a:lnTo>
                    <a:pt x="704847" y="0"/>
                  </a:lnTo>
                  <a:lnTo>
                    <a:pt x="704853" y="0"/>
                  </a:lnTo>
                  <a:lnTo>
                    <a:pt x="1409700" y="1166193"/>
                  </a:lnTo>
                  <a:lnTo>
                    <a:pt x="0" y="1166193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0320" tIns="20320" rIns="20320" bIns="20320" spcCol="1270" anchor="ctr"/>
            <a:lstStyle/>
            <a:p>
              <a:pPr algn="ctr" defTabSz="7112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1100" b="1" dirty="0">
                  <a:solidFill>
                    <a:srgbClr val="FFFFFF"/>
                  </a:solidFill>
                  <a:latin typeface="Helvetica"/>
                </a:rPr>
                <a:t>Component level design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967A6CE-716B-43A7-8687-402C509E9117}"/>
                </a:ext>
              </a:extLst>
            </p:cNvPr>
            <p:cNvSpPr/>
            <p:nvPr/>
          </p:nvSpPr>
          <p:spPr>
            <a:xfrm>
              <a:off x="4533900" y="2785093"/>
              <a:ext cx="2819400" cy="1165399"/>
            </a:xfrm>
            <a:custGeom>
              <a:avLst/>
              <a:gdLst>
                <a:gd name="connsiteX0" fmla="*/ 0 w 2819400"/>
                <a:gd name="connsiteY0" fmla="*/ 1166193 h 1166193"/>
                <a:gd name="connsiteX1" fmla="*/ 704847 w 2819400"/>
                <a:gd name="connsiteY1" fmla="*/ 0 h 1166193"/>
                <a:gd name="connsiteX2" fmla="*/ 2114553 w 2819400"/>
                <a:gd name="connsiteY2" fmla="*/ 0 h 1166193"/>
                <a:gd name="connsiteX3" fmla="*/ 2819400 w 2819400"/>
                <a:gd name="connsiteY3" fmla="*/ 1166193 h 1166193"/>
                <a:gd name="connsiteX4" fmla="*/ 0 w 2819400"/>
                <a:gd name="connsiteY4" fmla="*/ 1166193 h 116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9400" h="1166193">
                  <a:moveTo>
                    <a:pt x="0" y="1166193"/>
                  </a:moveTo>
                  <a:lnTo>
                    <a:pt x="704847" y="0"/>
                  </a:lnTo>
                  <a:lnTo>
                    <a:pt x="2114553" y="0"/>
                  </a:lnTo>
                  <a:lnTo>
                    <a:pt x="2819400" y="1166193"/>
                  </a:lnTo>
                  <a:lnTo>
                    <a:pt x="0" y="1166193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511175" tIns="17780" rIns="511175" bIns="17780" spcCol="1270" anchor="ctr"/>
            <a:lstStyle/>
            <a:p>
              <a:pPr algn="ctr" defTabSz="6223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1400" b="1" dirty="0">
                  <a:solidFill>
                    <a:srgbClr val="FFFFFF"/>
                  </a:solidFill>
                  <a:latin typeface="Helvetica"/>
                </a:rPr>
                <a:t>Interface design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9E71B1D-6860-472B-8776-BDC8A7A86724}"/>
                </a:ext>
              </a:extLst>
            </p:cNvPr>
            <p:cNvSpPr/>
            <p:nvPr/>
          </p:nvSpPr>
          <p:spPr>
            <a:xfrm>
              <a:off x="3829050" y="3952081"/>
              <a:ext cx="4229100" cy="1163811"/>
            </a:xfrm>
            <a:custGeom>
              <a:avLst/>
              <a:gdLst>
                <a:gd name="connsiteX0" fmla="*/ 0 w 4229100"/>
                <a:gd name="connsiteY0" fmla="*/ 1166193 h 1166193"/>
                <a:gd name="connsiteX1" fmla="*/ 704847 w 4229100"/>
                <a:gd name="connsiteY1" fmla="*/ 0 h 1166193"/>
                <a:gd name="connsiteX2" fmla="*/ 3524253 w 4229100"/>
                <a:gd name="connsiteY2" fmla="*/ 0 h 1166193"/>
                <a:gd name="connsiteX3" fmla="*/ 4229100 w 4229100"/>
                <a:gd name="connsiteY3" fmla="*/ 1166193 h 1166193"/>
                <a:gd name="connsiteX4" fmla="*/ 0 w 4229100"/>
                <a:gd name="connsiteY4" fmla="*/ 1166193 h 116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9100" h="1166193">
                  <a:moveTo>
                    <a:pt x="0" y="1166193"/>
                  </a:moveTo>
                  <a:lnTo>
                    <a:pt x="704847" y="0"/>
                  </a:lnTo>
                  <a:lnTo>
                    <a:pt x="3524253" y="0"/>
                  </a:lnTo>
                  <a:lnTo>
                    <a:pt x="4229100" y="1166193"/>
                  </a:lnTo>
                  <a:lnTo>
                    <a:pt x="0" y="1166193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757872" tIns="17780" rIns="757873" bIns="17780" spcCol="1270" anchor="ctr"/>
            <a:lstStyle/>
            <a:p>
              <a:pPr algn="ctr" defTabSz="6223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1400" b="1" dirty="0">
                  <a:solidFill>
                    <a:srgbClr val="FFFFFF"/>
                  </a:solidFill>
                  <a:latin typeface="Helvetica"/>
                </a:rPr>
                <a:t>Architectural design 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D15D157-0AF2-424D-89F9-271BC89AFB9D}"/>
                </a:ext>
              </a:extLst>
            </p:cNvPr>
            <p:cNvSpPr/>
            <p:nvPr/>
          </p:nvSpPr>
          <p:spPr>
            <a:xfrm>
              <a:off x="3124200" y="5115892"/>
              <a:ext cx="5638800" cy="1166987"/>
            </a:xfrm>
            <a:custGeom>
              <a:avLst/>
              <a:gdLst>
                <a:gd name="connsiteX0" fmla="*/ 0 w 5638800"/>
                <a:gd name="connsiteY0" fmla="*/ 1166193 h 1166193"/>
                <a:gd name="connsiteX1" fmla="*/ 704847 w 5638800"/>
                <a:gd name="connsiteY1" fmla="*/ 0 h 1166193"/>
                <a:gd name="connsiteX2" fmla="*/ 4933953 w 5638800"/>
                <a:gd name="connsiteY2" fmla="*/ 0 h 1166193"/>
                <a:gd name="connsiteX3" fmla="*/ 5638800 w 5638800"/>
                <a:gd name="connsiteY3" fmla="*/ 1166193 h 1166193"/>
                <a:gd name="connsiteX4" fmla="*/ 0 w 5638800"/>
                <a:gd name="connsiteY4" fmla="*/ 1166193 h 116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00" h="1166193">
                  <a:moveTo>
                    <a:pt x="0" y="1166193"/>
                  </a:moveTo>
                  <a:lnTo>
                    <a:pt x="704847" y="0"/>
                  </a:lnTo>
                  <a:lnTo>
                    <a:pt x="4933953" y="0"/>
                  </a:lnTo>
                  <a:lnTo>
                    <a:pt x="5638800" y="1166193"/>
                  </a:lnTo>
                  <a:lnTo>
                    <a:pt x="0" y="1166193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04569" tIns="17780" rIns="1004571" bIns="17780" spcCol="1270" anchor="ctr"/>
            <a:lstStyle/>
            <a:p>
              <a:pPr algn="ctr" defTabSz="6223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1400" b="1" dirty="0">
                  <a:solidFill>
                    <a:srgbClr val="FFFFFF"/>
                  </a:solidFill>
                  <a:latin typeface="Helvetica"/>
                </a:rPr>
                <a:t>Data / class design</a:t>
              </a:r>
            </a:p>
          </p:txBody>
        </p:sp>
      </p:grpSp>
      <p:sp>
        <p:nvSpPr>
          <p:cNvPr id="17414" name="TextBox 15">
            <a:extLst>
              <a:ext uri="{FF2B5EF4-FFF2-40B4-BE49-F238E27FC236}">
                <a16:creationId xmlns:a16="http://schemas.microsoft.com/office/drawing/2014/main" id="{95405337-9D33-4EAD-A61D-03DE4DD19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862514"/>
            <a:ext cx="358140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Define 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class attributes, objects and relationship</a:t>
            </a: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defined in CRC (class responsibility collaborator) models</a:t>
            </a:r>
          </a:p>
        </p:txBody>
      </p:sp>
      <p:sp>
        <p:nvSpPr>
          <p:cNvPr id="17415" name="TextBox 19">
            <a:extLst>
              <a:ext uri="{FF2B5EF4-FFF2-40B4-BE49-F238E27FC236}">
                <a16:creationId xmlns:a16="http://schemas.microsoft.com/office/drawing/2014/main" id="{4248528C-B325-4B7F-9270-8FA8E8434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1" y="3798095"/>
            <a:ext cx="3806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Defines framework of a computer based system; 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standalone / distributed </a:t>
            </a: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etc.</a:t>
            </a:r>
          </a:p>
        </p:txBody>
      </p:sp>
      <p:sp>
        <p:nvSpPr>
          <p:cNvPr id="17416" name="TextBox 20">
            <a:extLst>
              <a:ext uri="{FF2B5EF4-FFF2-40B4-BE49-F238E27FC236}">
                <a16:creationId xmlns:a16="http://schemas.microsoft.com/office/drawing/2014/main" id="{118B995B-FFB6-4AFD-B065-AFEA4CD18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2556274"/>
            <a:ext cx="44061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Defines 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data flow between human and machine</a:t>
            </a: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. Done using behavioral analysis and usage scenarios.</a:t>
            </a:r>
          </a:p>
        </p:txBody>
      </p:sp>
      <p:sp>
        <p:nvSpPr>
          <p:cNvPr id="17417" name="TextBox 20">
            <a:extLst>
              <a:ext uri="{FF2B5EF4-FFF2-40B4-BE49-F238E27FC236}">
                <a16:creationId xmlns:a16="http://schemas.microsoft.com/office/drawing/2014/main" id="{BD6B067F-F80F-4284-886E-6505660E8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1" y="1312071"/>
            <a:ext cx="47434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Defines 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the procedural components that can be developed using class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58CD0E-0ECC-46F0-9165-84BE3F7784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24000" y="6305550"/>
            <a:ext cx="5486400" cy="4572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764F1-3966-4393-B741-AD975E20DE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9A7C6F0-F1B4-4512-B75B-FB1F1D746FE1}" type="slidenum"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altLang="en-US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521317C8-5665-4DF7-8C19-B6EE30D66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930276"/>
            <a:ext cx="6705600" cy="633413"/>
          </a:xfrm>
        </p:spPr>
        <p:txBody>
          <a:bodyPr/>
          <a:lstStyle/>
          <a:p>
            <a:pPr eaLnBrk="1" hangingPunct="1"/>
            <a:r>
              <a:rPr lang="en-US" altLang="en-US"/>
              <a:t>Software Design</a:t>
            </a:r>
          </a:p>
        </p:txBody>
      </p:sp>
      <p:grpSp>
        <p:nvGrpSpPr>
          <p:cNvPr id="18437" name="Group 10">
            <a:extLst>
              <a:ext uri="{FF2B5EF4-FFF2-40B4-BE49-F238E27FC236}">
                <a16:creationId xmlns:a16="http://schemas.microsoft.com/office/drawing/2014/main" id="{4008800D-4FCB-4400-9424-42A84AFDB690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617663"/>
            <a:ext cx="5638800" cy="4665662"/>
            <a:chOff x="3124200" y="1618107"/>
            <a:chExt cx="5638800" cy="466477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F21A2DC-E999-4591-91C8-CDDFDA15AFCF}"/>
                </a:ext>
              </a:extLst>
            </p:cNvPr>
            <p:cNvSpPr/>
            <p:nvPr/>
          </p:nvSpPr>
          <p:spPr>
            <a:xfrm>
              <a:off x="5238750" y="1618107"/>
              <a:ext cx="1409700" cy="1166589"/>
            </a:xfrm>
            <a:custGeom>
              <a:avLst/>
              <a:gdLst>
                <a:gd name="connsiteX0" fmla="*/ 0 w 1409700"/>
                <a:gd name="connsiteY0" fmla="*/ 1166193 h 1166193"/>
                <a:gd name="connsiteX1" fmla="*/ 704847 w 1409700"/>
                <a:gd name="connsiteY1" fmla="*/ 0 h 1166193"/>
                <a:gd name="connsiteX2" fmla="*/ 704853 w 1409700"/>
                <a:gd name="connsiteY2" fmla="*/ 0 h 1166193"/>
                <a:gd name="connsiteX3" fmla="*/ 1409700 w 1409700"/>
                <a:gd name="connsiteY3" fmla="*/ 1166193 h 1166193"/>
                <a:gd name="connsiteX4" fmla="*/ 0 w 1409700"/>
                <a:gd name="connsiteY4" fmla="*/ 1166193 h 116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00" h="1166193">
                  <a:moveTo>
                    <a:pt x="0" y="1166193"/>
                  </a:moveTo>
                  <a:lnTo>
                    <a:pt x="704847" y="0"/>
                  </a:lnTo>
                  <a:lnTo>
                    <a:pt x="704853" y="0"/>
                  </a:lnTo>
                  <a:lnTo>
                    <a:pt x="1409700" y="1166193"/>
                  </a:lnTo>
                  <a:lnTo>
                    <a:pt x="0" y="1166193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0320" tIns="20320" rIns="20320" bIns="20320" spcCol="1270" anchor="ctr"/>
            <a:lstStyle/>
            <a:p>
              <a:pPr algn="ctr" defTabSz="7112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1100" b="1" dirty="0">
                  <a:solidFill>
                    <a:srgbClr val="FFFFFF"/>
                  </a:solidFill>
                  <a:latin typeface="Helvetica"/>
                </a:rPr>
                <a:t>Component level design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2B5683-ACDD-41C6-B2EF-13CBE2814AA4}"/>
                </a:ext>
              </a:extLst>
            </p:cNvPr>
            <p:cNvSpPr/>
            <p:nvPr/>
          </p:nvSpPr>
          <p:spPr>
            <a:xfrm>
              <a:off x="4533900" y="2784696"/>
              <a:ext cx="2819400" cy="1166590"/>
            </a:xfrm>
            <a:custGeom>
              <a:avLst/>
              <a:gdLst>
                <a:gd name="connsiteX0" fmla="*/ 0 w 2819400"/>
                <a:gd name="connsiteY0" fmla="*/ 1166193 h 1166193"/>
                <a:gd name="connsiteX1" fmla="*/ 704847 w 2819400"/>
                <a:gd name="connsiteY1" fmla="*/ 0 h 1166193"/>
                <a:gd name="connsiteX2" fmla="*/ 2114553 w 2819400"/>
                <a:gd name="connsiteY2" fmla="*/ 0 h 1166193"/>
                <a:gd name="connsiteX3" fmla="*/ 2819400 w 2819400"/>
                <a:gd name="connsiteY3" fmla="*/ 1166193 h 1166193"/>
                <a:gd name="connsiteX4" fmla="*/ 0 w 2819400"/>
                <a:gd name="connsiteY4" fmla="*/ 1166193 h 116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9400" h="1166193">
                  <a:moveTo>
                    <a:pt x="0" y="1166193"/>
                  </a:moveTo>
                  <a:lnTo>
                    <a:pt x="704847" y="0"/>
                  </a:lnTo>
                  <a:lnTo>
                    <a:pt x="2114553" y="0"/>
                  </a:lnTo>
                  <a:lnTo>
                    <a:pt x="2819400" y="1166193"/>
                  </a:lnTo>
                  <a:lnTo>
                    <a:pt x="0" y="1166193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511175" tIns="17780" rIns="511175" bIns="17780" spcCol="1270" anchor="ctr"/>
            <a:lstStyle/>
            <a:p>
              <a:pPr algn="ctr" defTabSz="6223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1400" b="1" dirty="0">
                  <a:solidFill>
                    <a:srgbClr val="FFFFFF"/>
                  </a:solidFill>
                  <a:latin typeface="Helvetica"/>
                </a:rPr>
                <a:t>Interface design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1156D26-661D-4CFE-AF45-73952B6151DF}"/>
                </a:ext>
              </a:extLst>
            </p:cNvPr>
            <p:cNvSpPr/>
            <p:nvPr/>
          </p:nvSpPr>
          <p:spPr>
            <a:xfrm>
              <a:off x="3829050" y="3951287"/>
              <a:ext cx="4229100" cy="1165003"/>
            </a:xfrm>
            <a:custGeom>
              <a:avLst/>
              <a:gdLst>
                <a:gd name="connsiteX0" fmla="*/ 0 w 4229100"/>
                <a:gd name="connsiteY0" fmla="*/ 1166193 h 1166193"/>
                <a:gd name="connsiteX1" fmla="*/ 704847 w 4229100"/>
                <a:gd name="connsiteY1" fmla="*/ 0 h 1166193"/>
                <a:gd name="connsiteX2" fmla="*/ 3524253 w 4229100"/>
                <a:gd name="connsiteY2" fmla="*/ 0 h 1166193"/>
                <a:gd name="connsiteX3" fmla="*/ 4229100 w 4229100"/>
                <a:gd name="connsiteY3" fmla="*/ 1166193 h 1166193"/>
                <a:gd name="connsiteX4" fmla="*/ 0 w 4229100"/>
                <a:gd name="connsiteY4" fmla="*/ 1166193 h 116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9100" h="1166193">
                  <a:moveTo>
                    <a:pt x="0" y="1166193"/>
                  </a:moveTo>
                  <a:lnTo>
                    <a:pt x="704847" y="0"/>
                  </a:lnTo>
                  <a:lnTo>
                    <a:pt x="3524253" y="0"/>
                  </a:lnTo>
                  <a:lnTo>
                    <a:pt x="4229100" y="1166193"/>
                  </a:lnTo>
                  <a:lnTo>
                    <a:pt x="0" y="1166193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757872" tIns="17780" rIns="757873" bIns="17780" spcCol="1270" anchor="ctr"/>
            <a:lstStyle/>
            <a:p>
              <a:pPr algn="ctr" defTabSz="6223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1400" b="1" dirty="0">
                  <a:solidFill>
                    <a:srgbClr val="FFFFFF"/>
                  </a:solidFill>
                  <a:latin typeface="Helvetica"/>
                </a:rPr>
                <a:t>Architectural design 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1F27103-F0CE-4857-A606-1256F7828C1C}"/>
                </a:ext>
              </a:extLst>
            </p:cNvPr>
            <p:cNvSpPr/>
            <p:nvPr/>
          </p:nvSpPr>
          <p:spPr>
            <a:xfrm>
              <a:off x="3124200" y="5116290"/>
              <a:ext cx="5638800" cy="1166589"/>
            </a:xfrm>
            <a:custGeom>
              <a:avLst/>
              <a:gdLst>
                <a:gd name="connsiteX0" fmla="*/ 0 w 5638800"/>
                <a:gd name="connsiteY0" fmla="*/ 1166193 h 1166193"/>
                <a:gd name="connsiteX1" fmla="*/ 704847 w 5638800"/>
                <a:gd name="connsiteY1" fmla="*/ 0 h 1166193"/>
                <a:gd name="connsiteX2" fmla="*/ 4933953 w 5638800"/>
                <a:gd name="connsiteY2" fmla="*/ 0 h 1166193"/>
                <a:gd name="connsiteX3" fmla="*/ 5638800 w 5638800"/>
                <a:gd name="connsiteY3" fmla="*/ 1166193 h 1166193"/>
                <a:gd name="connsiteX4" fmla="*/ 0 w 5638800"/>
                <a:gd name="connsiteY4" fmla="*/ 1166193 h 116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00" h="1166193">
                  <a:moveTo>
                    <a:pt x="0" y="1166193"/>
                  </a:moveTo>
                  <a:lnTo>
                    <a:pt x="704847" y="0"/>
                  </a:lnTo>
                  <a:lnTo>
                    <a:pt x="4933953" y="0"/>
                  </a:lnTo>
                  <a:lnTo>
                    <a:pt x="5638800" y="1166193"/>
                  </a:lnTo>
                  <a:lnTo>
                    <a:pt x="0" y="1166193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04569" tIns="17780" rIns="1004571" bIns="17780" spcCol="1270" anchor="ctr"/>
            <a:lstStyle/>
            <a:p>
              <a:pPr algn="ctr" defTabSz="6223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1400" b="1" dirty="0">
                  <a:solidFill>
                    <a:srgbClr val="FFFFFF"/>
                  </a:solidFill>
                  <a:latin typeface="Helvetica"/>
                </a:rPr>
                <a:t>Data / class design</a:t>
              </a:r>
            </a:p>
          </p:txBody>
        </p:sp>
      </p:grpSp>
      <p:sp>
        <p:nvSpPr>
          <p:cNvPr id="18438" name="TextBox 15">
            <a:extLst>
              <a:ext uri="{FF2B5EF4-FFF2-40B4-BE49-F238E27FC236}">
                <a16:creationId xmlns:a16="http://schemas.microsoft.com/office/drawing/2014/main" id="{2F53A12F-87A2-4770-8FD8-371B74472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699126"/>
            <a:ext cx="3581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Class diagram, CRC, collaboration diag.</a:t>
            </a:r>
          </a:p>
        </p:txBody>
      </p:sp>
      <p:sp>
        <p:nvSpPr>
          <p:cNvPr id="18439" name="TextBox 19">
            <a:extLst>
              <a:ext uri="{FF2B5EF4-FFF2-40B4-BE49-F238E27FC236}">
                <a16:creationId xmlns:a16="http://schemas.microsoft.com/office/drawing/2014/main" id="{7661181C-51D8-49E1-BE4B-A18676F2E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4170364"/>
            <a:ext cx="380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Class diagram, CRC, collaboration diag., DFD, control flow diag.</a:t>
            </a:r>
          </a:p>
        </p:txBody>
      </p:sp>
      <p:sp>
        <p:nvSpPr>
          <p:cNvPr id="18440" name="TextBox 20">
            <a:extLst>
              <a:ext uri="{FF2B5EF4-FFF2-40B4-BE49-F238E27FC236}">
                <a16:creationId xmlns:a16="http://schemas.microsoft.com/office/drawing/2014/main" id="{89D922C4-E394-4B78-BD2D-70D2F404A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3005139"/>
            <a:ext cx="3806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Use case diag., state transition diag. ,sequence diag. , DFDs</a:t>
            </a:r>
          </a:p>
        </p:txBody>
      </p:sp>
      <p:sp>
        <p:nvSpPr>
          <p:cNvPr id="18441" name="TextBox 21">
            <a:extLst>
              <a:ext uri="{FF2B5EF4-FFF2-40B4-BE49-F238E27FC236}">
                <a16:creationId xmlns:a16="http://schemas.microsoft.com/office/drawing/2014/main" id="{B595F96D-3972-4611-BA04-671C6CC14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1776414"/>
            <a:ext cx="380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DFD, sequence diag., state transition diag.,  class diagram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7EAB3B4-26BE-456B-801C-F9817349FF92}"/>
                  </a:ext>
                </a:extLst>
              </p14:cNvPr>
              <p14:cNvContentPartPr/>
              <p14:nvPr/>
            </p14:nvContentPartPr>
            <p14:xfrm>
              <a:off x="3950715" y="1914711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7EAB3B4-26BE-456B-801C-F9817349FF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41715" y="190571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0739B4-11CB-471B-B623-1913F424FE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These slides are designed to accompany </a:t>
            </a:r>
            <a:r>
              <a:rPr lang="en-US" altLang="en-US" i="1"/>
              <a:t>Software Engineering: A Practitioner’s Approach, 7/e </a:t>
            </a:r>
            <a:r>
              <a:rPr lang="en-US" altLang="en-US"/>
              <a:t>(McGraw-Hill, 2009) Slides copyright 2009 by Roger Pressman.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D16385-4C71-4DAA-A321-8C9B5DF040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815697-F861-482A-8ADA-3ADCFDC0D8A9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1026" name="Picture 2" descr="UML Lectures">
            <a:extLst>
              <a:ext uri="{FF2B5EF4-FFF2-40B4-BE49-F238E27FC236}">
                <a16:creationId xmlns:a16="http://schemas.microsoft.com/office/drawing/2014/main" id="{FBAFA1CC-7860-4E0D-9B25-5A7F8D811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950" y="1452473"/>
            <a:ext cx="718185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DE8BA00-B329-410B-9F71-51F2C66B0FFC}"/>
              </a:ext>
            </a:extLst>
          </p:cNvPr>
          <p:cNvGrpSpPr/>
          <p:nvPr/>
        </p:nvGrpSpPr>
        <p:grpSpPr>
          <a:xfrm>
            <a:off x="5319435" y="523671"/>
            <a:ext cx="977760" cy="424080"/>
            <a:chOff x="5319435" y="523671"/>
            <a:chExt cx="97776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78CAD7B-AF42-43CD-B15B-3297E08BA523}"/>
                    </a:ext>
                  </a:extLst>
                </p14:cNvPr>
                <p14:cNvContentPartPr/>
                <p14:nvPr/>
              </p14:nvContentPartPr>
              <p14:xfrm>
                <a:off x="5319435" y="523671"/>
                <a:ext cx="342360" cy="357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78CAD7B-AF42-43CD-B15B-3297E08BA52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10435" y="515031"/>
                  <a:ext cx="3600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50203FC-A188-41FE-A999-D4C03474B28E}"/>
                    </a:ext>
                  </a:extLst>
                </p14:cNvPr>
                <p14:cNvContentPartPr/>
                <p14:nvPr/>
              </p14:nvContentPartPr>
              <p14:xfrm>
                <a:off x="5770875" y="525831"/>
                <a:ext cx="217440" cy="421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50203FC-A188-41FE-A999-D4C03474B28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61875" y="516831"/>
                  <a:ext cx="2350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B02AEF4-7C9F-46EC-A3CB-0557C7F19121}"/>
                    </a:ext>
                  </a:extLst>
                </p14:cNvPr>
                <p14:cNvContentPartPr/>
                <p14:nvPr/>
              </p14:nvContentPartPr>
              <p14:xfrm>
                <a:off x="5994435" y="525471"/>
                <a:ext cx="302760" cy="383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B02AEF4-7C9F-46EC-A3CB-0557C7F1912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85795" y="516471"/>
                  <a:ext cx="320400" cy="40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77889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EFEB8-75C1-4180-9D2A-127B9FCE47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04950" y="6376988"/>
            <a:ext cx="6800850" cy="4572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EC1BD-DA33-417A-8DD2-755DE210D3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6C7FB1-CAC3-415D-B075-B842B9E000FC}" type="slidenum"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altLang="en-US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970571F4-3F00-4DAD-B780-AEF7AD59F9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762001"/>
            <a:ext cx="8991600" cy="633413"/>
          </a:xfrm>
        </p:spPr>
        <p:txBody>
          <a:bodyPr/>
          <a:lstStyle/>
          <a:p>
            <a:pPr eaLnBrk="1" hangingPunct="1"/>
            <a:r>
              <a:rPr lang="en-US" altLang="en-US"/>
              <a:t>Good Software Design characteristics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A52B684-74E5-4B6D-9D77-44F130BEA7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1468686"/>
              </p:ext>
            </p:extLst>
          </p:nvPr>
        </p:nvGraphicFramePr>
        <p:xfrm>
          <a:off x="2057400" y="1904999"/>
          <a:ext cx="80010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9F0567-EF69-4826-8CEB-C15F135E09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96BD0-765F-44D5-AB13-089800D600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4B9FB1-B877-459B-A22D-04DB02684C79}" type="slidenum"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altLang="en-US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A232FAEB-6066-4CEE-A6A9-7291C8196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560294"/>
            <a:ext cx="5457825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Quality Guidelines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B3DEF322-4847-446D-8157-06FE78572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8447" y="1537447"/>
            <a:ext cx="8785412" cy="4114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ts val="300"/>
              </a:spcBef>
            </a:pPr>
            <a:endParaRPr lang="en-US" altLang="en-US" sz="1400" dirty="0">
              <a:solidFill>
                <a:schemeClr val="folHlink"/>
              </a:solidFill>
            </a:endParaRPr>
          </a:p>
          <a:p>
            <a:pPr algn="just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en-US" sz="1800" b="1" dirty="0">
                <a:solidFill>
                  <a:schemeClr val="folHlink"/>
                </a:solidFill>
              </a:rPr>
              <a:t>A design should be </a:t>
            </a:r>
            <a:r>
              <a:rPr lang="en-US" altLang="en-US" sz="1800" b="1" u="sng" dirty="0">
                <a:solidFill>
                  <a:schemeClr val="folHlink"/>
                </a:solidFill>
              </a:rPr>
              <a:t>modular</a:t>
            </a:r>
            <a:r>
              <a:rPr lang="en-US" altLang="en-US" sz="1600" dirty="0"/>
              <a:t>; that is, the software should be logically partitioned into elements or subsystems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chemeClr val="folHlink"/>
                </a:solidFill>
              </a:rPr>
              <a:t>A design should contain </a:t>
            </a:r>
            <a:r>
              <a:rPr lang="en-US" altLang="en-US" sz="1800" b="1" u="sng" dirty="0">
                <a:solidFill>
                  <a:schemeClr val="folHlink"/>
                </a:solidFill>
              </a:rPr>
              <a:t>distinct representations of data, architecture, interfaces, and components.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chemeClr val="folHlink"/>
                </a:solidFill>
              </a:rPr>
              <a:t>A design must </a:t>
            </a:r>
            <a:r>
              <a:rPr lang="en-US" altLang="en-US" sz="1800" b="1" u="sng" dirty="0">
                <a:solidFill>
                  <a:schemeClr val="folHlink"/>
                </a:solidFill>
              </a:rPr>
              <a:t>use appropriate data structures </a:t>
            </a:r>
            <a:r>
              <a:rPr lang="en-US" altLang="en-US" sz="1600" dirty="0"/>
              <a:t>for the classes to be implemented.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A design should lead to </a:t>
            </a:r>
            <a:r>
              <a:rPr lang="en-US" altLang="en-US" sz="1800" b="1" dirty="0">
                <a:solidFill>
                  <a:schemeClr val="folHlink"/>
                </a:solidFill>
              </a:rPr>
              <a:t>components that exhibit independent functional characteristics</a:t>
            </a:r>
            <a:r>
              <a:rPr lang="en-US" altLang="en-US" sz="1600" dirty="0">
                <a:solidFill>
                  <a:schemeClr val="folHlink"/>
                </a:solidFill>
              </a:rPr>
              <a:t>.</a:t>
            </a:r>
            <a:endParaRPr lang="en-US" altLang="en-US" sz="1600" dirty="0"/>
          </a:p>
          <a:p>
            <a:pPr algn="just"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A design should lead </a:t>
            </a:r>
            <a:r>
              <a:rPr lang="en-US" altLang="en-US" sz="1800" b="1" dirty="0">
                <a:solidFill>
                  <a:schemeClr val="folHlink"/>
                </a:solidFill>
              </a:rPr>
              <a:t>to interfaces that reduce the complexity</a:t>
            </a:r>
            <a:r>
              <a:rPr lang="en-US" altLang="en-US" sz="1800" b="1" dirty="0"/>
              <a:t> </a:t>
            </a:r>
            <a:r>
              <a:rPr lang="en-US" altLang="en-US" sz="1600" dirty="0"/>
              <a:t>of connections between components and with the external environment.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A design should be </a:t>
            </a:r>
            <a:r>
              <a:rPr lang="en-US" altLang="en-US" sz="1800" b="1" dirty="0">
                <a:solidFill>
                  <a:schemeClr val="folHlink"/>
                </a:solidFill>
              </a:rPr>
              <a:t>derived using a repeatable method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200" dirty="0"/>
              <a:t>that is driven by information obtained during software requirements analysis.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A design should be </a:t>
            </a:r>
            <a:r>
              <a:rPr lang="en-US" altLang="en-US" sz="1800" b="1" u="sng" dirty="0">
                <a:solidFill>
                  <a:schemeClr val="folHlink"/>
                </a:solidFill>
              </a:rPr>
              <a:t>represented using an understandable notation</a:t>
            </a:r>
            <a:endParaRPr lang="en-US" altLang="en-US" sz="2000" b="1" u="sng" dirty="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35DF006-0BFE-4461-85C3-D2C7B94AEE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3A6EAC8-5F9F-4E1A-8249-136FE2E5D4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0C89889-61DE-4F07-8748-50D2D1444FB7}" type="slidenum"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altLang="en-US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6B48ECB-6DF4-4004-85CB-6F60663A1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0" y="1066800"/>
            <a:ext cx="4051300" cy="6604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altLang="en-US"/>
              <a:t>Design Principles</a:t>
            </a:r>
          </a:p>
        </p:txBody>
      </p:sp>
      <p:sp>
        <p:nvSpPr>
          <p:cNvPr id="22533" name="Rectangle 4">
            <a:extLst>
              <a:ext uri="{FF2B5EF4-FFF2-40B4-BE49-F238E27FC236}">
                <a16:creationId xmlns:a16="http://schemas.microsoft.com/office/drawing/2014/main" id="{F769FA71-DB7C-442C-98DE-B1EE4C3F8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2635" y="1822823"/>
            <a:ext cx="7977468" cy="41148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600" dirty="0"/>
              <a:t>The design process should not suffer from ‘tunnel vision.’ (limited scope) 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/>
              <a:t>The design should be traceable to the analysis model.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/>
              <a:t>The design should not reinvent the wheel.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/>
              <a:t>The design should “minimize the intellectual distance” [DAV95] between the software and the problem as it exists in the real world.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/>
              <a:t>The design should exhibit uniformity and integration.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/>
              <a:t>The design should be structured to accommodate change.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/>
              <a:t>The design should be structured to degrade gently, even when aberrant data, events, or operating conditions are encountered.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/>
              <a:t>Design is not coding, coding is not design.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/>
              <a:t>The design should be assessed for quality as it is being created, not after the fact.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/>
              <a:t>The design should be reviewed to minimize conceptual (semantic) errors.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EBCA660-E48D-438D-B4EC-5B4858D501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93BFF64-0777-4F6F-921A-BA01D855E8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8B8F0C-EF59-4AEE-ABFC-6BD73E0C33B5}" type="slidenum"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altLang="en-US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224A069D-2390-4BB7-8A60-260BEE8890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152400"/>
            <a:ext cx="9144000" cy="12827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altLang="en-US"/>
              <a:t>Attributes for assessment of design Quality</a:t>
            </a: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F88B0554-9245-425E-8494-7C23063872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25600" y="2015858"/>
            <a:ext cx="91440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rgbClr val="FF0000"/>
                </a:solidFill>
              </a:rPr>
              <a:t>Functionality </a:t>
            </a:r>
            <a:r>
              <a:rPr lang="en-US" altLang="en-US" sz="1600" dirty="0"/>
              <a:t>~ assess the capabilities of system &amp;  overall security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rgbClr val="FF0000"/>
                </a:solidFill>
              </a:rPr>
              <a:t>Usability</a:t>
            </a:r>
            <a:r>
              <a:rPr lang="en-US" altLang="en-US" sz="1600" dirty="0"/>
              <a:t> ~ assess by considering human factors like aesthetics, consistency, documentation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rgbClr val="FF0000"/>
                </a:solidFill>
              </a:rPr>
              <a:t>Reliability</a:t>
            </a:r>
            <a:r>
              <a:rPr lang="en-US" altLang="en-US" sz="1600" dirty="0"/>
              <a:t> ~ suggest possible severity of failures, no single point failures are appreciated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rgbClr val="FF0000"/>
                </a:solidFill>
              </a:rPr>
              <a:t>Performance</a:t>
            </a:r>
            <a:r>
              <a:rPr lang="en-US" altLang="en-US" sz="1600" dirty="0"/>
              <a:t> ~ assessed using resource consumptions, throughput, process speed, response time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rgbClr val="FF0000"/>
                </a:solidFill>
              </a:rPr>
              <a:t>Supportability/scalability </a:t>
            </a:r>
            <a:r>
              <a:rPr lang="en-US" altLang="en-US" sz="1600" dirty="0"/>
              <a:t>~ ability to extend a system, lesser system limitations are good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rgbClr val="FF0000"/>
                </a:solidFill>
              </a:rPr>
              <a:t>Maintainability</a:t>
            </a:r>
            <a:r>
              <a:rPr lang="en-US" altLang="en-US" sz="1600" dirty="0"/>
              <a:t> ~ system installation and maintenance should be done easily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1600" dirty="0"/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18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EBCA660-E48D-438D-B4EC-5B4858D501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93BFF64-0777-4F6F-921A-BA01D855E8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8B8F0C-EF59-4AEE-ABFC-6BD73E0C33B5}" type="slidenum"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altLang="en-US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224A069D-2390-4BB7-8A60-260BEE8890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1174" y="141715"/>
            <a:ext cx="9144000" cy="666849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altLang="en-US" dirty="0"/>
              <a:t>How to make an effective design</a:t>
            </a: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F88B0554-9245-425E-8494-7C23063872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5050" y="1291807"/>
            <a:ext cx="775335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1800" dirty="0"/>
              <a:t>Problem partitioning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400" dirty="0"/>
              <a:t>Define functions, modules and multiple products that could operate separately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800" dirty="0"/>
              <a:t>Abstraction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400" dirty="0"/>
              <a:t>Show only the upper level details of the requirements, hide implementation details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400" dirty="0"/>
              <a:t>As in level 0 of DFD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800" dirty="0"/>
              <a:t>Top down / bottom up approach used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1800" dirty="0"/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400" dirty="0">
                <a:solidFill>
                  <a:srgbClr val="7030A0"/>
                </a:solidFill>
              </a:rPr>
              <a:t>Top down used for reverse engineering problems -&gt; you have a defined product and you need to customize it as per your needs</a:t>
            </a:r>
          </a:p>
          <a:p>
            <a:pPr marL="457200" lvl="1" indent="0" algn="just" eaLnBrk="1" hangingPunct="1">
              <a:lnSpc>
                <a:spcPct val="90000"/>
              </a:lnSpc>
              <a:buNone/>
            </a:pPr>
            <a:endParaRPr lang="en-US" altLang="en-US" sz="1400" dirty="0">
              <a:solidFill>
                <a:srgbClr val="7030A0"/>
              </a:solidFill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400" dirty="0">
                <a:solidFill>
                  <a:srgbClr val="7030A0"/>
                </a:solidFill>
              </a:rPr>
              <a:t>Bottom up -&gt; you know modules / subsystems, you integrate them and make up final product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1800" dirty="0">
              <a:solidFill>
                <a:srgbClr val="7030A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CF2511-C01D-5102-F0B2-FA989072735D}"/>
              </a:ext>
            </a:extLst>
          </p:cNvPr>
          <p:cNvGrpSpPr/>
          <p:nvPr/>
        </p:nvGrpSpPr>
        <p:grpSpPr>
          <a:xfrm>
            <a:off x="718619" y="4260160"/>
            <a:ext cx="1665720" cy="927720"/>
            <a:chOff x="718619" y="4260160"/>
            <a:chExt cx="1665720" cy="92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DA0EAF4-58D4-B7B5-3295-FE732F090E87}"/>
                    </a:ext>
                  </a:extLst>
                </p14:cNvPr>
                <p14:cNvContentPartPr/>
                <p14:nvPr/>
              </p14:nvContentPartPr>
              <p14:xfrm>
                <a:off x="1046939" y="4260160"/>
                <a:ext cx="692280" cy="54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DA0EAF4-58D4-B7B5-3295-FE732F090E8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40819" y="4254040"/>
                  <a:ext cx="704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CB10F53-5AFF-94CF-6708-EAEC99BA98F2}"/>
                    </a:ext>
                  </a:extLst>
                </p14:cNvPr>
                <p14:cNvContentPartPr/>
                <p14:nvPr/>
              </p14:nvContentPartPr>
              <p14:xfrm>
                <a:off x="718619" y="4349800"/>
                <a:ext cx="471240" cy="381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CB10F53-5AFF-94CF-6708-EAEC99BA98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2499" y="4343680"/>
                  <a:ext cx="4834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3C98040-EEEA-1951-DCBD-85FA7F7A1478}"/>
                    </a:ext>
                  </a:extLst>
                </p14:cNvPr>
                <p14:cNvContentPartPr/>
                <p14:nvPr/>
              </p14:nvContentPartPr>
              <p14:xfrm>
                <a:off x="1233419" y="4376440"/>
                <a:ext cx="21600" cy="244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3C98040-EEEA-1951-DCBD-85FA7F7A14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27299" y="4370320"/>
                  <a:ext cx="33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739C2D-72F5-DC99-75AD-1488C3184A72}"/>
                    </a:ext>
                  </a:extLst>
                </p14:cNvPr>
                <p14:cNvContentPartPr/>
                <p14:nvPr/>
              </p14:nvContentPartPr>
              <p14:xfrm>
                <a:off x="1260059" y="4394080"/>
                <a:ext cx="684000" cy="32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4739C2D-72F5-DC99-75AD-1488C3184A7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53939" y="4387960"/>
                  <a:ext cx="6962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41A783-06DA-C011-97AF-63516094BCC4}"/>
                    </a:ext>
                  </a:extLst>
                </p14:cNvPr>
                <p14:cNvContentPartPr/>
                <p14:nvPr/>
              </p14:nvContentPartPr>
              <p14:xfrm>
                <a:off x="1797899" y="4873600"/>
                <a:ext cx="181800" cy="297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41A783-06DA-C011-97AF-63516094BC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91779" y="4867480"/>
                  <a:ext cx="1940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D025E65-DA0B-E3DA-3EFB-2655A6B4741C}"/>
                    </a:ext>
                  </a:extLst>
                </p14:cNvPr>
                <p14:cNvContentPartPr/>
                <p14:nvPr/>
              </p14:nvContentPartPr>
              <p14:xfrm>
                <a:off x="2032619" y="4944520"/>
                <a:ext cx="351720" cy="243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D025E65-DA0B-E3DA-3EFB-2655A6B4741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26499" y="4938400"/>
                  <a:ext cx="363960" cy="25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CFFDF16-DD70-4556-019F-4955AF07A3AB}"/>
                  </a:ext>
                </a:extLst>
              </p14:cNvPr>
              <p14:cNvContentPartPr/>
              <p14:nvPr/>
            </p14:nvContentPartPr>
            <p14:xfrm>
              <a:off x="1800419" y="5314960"/>
              <a:ext cx="312480" cy="536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CFFDF16-DD70-4556-019F-4955AF07A3A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94299" y="5308840"/>
                <a:ext cx="324720" cy="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AD7B9610-6F3A-3A42-C40B-898DD0741AEC}"/>
              </a:ext>
            </a:extLst>
          </p:cNvPr>
          <p:cNvGrpSpPr/>
          <p:nvPr/>
        </p:nvGrpSpPr>
        <p:grpSpPr>
          <a:xfrm>
            <a:off x="5255339" y="4402360"/>
            <a:ext cx="2387880" cy="1297080"/>
            <a:chOff x="5255339" y="4402360"/>
            <a:chExt cx="2387880" cy="12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E2784B5-293A-DAF2-50CA-06EE536E2E4A}"/>
                    </a:ext>
                  </a:extLst>
                </p14:cNvPr>
                <p14:cNvContentPartPr/>
                <p14:nvPr/>
              </p14:nvContentPartPr>
              <p14:xfrm>
                <a:off x="5255339" y="5654800"/>
                <a:ext cx="361800" cy="36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E2784B5-293A-DAF2-50CA-06EE536E2E4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49219" y="5648680"/>
                  <a:ext cx="374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1FF8D1-9176-800E-1CBE-7E7060C5D3A1}"/>
                    </a:ext>
                  </a:extLst>
                </p14:cNvPr>
                <p14:cNvContentPartPr/>
                <p14:nvPr/>
              </p14:nvContentPartPr>
              <p14:xfrm>
                <a:off x="5938979" y="5689720"/>
                <a:ext cx="407880" cy="9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1FF8D1-9176-800E-1CBE-7E7060C5D3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32859" y="5683600"/>
                  <a:ext cx="4201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4E5C730-08A4-20D2-602C-45BCAF1654B5}"/>
                    </a:ext>
                  </a:extLst>
                </p14:cNvPr>
                <p14:cNvContentPartPr/>
                <p14:nvPr/>
              </p14:nvContentPartPr>
              <p14:xfrm>
                <a:off x="5459459" y="5232520"/>
                <a:ext cx="93600" cy="351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4E5C730-08A4-20D2-602C-45BCAF1654B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53339" y="5226400"/>
                  <a:ext cx="1058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0A34205-26BB-B56D-D912-A25BF8E9D53B}"/>
                    </a:ext>
                  </a:extLst>
                </p14:cNvPr>
                <p14:cNvContentPartPr/>
                <p14:nvPr/>
              </p14:nvContentPartPr>
              <p14:xfrm>
                <a:off x="5946899" y="5264920"/>
                <a:ext cx="81360" cy="194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0A34205-26BB-B56D-D912-A25BF8E9D53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40779" y="5258800"/>
                  <a:ext cx="936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E16E65A-26DF-E257-0E09-73FEC7D11245}"/>
                    </a:ext>
                  </a:extLst>
                </p14:cNvPr>
                <p14:cNvContentPartPr/>
                <p14:nvPr/>
              </p14:nvContentPartPr>
              <p14:xfrm>
                <a:off x="5450459" y="5130640"/>
                <a:ext cx="641520" cy="19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E16E65A-26DF-E257-0E09-73FEC7D112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44339" y="5124520"/>
                  <a:ext cx="6537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2D5845D-E590-02DA-8ED4-CE88AD1AC547}"/>
                    </a:ext>
                  </a:extLst>
                </p14:cNvPr>
                <p14:cNvContentPartPr/>
                <p14:nvPr/>
              </p14:nvContentPartPr>
              <p14:xfrm>
                <a:off x="6498059" y="5131000"/>
                <a:ext cx="479160" cy="9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2D5845D-E590-02DA-8ED4-CE88AD1AC5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91939" y="5124880"/>
                  <a:ext cx="4914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A9ADDF4-108D-565D-4B4D-7324E4B237B1}"/>
                    </a:ext>
                  </a:extLst>
                </p14:cNvPr>
                <p14:cNvContentPartPr/>
                <p14:nvPr/>
              </p14:nvContentPartPr>
              <p14:xfrm>
                <a:off x="7181699" y="5140000"/>
                <a:ext cx="46152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A9ADDF4-108D-565D-4B4D-7324E4B237B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75579" y="5133880"/>
                  <a:ext cx="473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2848EED-077F-E3D6-1085-722651B625AF}"/>
                    </a:ext>
                  </a:extLst>
                </p14:cNvPr>
                <p14:cNvContentPartPr/>
                <p14:nvPr/>
              </p14:nvContentPartPr>
              <p14:xfrm>
                <a:off x="6936179" y="4616560"/>
                <a:ext cx="289800" cy="399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2848EED-077F-E3D6-1085-722651B625A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30059" y="4610440"/>
                  <a:ext cx="3020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8CD3F29-C32F-CF18-B7CE-8245CB9EF828}"/>
                    </a:ext>
                  </a:extLst>
                </p14:cNvPr>
                <p14:cNvContentPartPr/>
                <p14:nvPr/>
              </p14:nvContentPartPr>
              <p14:xfrm>
                <a:off x="6666899" y="4661200"/>
                <a:ext cx="35640" cy="301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8CD3F29-C32F-CF18-B7CE-8245CB9EF82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60779" y="4655080"/>
                  <a:ext cx="478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83F4810-6F0A-B01E-66CE-DCA14DF91244}"/>
                    </a:ext>
                  </a:extLst>
                </p14:cNvPr>
                <p14:cNvContentPartPr/>
                <p14:nvPr/>
              </p14:nvContentPartPr>
              <p14:xfrm>
                <a:off x="5823419" y="4599280"/>
                <a:ext cx="702360" cy="407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83F4810-6F0A-B01E-66CE-DCA14DF9124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7299" y="4593160"/>
                  <a:ext cx="71460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478696A-3640-8BC1-EF4A-4CAD60991FB6}"/>
                    </a:ext>
                  </a:extLst>
                </p14:cNvPr>
                <p14:cNvContentPartPr/>
                <p14:nvPr/>
              </p14:nvContentPartPr>
              <p14:xfrm>
                <a:off x="6240659" y="4402360"/>
                <a:ext cx="958320" cy="72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478696A-3640-8BC1-EF4A-4CAD60991FB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34539" y="4396240"/>
                  <a:ext cx="970560" cy="84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1508217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EC47C-4DE6-48B8-9BF2-433B1A1F84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D77B2-793A-42EE-847A-31A5978CA9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E289D69-A2F9-4E28-BF49-019D961E6C24}" type="slidenum"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altLang="en-US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9A38FB34-2452-4FFF-80F0-283D0AC2C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8816" y="609600"/>
            <a:ext cx="7314503" cy="666849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altLang="en-US" dirty="0"/>
              <a:t>Fundamental Design concepts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B6018965-8105-4F7B-BBAA-FE406E3C1A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18816" y="1905000"/>
            <a:ext cx="6858000" cy="34290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Abstraction</a:t>
            </a:r>
            <a:r>
              <a:rPr lang="en-US" altLang="en-US" sz="1600" dirty="0"/>
              <a:t>—data, procedure, control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Architecture</a:t>
            </a:r>
            <a:r>
              <a:rPr lang="en-US" altLang="en-US" sz="1600" dirty="0"/>
              <a:t>—the overall structure of the software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Separation of c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oncerns</a:t>
            </a:r>
            <a:r>
              <a:rPr lang="en-US" altLang="en-US" sz="1600" dirty="0">
                <a:latin typeface="Arial" panose="020B0604020202020204" pitchFamily="34" charset="0"/>
              </a:rPr>
              <a:t>—any complex problem can be more easily handled if it is subdivided into pieces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Modularity</a:t>
            </a:r>
            <a:r>
              <a:rPr lang="en-US" altLang="en-US" sz="1600" dirty="0"/>
              <a:t>—compartmentalization of data and function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Information Hiding</a:t>
            </a:r>
            <a:r>
              <a:rPr lang="en-US" altLang="en-US" sz="1600" dirty="0"/>
              <a:t>—controlled interfaces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Functional independence</a:t>
            </a:r>
            <a:r>
              <a:rPr lang="en-US" altLang="en-US" sz="1600" dirty="0"/>
              <a:t>—single-minded function and low coupling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Refinement</a:t>
            </a:r>
            <a:r>
              <a:rPr lang="en-US" altLang="en-US" sz="1600" dirty="0"/>
              <a:t>—elaboration of detail for all abstractions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Aspects</a:t>
            </a:r>
            <a:r>
              <a:rPr lang="en-US" altLang="en-US" sz="1600" dirty="0"/>
              <a:t>—a mechanism for understanding how global requirements affect design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Refactoring</a:t>
            </a:r>
            <a:r>
              <a:rPr lang="en-US" altLang="en-US" sz="1600" dirty="0"/>
              <a:t>—a reorganization technique that simplifies the design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OO design concepts</a:t>
            </a:r>
            <a:r>
              <a:rPr lang="en-US" altLang="en-US" sz="1600" dirty="0"/>
              <a:t>—Appendix II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Design Classes</a:t>
            </a:r>
            <a:r>
              <a:rPr lang="en-US" altLang="en-US" sz="1600" dirty="0">
                <a:latin typeface="Arial" panose="020B0604020202020204" pitchFamily="34" charset="0"/>
              </a:rPr>
              <a:t>—provide design detail that will enable analysis classes to be implemented</a:t>
            </a:r>
            <a:endParaRPr lang="en-US" altLang="en-US" sz="2000" dirty="0">
              <a:latin typeface="Palatino" pitchFamily="-128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EC47C-4DE6-48B8-9BF2-433B1A1F84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D77B2-793A-42EE-847A-31A5978CA9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E289D69-A2F9-4E28-BF49-019D961E6C24}" type="slidenum"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altLang="en-US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9A38FB34-2452-4FFF-80F0-283D0AC2C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8276" y="277907"/>
            <a:ext cx="2694648" cy="666849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altLang="en-US" dirty="0"/>
              <a:t>Abstraction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B6018965-8105-4F7B-BBAA-FE406E3C1A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2741" y="1276450"/>
            <a:ext cx="6319154" cy="34290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Abstraction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In modular approaches we have multiple level of abstractions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The Higher the level, more the abstraction 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Lower level shows the implementation details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Data abstraction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Procedural abstraction</a:t>
            </a:r>
            <a:endParaRPr lang="en-US" altLang="en-US" sz="1200" dirty="0">
              <a:solidFill>
                <a:schemeClr val="folHlink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1200" dirty="0"/>
          </a:p>
        </p:txBody>
      </p:sp>
      <p:pic>
        <p:nvPicPr>
          <p:cNvPr id="1026" name="Picture 2" descr="What is Abstraction in OOPS? | DigitalOcean">
            <a:extLst>
              <a:ext uri="{FF2B5EF4-FFF2-40B4-BE49-F238E27FC236}">
                <a16:creationId xmlns:a16="http://schemas.microsoft.com/office/drawing/2014/main" id="{4A1C395A-1B65-963E-6E33-B6D2DDEE6D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7"/>
          <a:stretch/>
        </p:blipFill>
        <p:spPr bwMode="auto">
          <a:xfrm>
            <a:off x="6218972" y="85206"/>
            <a:ext cx="5306924" cy="327398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close-up of a computer&#10;&#10;AI-generated content may be incorrect.">
            <a:extLst>
              <a:ext uri="{FF2B5EF4-FFF2-40B4-BE49-F238E27FC236}">
                <a16:creationId xmlns:a16="http://schemas.microsoft.com/office/drawing/2014/main" id="{999635DE-865B-A087-E22C-6C36037E7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972" y="3498807"/>
            <a:ext cx="5306924" cy="32067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477963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5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32F595C-ECCC-43FB-AB09-7754EEE792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7620AFC-46BB-4213-84EE-77F6E5531A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72153A-C8D5-40A5-8F49-F09C4DA31938}" type="slidenum"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altLang="en-US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83ACF4B7-D07F-414D-AB56-1250A35DA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4601" y="363538"/>
            <a:ext cx="3757613" cy="685800"/>
          </a:xfrm>
        </p:spPr>
        <p:txBody>
          <a:bodyPr/>
          <a:lstStyle/>
          <a:p>
            <a:pPr eaLnBrk="1" hangingPunct="1"/>
            <a:r>
              <a:rPr lang="en-US" altLang="en-US"/>
              <a:t>Refinement</a:t>
            </a:r>
          </a:p>
        </p:txBody>
      </p:sp>
      <p:sp>
        <p:nvSpPr>
          <p:cNvPr id="179204" name="Text Box 4">
            <a:extLst>
              <a:ext uri="{FF2B5EF4-FFF2-40B4-BE49-F238E27FC236}">
                <a16:creationId xmlns:a16="http://schemas.microsoft.com/office/drawing/2014/main" id="{D00262EB-6BA9-4BC5-835E-9C14BCAD9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5" y="1219200"/>
            <a:ext cx="6877050" cy="3698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Palatino" pitchFamily="-128" charset="0"/>
                <a:ea typeface="ＭＳ Ｐゴシック" panose="020B0600070205080204" pitchFamily="34" charset="-128"/>
              </a:rPr>
              <a:t>Abstraction and refinement are complimentary concepts</a:t>
            </a:r>
            <a:endParaRPr lang="en-US" altLang="en-US" sz="2000" dirty="0">
              <a:solidFill>
                <a:srgbClr val="000000"/>
              </a:solidFill>
              <a:latin typeface="Palatino" pitchFamily="-128" charset="0"/>
              <a:ea typeface="ＭＳ Ｐゴシック" panose="020B0600070205080204" pitchFamily="34" charset="-128"/>
            </a:endParaRPr>
          </a:p>
        </p:txBody>
      </p:sp>
      <p:sp>
        <p:nvSpPr>
          <p:cNvPr id="179205" name="Text Box 5">
            <a:extLst>
              <a:ext uri="{FF2B5EF4-FFF2-40B4-BE49-F238E27FC236}">
                <a16:creationId xmlns:a16="http://schemas.microsoft.com/office/drawing/2014/main" id="{E0E08931-E110-4E73-837A-7F163E1AC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5" y="1758951"/>
            <a:ext cx="7442200" cy="4524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solidFill>
                  <a:srgbClr val="9A0000"/>
                </a:solidFill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Refinement means going into the details of the system via idea refinement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dirty="0">
              <a:solidFill>
                <a:srgbClr val="9A0000"/>
              </a:solidFill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solidFill>
                  <a:srgbClr val="9A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Refine the requirement by decomposing it </a:t>
            </a: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b="1" dirty="0">
              <a:solidFill>
                <a:srgbClr val="9A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solidFill>
                  <a:srgbClr val="9A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until it reaches to the state where it clearly elaborates the system.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dirty="0">
              <a:solidFill>
                <a:srgbClr val="9A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solidFill>
                  <a:srgbClr val="9A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Abstraction shows the procedures and data whereas the refinement shows the implementation and low level details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772450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971DC1DB-AAD8-4381-8B27-A4D11E833A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These slides are designed to accompany </a:t>
            </a:r>
            <a:r>
              <a:rPr lang="en-US" altLang="en-US" i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Software Engineering: A Practitioner’s Approach, 7/e </a:t>
            </a:r>
            <a:r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(McGraw-Hill, 2009) Slides copyright 2009 by Roger Pressman. </a:t>
            </a:r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BA816D1B-89F0-4552-B2F6-734F53602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019DB9-06CA-47AB-A5F0-4F23A31049F3}" type="slidenum">
              <a:rPr lang="en-US" altLang="en-US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altLang="en-US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6A35CD50-43E8-4383-8FBE-0BDD25726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9400" y="1066800"/>
            <a:ext cx="4927600" cy="6604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altLang="en-US" dirty="0"/>
              <a:t>Stepwise Refinement</a:t>
            </a:r>
          </a:p>
        </p:txBody>
      </p:sp>
      <p:sp>
        <p:nvSpPr>
          <p:cNvPr id="35845" name="AutoShape 3">
            <a:extLst>
              <a:ext uri="{FF2B5EF4-FFF2-40B4-BE49-F238E27FC236}">
                <a16:creationId xmlns:a16="http://schemas.microsoft.com/office/drawing/2014/main" id="{5ABE562F-1B96-484E-8E01-7F0CE4847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600" y="1854200"/>
            <a:ext cx="2768600" cy="276860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5846" name="AutoShape 4">
            <a:extLst>
              <a:ext uri="{FF2B5EF4-FFF2-40B4-BE49-F238E27FC236}">
                <a16:creationId xmlns:a16="http://schemas.microsoft.com/office/drawing/2014/main" id="{8D729B2C-1A96-4E47-A8C3-1001AE58B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1828800"/>
            <a:ext cx="2819400" cy="2819400"/>
          </a:xfrm>
          <a:prstGeom prst="roundRect">
            <a:avLst>
              <a:gd name="adj" fmla="val 7394"/>
            </a:avLst>
          </a:prstGeom>
          <a:solidFill>
            <a:schemeClr val="folHlink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5847" name="Line 5">
            <a:extLst>
              <a:ext uri="{FF2B5EF4-FFF2-40B4-BE49-F238E27FC236}">
                <a16:creationId xmlns:a16="http://schemas.microsoft.com/office/drawing/2014/main" id="{EAD4DF73-B9A7-4418-9656-7019A3FD6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0600" y="2311400"/>
            <a:ext cx="2768600" cy="0"/>
          </a:xfrm>
          <a:prstGeom prst="line">
            <a:avLst/>
          </a:prstGeom>
          <a:noFill/>
          <a:ln w="50800">
            <a:solidFill>
              <a:srgbClr val="AD278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5848" name="Rectangle 6">
            <a:extLst>
              <a:ext uri="{FF2B5EF4-FFF2-40B4-BE49-F238E27FC236}">
                <a16:creationId xmlns:a16="http://schemas.microsoft.com/office/drawing/2014/main" id="{2CDE914F-088B-4F38-8173-19F4B9558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5214" y="1771650"/>
            <a:ext cx="868827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>
                <a:solidFill>
                  <a:srgbClr val="EAEAEA"/>
                </a:solidFill>
                <a:ea typeface="ＭＳ Ｐゴシック" panose="020B0600070205080204" pitchFamily="34" charset="-128"/>
              </a:rPr>
              <a:t>open</a:t>
            </a:r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49" name="Rectangle 7">
            <a:extLst>
              <a:ext uri="{FF2B5EF4-FFF2-40B4-BE49-F238E27FC236}">
                <a16:creationId xmlns:a16="http://schemas.microsoft.com/office/drawing/2014/main" id="{89FADB35-BB0B-435A-870D-0D99F6B38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1200" y="2882900"/>
            <a:ext cx="3378200" cy="2159000"/>
          </a:xfrm>
          <a:prstGeom prst="rect">
            <a:avLst/>
          </a:prstGeom>
          <a:solidFill>
            <a:srgbClr val="919191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5850" name="Rectangle 8">
            <a:extLst>
              <a:ext uri="{FF2B5EF4-FFF2-40B4-BE49-F238E27FC236}">
                <a16:creationId xmlns:a16="http://schemas.microsoft.com/office/drawing/2014/main" id="{386311C9-2C08-412E-9DAA-2700599F2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6614" y="2917825"/>
            <a:ext cx="14763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000000"/>
                </a:solidFill>
                <a:ea typeface="ＭＳ Ｐゴシック" panose="020B0600070205080204" pitchFamily="34" charset="-128"/>
              </a:rPr>
              <a:t>walk to door;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51" name="Rectangle 9">
            <a:extLst>
              <a:ext uri="{FF2B5EF4-FFF2-40B4-BE49-F238E27FC236}">
                <a16:creationId xmlns:a16="http://schemas.microsoft.com/office/drawing/2014/main" id="{8422A684-901D-44B0-ADCA-EBDBA0E48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6613" y="3146425"/>
            <a:ext cx="1706562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000000"/>
                </a:solidFill>
                <a:ea typeface="ＭＳ Ｐゴシック" panose="020B0600070205080204" pitchFamily="34" charset="-128"/>
              </a:rPr>
              <a:t>reach for knob;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52" name="Rectangle 10">
            <a:extLst>
              <a:ext uri="{FF2B5EF4-FFF2-40B4-BE49-F238E27FC236}">
                <a16:creationId xmlns:a16="http://schemas.microsoft.com/office/drawing/2014/main" id="{6E24520F-7302-4434-98EE-9E0EB27E4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6613" y="3375025"/>
            <a:ext cx="182806" cy="616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53" name="Rectangle 11">
            <a:extLst>
              <a:ext uri="{FF2B5EF4-FFF2-40B4-BE49-F238E27FC236}">
                <a16:creationId xmlns:a16="http://schemas.microsoft.com/office/drawing/2014/main" id="{22E8863E-0CCE-44E9-B97F-E3C25C023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6613" y="3603625"/>
            <a:ext cx="1274762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000000"/>
                </a:solidFill>
                <a:ea typeface="ＭＳ Ｐゴシック" panose="020B0600070205080204" pitchFamily="34" charset="-128"/>
              </a:rPr>
              <a:t>open door;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54" name="Rectangle 12">
            <a:extLst>
              <a:ext uri="{FF2B5EF4-FFF2-40B4-BE49-F238E27FC236}">
                <a16:creationId xmlns:a16="http://schemas.microsoft.com/office/drawing/2014/main" id="{203C7B1B-82DC-499A-949B-9F6B47EB5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6613" y="3832225"/>
            <a:ext cx="182806" cy="616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55" name="Rectangle 13">
            <a:extLst>
              <a:ext uri="{FF2B5EF4-FFF2-40B4-BE49-F238E27FC236}">
                <a16:creationId xmlns:a16="http://schemas.microsoft.com/office/drawing/2014/main" id="{E454730E-35BC-4E77-BF09-2171DCAC3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6614" y="4060825"/>
            <a:ext cx="15398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000000"/>
                </a:solidFill>
                <a:ea typeface="ＭＳ Ｐゴシック" panose="020B0600070205080204" pitchFamily="34" charset="-128"/>
              </a:rPr>
              <a:t>walk through;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56" name="Rectangle 14">
            <a:extLst>
              <a:ext uri="{FF2B5EF4-FFF2-40B4-BE49-F238E27FC236}">
                <a16:creationId xmlns:a16="http://schemas.microsoft.com/office/drawing/2014/main" id="{58BFCE31-4E51-4570-9A2D-1CDEFB0A1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6614" y="4289425"/>
            <a:ext cx="1298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000000"/>
                </a:solidFill>
                <a:ea typeface="ＭＳ Ｐゴシック" panose="020B0600070205080204" pitchFamily="34" charset="-128"/>
              </a:rPr>
              <a:t>close door.</a:t>
            </a:r>
          </a:p>
        </p:txBody>
      </p:sp>
      <p:sp>
        <p:nvSpPr>
          <p:cNvPr id="35857" name="Rectangle 15">
            <a:extLst>
              <a:ext uri="{FF2B5EF4-FFF2-40B4-BE49-F238E27FC236}">
                <a16:creationId xmlns:a16="http://schemas.microsoft.com/office/drawing/2014/main" id="{2CEE9EEB-6A4D-495B-937B-FE40C58F3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32188"/>
            <a:ext cx="3175000" cy="2678112"/>
          </a:xfrm>
          <a:prstGeom prst="rect">
            <a:avLst/>
          </a:prstGeom>
          <a:solidFill>
            <a:schemeClr val="hlink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5858" name="Rectangle 16">
            <a:extLst>
              <a:ext uri="{FF2B5EF4-FFF2-40B4-BE49-F238E27FC236}">
                <a16:creationId xmlns:a16="http://schemas.microsoft.com/office/drawing/2014/main" id="{BF59D6C6-2593-4414-B551-993B1BC9D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913" y="3627439"/>
            <a:ext cx="2519362" cy="61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EAEAEA"/>
                </a:solidFill>
                <a:ea typeface="ＭＳ Ｐゴシック" panose="020B0600070205080204" pitchFamily="34" charset="-128"/>
              </a:rPr>
              <a:t>repeat until door opens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EAEAEA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59" name="Rectangle 17">
            <a:extLst>
              <a:ext uri="{FF2B5EF4-FFF2-40B4-BE49-F238E27FC236}">
                <a16:creationId xmlns:a16="http://schemas.microsoft.com/office/drawing/2014/main" id="{4BD22666-AFB3-4018-BD60-4F816D9D0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913" y="3856039"/>
            <a:ext cx="2239962" cy="61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EAEAEA"/>
                </a:solidFill>
                <a:ea typeface="ＭＳ Ｐゴシック" panose="020B0600070205080204" pitchFamily="34" charset="-128"/>
              </a:rPr>
              <a:t>turn knob clockwise;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EAEAEA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60" name="Rectangle 18">
            <a:extLst>
              <a:ext uri="{FF2B5EF4-FFF2-40B4-BE49-F238E27FC236}">
                <a16:creationId xmlns:a16="http://schemas.microsoft.com/office/drawing/2014/main" id="{957D48DF-3296-405C-92BF-B180F85B2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913" y="4084639"/>
            <a:ext cx="2678112" cy="61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EAEAEA"/>
                </a:solidFill>
                <a:ea typeface="ＭＳ Ｐゴシック" panose="020B0600070205080204" pitchFamily="34" charset="-128"/>
              </a:rPr>
              <a:t>if knob doesn't turn, then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EAEAEA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61" name="Rectangle 19">
            <a:extLst>
              <a:ext uri="{FF2B5EF4-FFF2-40B4-BE49-F238E27FC236}">
                <a16:creationId xmlns:a16="http://schemas.microsoft.com/office/drawing/2014/main" id="{75BD2840-3DB7-4C99-A300-E07B21862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913" y="4313239"/>
            <a:ext cx="1731962" cy="61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EAEAEA"/>
                </a:solidFill>
                <a:ea typeface="ＭＳ Ｐゴシック" panose="020B0600070205080204" pitchFamily="34" charset="-128"/>
              </a:rPr>
              <a:t>    take key out;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EAEAEA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62" name="Rectangle 20">
            <a:extLst>
              <a:ext uri="{FF2B5EF4-FFF2-40B4-BE49-F238E27FC236}">
                <a16:creationId xmlns:a16="http://schemas.microsoft.com/office/drawing/2014/main" id="{EC7463E9-B66C-4F4A-ADEB-89C665A42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914" y="4541839"/>
            <a:ext cx="2047875" cy="61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EAEAEA"/>
                </a:solidFill>
                <a:ea typeface="ＭＳ Ｐゴシック" panose="020B0600070205080204" pitchFamily="34" charset="-128"/>
              </a:rPr>
              <a:t>    find correct key;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EAEAEA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63" name="Rectangle 21">
            <a:extLst>
              <a:ext uri="{FF2B5EF4-FFF2-40B4-BE49-F238E27FC236}">
                <a16:creationId xmlns:a16="http://schemas.microsoft.com/office/drawing/2014/main" id="{C1BDCFD8-A3FA-420B-B81E-5CD4991F1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914" y="4770439"/>
            <a:ext cx="1768475" cy="61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EAEAEA"/>
                </a:solidFill>
                <a:ea typeface="ＭＳ Ｐゴシック" panose="020B0600070205080204" pitchFamily="34" charset="-128"/>
              </a:rPr>
              <a:t>    insert in lock;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EAEAEA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64" name="Rectangle 22">
            <a:extLst>
              <a:ext uri="{FF2B5EF4-FFF2-40B4-BE49-F238E27FC236}">
                <a16:creationId xmlns:a16="http://schemas.microsoft.com/office/drawing/2014/main" id="{DFC90D41-93A7-4212-9C99-1201243AC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914" y="4999039"/>
            <a:ext cx="676275" cy="61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EAEAEA"/>
                </a:solidFill>
                <a:ea typeface="ＭＳ Ｐゴシック" panose="020B0600070205080204" pitchFamily="34" charset="-128"/>
              </a:rPr>
              <a:t>endif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EAEAEA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65" name="Rectangle 23">
            <a:extLst>
              <a:ext uri="{FF2B5EF4-FFF2-40B4-BE49-F238E27FC236}">
                <a16:creationId xmlns:a16="http://schemas.microsoft.com/office/drawing/2014/main" id="{9C0115E8-467D-4A3C-A1E2-E019D7846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913" y="5275263"/>
            <a:ext cx="1909762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EAEAEA"/>
                </a:solidFill>
                <a:ea typeface="ＭＳ Ｐゴシック" panose="020B0600070205080204" pitchFamily="34" charset="-128"/>
              </a:rPr>
              <a:t>pull/push door</a:t>
            </a:r>
          </a:p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EAEAEA"/>
                </a:solidFill>
                <a:ea typeface="ＭＳ Ｐゴシック" panose="020B0600070205080204" pitchFamily="34" charset="-128"/>
              </a:rPr>
              <a:t>move out of way;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EAEAEA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66" name="Rectangle 24">
            <a:extLst>
              <a:ext uri="{FF2B5EF4-FFF2-40B4-BE49-F238E27FC236}">
                <a16:creationId xmlns:a16="http://schemas.microsoft.com/office/drawing/2014/main" id="{B94F3667-67F1-40B1-B602-5A902F872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9213" y="5684839"/>
            <a:ext cx="127476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EAEAEA"/>
                </a:solidFill>
                <a:ea typeface="ＭＳ Ｐゴシック" panose="020B0600070205080204" pitchFamily="34" charset="-128"/>
              </a:rPr>
              <a:t>end repeat</a:t>
            </a:r>
          </a:p>
        </p:txBody>
      </p:sp>
      <p:sp>
        <p:nvSpPr>
          <p:cNvPr id="35867" name="Line 25">
            <a:extLst>
              <a:ext uri="{FF2B5EF4-FFF2-40B4-BE49-F238E27FC236}">
                <a16:creationId xmlns:a16="http://schemas.microsoft.com/office/drawing/2014/main" id="{5551EB5E-9F69-4F3B-8D85-7F53E012BA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3835400"/>
            <a:ext cx="406400" cy="127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5868" name="Arc 26">
            <a:extLst>
              <a:ext uri="{FF2B5EF4-FFF2-40B4-BE49-F238E27FC236}">
                <a16:creationId xmlns:a16="http://schemas.microsoft.com/office/drawing/2014/main" id="{3E7996D7-AE99-4C66-868C-0079D2D381B2}"/>
              </a:ext>
            </a:extLst>
          </p:cNvPr>
          <p:cNvSpPr>
            <a:spLocks/>
          </p:cNvSpPr>
          <p:nvPr/>
        </p:nvSpPr>
        <p:spPr bwMode="auto">
          <a:xfrm>
            <a:off x="4014788" y="2767014"/>
            <a:ext cx="812800" cy="828675"/>
          </a:xfrm>
          <a:custGeom>
            <a:avLst/>
            <a:gdLst>
              <a:gd name="T0" fmla="*/ 30585363 w 21600"/>
              <a:gd name="T1" fmla="*/ 31791771 h 21600"/>
              <a:gd name="T2" fmla="*/ 0 w 21600"/>
              <a:gd name="T3" fmla="*/ 0 h 21600"/>
              <a:gd name="T4" fmla="*/ 30585363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</a:path>
              <a:path w="21600" h="21600" stroke="0" extrusionOk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  <a:lnTo>
                  <a:pt x="21600" y="0"/>
                </a:lnTo>
                <a:lnTo>
                  <a:pt x="21600" y="21599"/>
                </a:lnTo>
                <a:close/>
              </a:path>
            </a:pathLst>
          </a:custGeom>
          <a:noFill/>
          <a:ln w="50800" cap="rnd">
            <a:solidFill>
              <a:srgbClr val="AD278D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D278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448AE28-9ED1-4E66-94BF-1518A4AACE12}"/>
                  </a:ext>
                </a:extLst>
              </p14:cNvPr>
              <p14:cNvContentPartPr/>
              <p14:nvPr/>
            </p14:nvContentPartPr>
            <p14:xfrm>
              <a:off x="6506699" y="3475000"/>
              <a:ext cx="391320" cy="214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448AE28-9ED1-4E66-94BF-1518A4AACE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00579" y="3468880"/>
                <a:ext cx="403560" cy="22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F0632EDB-DDB3-9B05-0753-F28EFF2F5472}"/>
              </a:ext>
            </a:extLst>
          </p:cNvPr>
          <p:cNvGrpSpPr/>
          <p:nvPr/>
        </p:nvGrpSpPr>
        <p:grpSpPr>
          <a:xfrm>
            <a:off x="3914699" y="1754920"/>
            <a:ext cx="951840" cy="471600"/>
            <a:chOff x="3914699" y="1754920"/>
            <a:chExt cx="951840" cy="47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F92459E-6AC6-61FC-6FF3-804874B9B7CA}"/>
                    </a:ext>
                  </a:extLst>
                </p14:cNvPr>
                <p14:cNvContentPartPr/>
                <p14:nvPr/>
              </p14:nvContentPartPr>
              <p14:xfrm>
                <a:off x="4491059" y="1881640"/>
                <a:ext cx="114840" cy="232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F92459E-6AC6-61FC-6FF3-804874B9B7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84939" y="1875520"/>
                  <a:ext cx="1270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0270153-2F8B-3CED-2887-50D4A30E8222}"/>
                    </a:ext>
                  </a:extLst>
                </p14:cNvPr>
                <p14:cNvContentPartPr/>
                <p14:nvPr/>
              </p14:nvContentPartPr>
              <p14:xfrm>
                <a:off x="4749179" y="1873000"/>
                <a:ext cx="117360" cy="239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0270153-2F8B-3CED-2887-50D4A30E82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43059" y="1866880"/>
                  <a:ext cx="1296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5EC6E6C-0FE4-68D2-BAEE-F40FAA8D520F}"/>
                    </a:ext>
                  </a:extLst>
                </p14:cNvPr>
                <p14:cNvContentPartPr/>
                <p14:nvPr/>
              </p14:nvContentPartPr>
              <p14:xfrm>
                <a:off x="3914699" y="1754920"/>
                <a:ext cx="822600" cy="471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5EC6E6C-0FE4-68D2-BAEE-F40FAA8D52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08579" y="1748800"/>
                  <a:ext cx="834840" cy="48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2762921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14509-B77D-46F1-B560-E0141B8642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209800" y="6248400"/>
            <a:ext cx="5486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8D4DC4-A432-4430-BE8B-AE5591C58D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FF0C604-E972-43FF-8FA9-1621737B7E46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B91528B7-906D-44CA-9DF8-68466BDAC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28838" y="255588"/>
            <a:ext cx="6705600" cy="633412"/>
          </a:xfrm>
        </p:spPr>
        <p:txBody>
          <a:bodyPr/>
          <a:lstStyle/>
          <a:p>
            <a:pPr eaLnBrk="1" hangingPunct="1"/>
            <a:r>
              <a:rPr lang="en-US" altLang="en-US"/>
              <a:t>Separation of Concerns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5FE47138-F490-4D88-A27A-1E0F308706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13412" y="1473200"/>
            <a:ext cx="8809066" cy="4191000"/>
          </a:xfrm>
        </p:spPr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en-US" altLang="en-US" dirty="0">
                <a:latin typeface="Palatino" pitchFamily="-128" charset="0"/>
              </a:rPr>
              <a:t>Any complex problem can be more easily handled if it is subdivided into pieces that can each be solved and/or optimized independently</a:t>
            </a:r>
          </a:p>
          <a:p>
            <a:pPr algn="just" eaLnBrk="1" hangingPunct="1">
              <a:spcBef>
                <a:spcPts val="1200"/>
              </a:spcBef>
            </a:pPr>
            <a:r>
              <a:rPr lang="en-US" altLang="en-US" i="1" dirty="0">
                <a:solidFill>
                  <a:schemeClr val="folHlink"/>
                </a:solidFill>
                <a:latin typeface="Palatino" pitchFamily="-128" charset="0"/>
              </a:rPr>
              <a:t>concern</a:t>
            </a:r>
            <a:r>
              <a:rPr lang="en-US" altLang="en-US" dirty="0">
                <a:latin typeface="Palatino" pitchFamily="-128" charset="0"/>
              </a:rPr>
              <a:t>: a feature having some value for a stakeholder</a:t>
            </a:r>
          </a:p>
          <a:p>
            <a:pPr algn="just" eaLnBrk="1" hangingPunct="1">
              <a:spcBef>
                <a:spcPts val="1200"/>
              </a:spcBef>
            </a:pPr>
            <a:r>
              <a:rPr lang="en-US" altLang="en-US" b="1" dirty="0">
                <a:latin typeface="Palatino" pitchFamily="-128" charset="0"/>
              </a:rPr>
              <a:t>Advantage:</a:t>
            </a:r>
            <a:r>
              <a:rPr lang="en-US" altLang="en-US" dirty="0">
                <a:latin typeface="Palatino" pitchFamily="-128" charset="0"/>
              </a:rPr>
              <a:t> a problem takes less effort and time to solve if its broken into smaller pieces.</a:t>
            </a:r>
          </a:p>
          <a:p>
            <a:pPr algn="just" eaLnBrk="1" hangingPunct="1">
              <a:spcBef>
                <a:spcPts val="1200"/>
              </a:spcBef>
            </a:pPr>
            <a:r>
              <a:rPr lang="en-US" altLang="en-US" b="1" dirty="0">
                <a:latin typeface="Palatino" pitchFamily="-128" charset="0"/>
              </a:rPr>
              <a:t>shown in other design concepts like refinement, modularity, functional independence, aspects.</a:t>
            </a:r>
          </a:p>
        </p:txBody>
      </p:sp>
    </p:spTree>
    <p:extLst>
      <p:ext uri="{BB962C8B-B14F-4D97-AF65-F5344CB8AC3E}">
        <p14:creationId xmlns:p14="http://schemas.microsoft.com/office/powerpoint/2010/main" val="4132565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A8584C-3E56-43A9-B19B-D2BB78B62E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2BB513-949E-4105-AC4B-3089BFC84993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19D083F2-9726-4DF2-ACA5-DAA1BAFB2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0" y="165101"/>
            <a:ext cx="6705600" cy="633413"/>
          </a:xfrm>
        </p:spPr>
        <p:txBody>
          <a:bodyPr/>
          <a:lstStyle/>
          <a:p>
            <a:pPr eaLnBrk="1" hangingPunct="1"/>
            <a:r>
              <a:rPr lang="en-US" altLang="en-US"/>
              <a:t>Modularity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EFE7DFD3-1CBC-4E1B-A99E-A645F60B1B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12025" y="1072342"/>
            <a:ext cx="9145386" cy="4648200"/>
          </a:xfrm>
        </p:spPr>
        <p:txBody>
          <a:bodyPr/>
          <a:lstStyle/>
          <a:p>
            <a:pPr algn="just" eaLnBrk="1" hangingPunct="1">
              <a:spcBef>
                <a:spcPts val="300"/>
              </a:spcBef>
            </a:pPr>
            <a:r>
              <a:rPr lang="en-US" altLang="en-US" sz="2000" b="1" dirty="0">
                <a:latin typeface="Palatino" pitchFamily="-128" charset="0"/>
              </a:rPr>
              <a:t>implementation of separation of concerns</a:t>
            </a:r>
          </a:p>
          <a:p>
            <a:pPr algn="just" eaLnBrk="1" hangingPunct="1">
              <a:spcBef>
                <a:spcPts val="300"/>
              </a:spcBef>
            </a:pPr>
            <a:r>
              <a:rPr lang="en-US" altLang="en-US" sz="2000" dirty="0">
                <a:latin typeface="Palatino" pitchFamily="-128" charset="0"/>
              </a:rPr>
              <a:t>Software is decomposed in to separately named addressable components called as </a:t>
            </a:r>
            <a:r>
              <a:rPr lang="en-US" altLang="en-US" sz="2000" b="1" dirty="0">
                <a:latin typeface="Palatino" pitchFamily="-128" charset="0"/>
              </a:rPr>
              <a:t>modules</a:t>
            </a:r>
          </a:p>
          <a:p>
            <a:pPr algn="just" eaLnBrk="1" hangingPunct="1">
              <a:spcBef>
                <a:spcPts val="300"/>
              </a:spcBef>
            </a:pPr>
            <a:r>
              <a:rPr lang="en-US" altLang="en-US" sz="2000" dirty="0">
                <a:latin typeface="Palatino" pitchFamily="-128" charset="0"/>
              </a:rPr>
              <a:t>They are </a:t>
            </a:r>
            <a:r>
              <a:rPr lang="en-US" altLang="en-US" sz="2000" b="1" dirty="0">
                <a:latin typeface="Palatino" pitchFamily="-128" charset="0"/>
              </a:rPr>
              <a:t>integrated to fulfil the set of requirements</a:t>
            </a:r>
          </a:p>
          <a:p>
            <a:pPr algn="just" eaLnBrk="1" hangingPunct="1">
              <a:spcBef>
                <a:spcPts val="300"/>
              </a:spcBef>
            </a:pPr>
            <a:r>
              <a:rPr lang="en-US" altLang="en-US" sz="2000" b="1" dirty="0">
                <a:latin typeface="Palatino" pitchFamily="-128" charset="0"/>
              </a:rPr>
              <a:t>Follow divide and conquer approach</a:t>
            </a:r>
          </a:p>
          <a:p>
            <a:pPr algn="just" eaLnBrk="1" hangingPunct="1">
              <a:spcBef>
                <a:spcPts val="300"/>
              </a:spcBef>
            </a:pPr>
            <a:r>
              <a:rPr lang="en-US" altLang="en-US" sz="2000" dirty="0">
                <a:latin typeface="Palatino" pitchFamily="-128" charset="0"/>
              </a:rPr>
              <a:t>Monolithic software (i.e., a large program composed of a single module) cannot be easily grasped by a software engineer. </a:t>
            </a:r>
          </a:p>
          <a:p>
            <a:pPr lvl="1" algn="just" eaLnBrk="1" hangingPunct="1">
              <a:spcBef>
                <a:spcPts val="300"/>
              </a:spcBef>
            </a:pPr>
            <a:r>
              <a:rPr lang="en-US" altLang="en-US" sz="1800" dirty="0">
                <a:latin typeface="Palatino" pitchFamily="-128" charset="0"/>
              </a:rPr>
              <a:t>The number of control paths, span of reference, number of variables, and overall complexity would make understanding close to impossible. </a:t>
            </a:r>
          </a:p>
          <a:p>
            <a:pPr algn="just" eaLnBrk="1" hangingPunct="1">
              <a:spcBef>
                <a:spcPts val="300"/>
              </a:spcBef>
            </a:pPr>
            <a:r>
              <a:rPr lang="en-US" altLang="en-US" sz="2000" dirty="0">
                <a:latin typeface="Palatino" pitchFamily="-128" charset="0"/>
              </a:rPr>
              <a:t>Advantages:</a:t>
            </a:r>
          </a:p>
          <a:p>
            <a:pPr lvl="1" algn="just" eaLnBrk="1" hangingPunct="1">
              <a:spcBef>
                <a:spcPts val="300"/>
              </a:spcBef>
            </a:pPr>
            <a:r>
              <a:rPr lang="en-US" altLang="en-US" sz="1600" dirty="0">
                <a:latin typeface="Palatino" pitchFamily="-128" charset="0"/>
              </a:rPr>
              <a:t>understanding easier</a:t>
            </a:r>
          </a:p>
          <a:p>
            <a:pPr lvl="1" algn="just" eaLnBrk="1" hangingPunct="1">
              <a:spcBef>
                <a:spcPts val="300"/>
              </a:spcBef>
            </a:pPr>
            <a:r>
              <a:rPr lang="en-US" altLang="en-US" sz="1600" dirty="0">
                <a:latin typeface="Palatino" pitchFamily="-128" charset="0"/>
              </a:rPr>
              <a:t>reduce the cost required to build the software.</a:t>
            </a:r>
          </a:p>
          <a:p>
            <a:pPr algn="just" eaLnBrk="1" hangingPunct="1">
              <a:spcBef>
                <a:spcPts val="300"/>
              </a:spcBef>
            </a:pPr>
            <a:r>
              <a:rPr lang="en-US" altLang="en-US" sz="2000" b="1" dirty="0">
                <a:latin typeface="Palatino" pitchFamily="-128" charset="0"/>
              </a:rPr>
              <a:t>This module break down must be to an optimum level because more modules leads to more integration cost. </a:t>
            </a:r>
          </a:p>
        </p:txBody>
      </p:sp>
    </p:spTree>
    <p:extLst>
      <p:ext uri="{BB962C8B-B14F-4D97-AF65-F5344CB8AC3E}">
        <p14:creationId xmlns:p14="http://schemas.microsoft.com/office/powerpoint/2010/main" val="1976477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6DF3E55-5D06-48D1-A145-F95BCF3207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70" name="Slide Number Placeholder 4">
            <a:extLst>
              <a:ext uri="{FF2B5EF4-FFF2-40B4-BE49-F238E27FC236}">
                <a16:creationId xmlns:a16="http://schemas.microsoft.com/office/drawing/2014/main" id="{56D8B0B6-B01E-4231-A931-99DE79D861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85825C-A5DC-4533-812C-43074082576B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58E6D9DE-FDF2-4E4A-986D-C566EC16A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0" y="1143000"/>
            <a:ext cx="5067300" cy="6604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altLang="en-US"/>
              <a:t>Modularity: Trade-offs</a:t>
            </a: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BEE8C40B-4251-431A-B471-276102A4F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725" y="1828800"/>
            <a:ext cx="4908550" cy="3937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What is the "right" number of modules </a:t>
            </a:r>
          </a:p>
        </p:txBody>
      </p:sp>
      <p:sp>
        <p:nvSpPr>
          <p:cNvPr id="182276" name="Rectangle 4">
            <a:extLst>
              <a:ext uri="{FF2B5EF4-FFF2-40B4-BE49-F238E27FC236}">
                <a16:creationId xmlns:a16="http://schemas.microsoft.com/office/drawing/2014/main" id="{2304EEC1-8E29-4820-8836-D6FC14BAF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725" y="2146300"/>
            <a:ext cx="3906838" cy="3937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for a specific software design?</a:t>
            </a:r>
          </a:p>
        </p:txBody>
      </p:sp>
      <p:sp>
        <p:nvSpPr>
          <p:cNvPr id="182277" name="Rectangle 5">
            <a:extLst>
              <a:ext uri="{FF2B5EF4-FFF2-40B4-BE49-F238E27FC236}">
                <a16:creationId xmlns:a16="http://schemas.microsoft.com/office/drawing/2014/main" id="{633689B2-3B41-40D3-B750-E68159AED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867401"/>
            <a:ext cx="1723228" cy="5822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optimal number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2278" name="Rectangle 6">
            <a:extLst>
              <a:ext uri="{FF2B5EF4-FFF2-40B4-BE49-F238E27FC236}">
                <a16:creationId xmlns:a16="http://schemas.microsoft.com/office/drawing/2014/main" id="{1C89C9BB-4C80-4863-8160-43482BB0F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1" y="6096001"/>
            <a:ext cx="1450717" cy="33598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of modules</a:t>
            </a:r>
          </a:p>
        </p:txBody>
      </p:sp>
      <p:sp>
        <p:nvSpPr>
          <p:cNvPr id="30729" name="Rectangle 7">
            <a:extLst>
              <a:ext uri="{FF2B5EF4-FFF2-40B4-BE49-F238E27FC236}">
                <a16:creationId xmlns:a16="http://schemas.microsoft.com/office/drawing/2014/main" id="{97E51768-DE42-430D-95CC-572A9D002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0788" y="3192464"/>
            <a:ext cx="279400" cy="23590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30" name="Rectangle 8">
            <a:extLst>
              <a:ext uri="{FF2B5EF4-FFF2-40B4-BE49-F238E27FC236}">
                <a16:creationId xmlns:a16="http://schemas.microsoft.com/office/drawing/2014/main" id="{5F290DFF-91BA-437F-B29D-4F3765482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8088" y="3179764"/>
            <a:ext cx="304800" cy="23844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31" name="Rectangle 9">
            <a:extLst>
              <a:ext uri="{FF2B5EF4-FFF2-40B4-BE49-F238E27FC236}">
                <a16:creationId xmlns:a16="http://schemas.microsoft.com/office/drawing/2014/main" id="{4501E209-6086-4E10-A308-FFADEF825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0788" y="5592764"/>
            <a:ext cx="279400" cy="123825"/>
          </a:xfrm>
          <a:prstGeom prst="rect">
            <a:avLst/>
          </a:prstGeom>
          <a:solidFill>
            <a:srgbClr val="F7668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32" name="Rectangle 10">
            <a:extLst>
              <a:ext uri="{FF2B5EF4-FFF2-40B4-BE49-F238E27FC236}">
                <a16:creationId xmlns:a16="http://schemas.microsoft.com/office/drawing/2014/main" id="{9F1B4869-09E3-421C-8FAC-86A6FE403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8088" y="5580064"/>
            <a:ext cx="304800" cy="149225"/>
          </a:xfrm>
          <a:prstGeom prst="rect">
            <a:avLst/>
          </a:prstGeom>
          <a:solidFill>
            <a:schemeClr val="folHlink"/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33" name="Rectangle 11">
            <a:extLst>
              <a:ext uri="{FF2B5EF4-FFF2-40B4-BE49-F238E27FC236}">
                <a16:creationId xmlns:a16="http://schemas.microsoft.com/office/drawing/2014/main" id="{C3FE1E65-756A-4074-AA05-BEA9B382F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8" y="5503864"/>
            <a:ext cx="279400" cy="2127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34" name="Rectangle 12">
            <a:extLst>
              <a:ext uri="{FF2B5EF4-FFF2-40B4-BE49-F238E27FC236}">
                <a16:creationId xmlns:a16="http://schemas.microsoft.com/office/drawing/2014/main" id="{5827444E-B45A-44AE-94A6-652540280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588" y="5491164"/>
            <a:ext cx="304800" cy="2381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35" name="Rectangle 13">
            <a:extLst>
              <a:ext uri="{FF2B5EF4-FFF2-40B4-BE49-F238E27FC236}">
                <a16:creationId xmlns:a16="http://schemas.microsoft.com/office/drawing/2014/main" id="{3E17B169-06BC-4AD7-8BB7-FEDACCAFE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8" y="3421064"/>
            <a:ext cx="279400" cy="20415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36" name="Rectangle 14">
            <a:extLst>
              <a:ext uri="{FF2B5EF4-FFF2-40B4-BE49-F238E27FC236}">
                <a16:creationId xmlns:a16="http://schemas.microsoft.com/office/drawing/2014/main" id="{77A7CBD2-9D87-4A56-88FD-2D6CCB9A6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588" y="3408364"/>
            <a:ext cx="304800" cy="20669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37" name="Rectangle 15">
            <a:extLst>
              <a:ext uri="{FF2B5EF4-FFF2-40B4-BE49-F238E27FC236}">
                <a16:creationId xmlns:a16="http://schemas.microsoft.com/office/drawing/2014/main" id="{B7AA5389-3689-455F-94DE-37D68DCF4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788" y="5389564"/>
            <a:ext cx="279400" cy="3270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38" name="Rectangle 16">
            <a:extLst>
              <a:ext uri="{FF2B5EF4-FFF2-40B4-BE49-F238E27FC236}">
                <a16:creationId xmlns:a16="http://schemas.microsoft.com/office/drawing/2014/main" id="{F4B85827-7A81-42B2-BFB2-D82687CDA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88" y="5376864"/>
            <a:ext cx="304800" cy="3524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39" name="Rectangle 17">
            <a:extLst>
              <a:ext uri="{FF2B5EF4-FFF2-40B4-BE49-F238E27FC236}">
                <a16:creationId xmlns:a16="http://schemas.microsoft.com/office/drawing/2014/main" id="{2B3B3363-475F-493A-B8DD-8E77D682A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788" y="3613150"/>
            <a:ext cx="279400" cy="1735138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40" name="Rectangle 18">
            <a:extLst>
              <a:ext uri="{FF2B5EF4-FFF2-40B4-BE49-F238E27FC236}">
                <a16:creationId xmlns:a16="http://schemas.microsoft.com/office/drawing/2014/main" id="{7A15FB88-3460-4BF7-9EA9-C533337E9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88" y="3598864"/>
            <a:ext cx="304800" cy="17621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41" name="Rectangle 19">
            <a:extLst>
              <a:ext uri="{FF2B5EF4-FFF2-40B4-BE49-F238E27FC236}">
                <a16:creationId xmlns:a16="http://schemas.microsoft.com/office/drawing/2014/main" id="{7822FAD5-AEEF-4DC3-83B7-569133347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5275264"/>
            <a:ext cx="266700" cy="4413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42" name="Rectangle 20">
            <a:extLst>
              <a:ext uri="{FF2B5EF4-FFF2-40B4-BE49-F238E27FC236}">
                <a16:creationId xmlns:a16="http://schemas.microsoft.com/office/drawing/2014/main" id="{D1115966-7873-4F00-8C4F-E04BDA440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588" y="5262564"/>
            <a:ext cx="292100" cy="4667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43" name="Rectangle 21">
            <a:extLst>
              <a:ext uri="{FF2B5EF4-FFF2-40B4-BE49-F238E27FC236}">
                <a16:creationId xmlns:a16="http://schemas.microsoft.com/office/drawing/2014/main" id="{74B65694-2D09-4BF9-B35D-C1B7F6698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789364"/>
            <a:ext cx="266700" cy="14446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44" name="Rectangle 22">
            <a:extLst>
              <a:ext uri="{FF2B5EF4-FFF2-40B4-BE49-F238E27FC236}">
                <a16:creationId xmlns:a16="http://schemas.microsoft.com/office/drawing/2014/main" id="{FB1FF42C-B2C2-4149-84B2-3BE3CA919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588" y="3776664"/>
            <a:ext cx="292100" cy="14700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45" name="Rectangle 23">
            <a:extLst>
              <a:ext uri="{FF2B5EF4-FFF2-40B4-BE49-F238E27FC236}">
                <a16:creationId xmlns:a16="http://schemas.microsoft.com/office/drawing/2014/main" id="{8E100554-BEE3-472E-A726-38C5C5F43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88" y="5160964"/>
            <a:ext cx="279400" cy="5556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46" name="Rectangle 24">
            <a:extLst>
              <a:ext uri="{FF2B5EF4-FFF2-40B4-BE49-F238E27FC236}">
                <a16:creationId xmlns:a16="http://schemas.microsoft.com/office/drawing/2014/main" id="{A35517A5-C465-4049-B4E2-40511D47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5148264"/>
            <a:ext cx="304800" cy="5810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47" name="Rectangle 25">
            <a:extLst>
              <a:ext uri="{FF2B5EF4-FFF2-40B4-BE49-F238E27FC236}">
                <a16:creationId xmlns:a16="http://schemas.microsoft.com/office/drawing/2014/main" id="{D20A8867-59AF-475A-9772-5AE81106A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88" y="3929064"/>
            <a:ext cx="279400" cy="11906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48" name="Rectangle 26">
            <a:extLst>
              <a:ext uri="{FF2B5EF4-FFF2-40B4-BE49-F238E27FC236}">
                <a16:creationId xmlns:a16="http://schemas.microsoft.com/office/drawing/2014/main" id="{9AD95785-D5FE-44FF-B5DC-7C9CB1CA3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3916364"/>
            <a:ext cx="304800" cy="12160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49" name="Rectangle 27">
            <a:extLst>
              <a:ext uri="{FF2B5EF4-FFF2-40B4-BE49-F238E27FC236}">
                <a16:creationId xmlns:a16="http://schemas.microsoft.com/office/drawing/2014/main" id="{0001189C-F05C-4010-9A05-D8FAB48DF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5021264"/>
            <a:ext cx="279400" cy="6953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50" name="Rectangle 28">
            <a:extLst>
              <a:ext uri="{FF2B5EF4-FFF2-40B4-BE49-F238E27FC236}">
                <a16:creationId xmlns:a16="http://schemas.microsoft.com/office/drawing/2014/main" id="{147AA116-5306-464B-83B2-C4306977E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888" y="5008564"/>
            <a:ext cx="304800" cy="7207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51" name="Rectangle 29">
            <a:extLst>
              <a:ext uri="{FF2B5EF4-FFF2-40B4-BE49-F238E27FC236}">
                <a16:creationId xmlns:a16="http://schemas.microsoft.com/office/drawing/2014/main" id="{C2FB24C8-AF7A-45ED-8454-D3F53BD42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4106864"/>
            <a:ext cx="279400" cy="8604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52" name="Rectangle 30">
            <a:extLst>
              <a:ext uri="{FF2B5EF4-FFF2-40B4-BE49-F238E27FC236}">
                <a16:creationId xmlns:a16="http://schemas.microsoft.com/office/drawing/2014/main" id="{CE6E051A-60F2-41B2-97FB-BB84ED5EB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888" y="4094164"/>
            <a:ext cx="304800" cy="8858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53" name="Rectangle 31">
            <a:extLst>
              <a:ext uri="{FF2B5EF4-FFF2-40B4-BE49-F238E27FC236}">
                <a16:creationId xmlns:a16="http://schemas.microsoft.com/office/drawing/2014/main" id="{2CDD9875-7C81-47BD-8F69-9883E2AFF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3088" y="5021264"/>
            <a:ext cx="279400" cy="6953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54" name="Rectangle 32">
            <a:extLst>
              <a:ext uri="{FF2B5EF4-FFF2-40B4-BE49-F238E27FC236}">
                <a16:creationId xmlns:a16="http://schemas.microsoft.com/office/drawing/2014/main" id="{59445EC8-69A0-4A89-9C07-4A3C8B9F7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0388" y="5008564"/>
            <a:ext cx="304800" cy="7207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55" name="Rectangle 33">
            <a:extLst>
              <a:ext uri="{FF2B5EF4-FFF2-40B4-BE49-F238E27FC236}">
                <a16:creationId xmlns:a16="http://schemas.microsoft.com/office/drawing/2014/main" id="{C76EC3A7-08B9-494D-9E85-5BC897F64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3088" y="4106864"/>
            <a:ext cx="279400" cy="8604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56" name="Rectangle 34">
            <a:extLst>
              <a:ext uri="{FF2B5EF4-FFF2-40B4-BE49-F238E27FC236}">
                <a16:creationId xmlns:a16="http://schemas.microsoft.com/office/drawing/2014/main" id="{FA13FDCB-CF13-4C09-B57C-BF805C4E2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0388" y="4094164"/>
            <a:ext cx="304800" cy="8858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57" name="Rectangle 35">
            <a:extLst>
              <a:ext uri="{FF2B5EF4-FFF2-40B4-BE49-F238E27FC236}">
                <a16:creationId xmlns:a16="http://schemas.microsoft.com/office/drawing/2014/main" id="{3B37CB14-39C3-4E3D-BF8B-F3E023F30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588" y="4818064"/>
            <a:ext cx="266700" cy="8985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58" name="Rectangle 36">
            <a:extLst>
              <a:ext uri="{FF2B5EF4-FFF2-40B4-BE49-F238E27FC236}">
                <a16:creationId xmlns:a16="http://schemas.microsoft.com/office/drawing/2014/main" id="{5146C1F1-AEA2-4E63-A3A8-3041184D4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7888" y="4805364"/>
            <a:ext cx="292100" cy="9239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59" name="Rectangle 37">
            <a:extLst>
              <a:ext uri="{FF2B5EF4-FFF2-40B4-BE49-F238E27FC236}">
                <a16:creationId xmlns:a16="http://schemas.microsoft.com/office/drawing/2014/main" id="{0D9C4728-7DC4-41E2-9A5E-BE0D5BDBF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588" y="3929064"/>
            <a:ext cx="266700" cy="8477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60" name="Rectangle 38">
            <a:extLst>
              <a:ext uri="{FF2B5EF4-FFF2-40B4-BE49-F238E27FC236}">
                <a16:creationId xmlns:a16="http://schemas.microsoft.com/office/drawing/2014/main" id="{8100E389-3B79-4BAC-B234-E4C57C621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7888" y="3916364"/>
            <a:ext cx="292100" cy="8731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61" name="Rectangle 39">
            <a:extLst>
              <a:ext uri="{FF2B5EF4-FFF2-40B4-BE49-F238E27FC236}">
                <a16:creationId xmlns:a16="http://schemas.microsoft.com/office/drawing/2014/main" id="{75467057-248B-41A6-B229-0CEF3F3A8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5388" y="4614864"/>
            <a:ext cx="279400" cy="11017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62" name="Rectangle 40">
            <a:extLst>
              <a:ext uri="{FF2B5EF4-FFF2-40B4-BE49-F238E27FC236}">
                <a16:creationId xmlns:a16="http://schemas.microsoft.com/office/drawing/2014/main" id="{D9C2CD9E-BD2B-404C-B67D-AD494CAB8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2688" y="4602164"/>
            <a:ext cx="304800" cy="11271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63" name="Rectangle 41">
            <a:extLst>
              <a:ext uri="{FF2B5EF4-FFF2-40B4-BE49-F238E27FC236}">
                <a16:creationId xmlns:a16="http://schemas.microsoft.com/office/drawing/2014/main" id="{1F949EE0-550F-4E81-A38E-93A1D196B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5388" y="3789364"/>
            <a:ext cx="279400" cy="8096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64" name="Rectangle 42">
            <a:extLst>
              <a:ext uri="{FF2B5EF4-FFF2-40B4-BE49-F238E27FC236}">
                <a16:creationId xmlns:a16="http://schemas.microsoft.com/office/drawing/2014/main" id="{49C9EBAB-00AA-437B-AC8F-DBF2583D2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2688" y="3776663"/>
            <a:ext cx="304800" cy="8366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65" name="Rectangle 43">
            <a:extLst>
              <a:ext uri="{FF2B5EF4-FFF2-40B4-BE49-F238E27FC236}">
                <a16:creationId xmlns:a16="http://schemas.microsoft.com/office/drawing/2014/main" id="{CD1B57BD-685B-440B-B6CA-77D67F99B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2888" y="4475164"/>
            <a:ext cx="279400" cy="12414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66" name="Rectangle 44">
            <a:extLst>
              <a:ext uri="{FF2B5EF4-FFF2-40B4-BE49-F238E27FC236}">
                <a16:creationId xmlns:a16="http://schemas.microsoft.com/office/drawing/2014/main" id="{CBF7B775-0B98-468E-9E49-EF33AF365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0188" y="4462464"/>
            <a:ext cx="304800" cy="12668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67" name="Rectangle 45">
            <a:extLst>
              <a:ext uri="{FF2B5EF4-FFF2-40B4-BE49-F238E27FC236}">
                <a16:creationId xmlns:a16="http://schemas.microsoft.com/office/drawing/2014/main" id="{B9157162-77D1-45D5-AFE9-C0BB43939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2888" y="3613150"/>
            <a:ext cx="279400" cy="820738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68" name="Rectangle 46">
            <a:extLst>
              <a:ext uri="{FF2B5EF4-FFF2-40B4-BE49-F238E27FC236}">
                <a16:creationId xmlns:a16="http://schemas.microsoft.com/office/drawing/2014/main" id="{8FBCDA05-3EF5-4E2E-B53B-4DA5B9F18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0188" y="3598864"/>
            <a:ext cx="304800" cy="8477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69" name="Rectangle 47">
            <a:extLst>
              <a:ext uri="{FF2B5EF4-FFF2-40B4-BE49-F238E27FC236}">
                <a16:creationId xmlns:a16="http://schemas.microsoft.com/office/drawing/2014/main" id="{34668E1D-7621-4658-9137-611469237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0388" y="4246564"/>
            <a:ext cx="279400" cy="14700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70" name="Rectangle 48">
            <a:extLst>
              <a:ext uri="{FF2B5EF4-FFF2-40B4-BE49-F238E27FC236}">
                <a16:creationId xmlns:a16="http://schemas.microsoft.com/office/drawing/2014/main" id="{506C3700-2A76-45B8-9988-C7E111A76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7688" y="4233864"/>
            <a:ext cx="304800" cy="14954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71" name="Rectangle 49">
            <a:extLst>
              <a:ext uri="{FF2B5EF4-FFF2-40B4-BE49-F238E27FC236}">
                <a16:creationId xmlns:a16="http://schemas.microsoft.com/office/drawing/2014/main" id="{08916811-14AA-4AE1-92F8-E2087CB68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0388" y="3421064"/>
            <a:ext cx="279400" cy="7842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72" name="Rectangle 50">
            <a:extLst>
              <a:ext uri="{FF2B5EF4-FFF2-40B4-BE49-F238E27FC236}">
                <a16:creationId xmlns:a16="http://schemas.microsoft.com/office/drawing/2014/main" id="{65F572E5-E3D4-475A-974A-E32B48740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7688" y="3408364"/>
            <a:ext cx="304800" cy="8096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73" name="Rectangle 51">
            <a:extLst>
              <a:ext uri="{FF2B5EF4-FFF2-40B4-BE49-F238E27FC236}">
                <a16:creationId xmlns:a16="http://schemas.microsoft.com/office/drawing/2014/main" id="{1F0D1090-4336-4CD1-9603-4F8315A79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888" y="3192464"/>
            <a:ext cx="266700" cy="6064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74" name="Rectangle 52">
            <a:extLst>
              <a:ext uri="{FF2B5EF4-FFF2-40B4-BE49-F238E27FC236}">
                <a16:creationId xmlns:a16="http://schemas.microsoft.com/office/drawing/2014/main" id="{037807CF-1CAB-4580-A69F-743003CB1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5188" y="3179763"/>
            <a:ext cx="292100" cy="6334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75" name="Rectangle 53">
            <a:extLst>
              <a:ext uri="{FF2B5EF4-FFF2-40B4-BE49-F238E27FC236}">
                <a16:creationId xmlns:a16="http://schemas.microsoft.com/office/drawing/2014/main" id="{EA9BEE1F-7B8F-4AE0-A309-C4D623BC2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888" y="3841750"/>
            <a:ext cx="266700" cy="1874838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76" name="Rectangle 54">
            <a:extLst>
              <a:ext uri="{FF2B5EF4-FFF2-40B4-BE49-F238E27FC236}">
                <a16:creationId xmlns:a16="http://schemas.microsoft.com/office/drawing/2014/main" id="{4C9359E5-F757-4C6A-A3D3-249D9183E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5188" y="3827464"/>
            <a:ext cx="292100" cy="19018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2327" name="Rectangle 55">
            <a:extLst>
              <a:ext uri="{FF2B5EF4-FFF2-40B4-BE49-F238E27FC236}">
                <a16:creationId xmlns:a16="http://schemas.microsoft.com/office/drawing/2014/main" id="{3E277BF4-A6A5-4870-B909-DFD2D2723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801" y="3087689"/>
            <a:ext cx="1202251" cy="5822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cost of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2328" name="Rectangle 56">
            <a:extLst>
              <a:ext uri="{FF2B5EF4-FFF2-40B4-BE49-F238E27FC236}">
                <a16:creationId xmlns:a16="http://schemas.microsoft.com/office/drawing/2014/main" id="{BCD14864-EA4D-4DFB-BA24-BE6DC257F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801" y="3316289"/>
            <a:ext cx="1258357" cy="5822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software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2329" name="Rectangle 57">
            <a:extLst>
              <a:ext uri="{FF2B5EF4-FFF2-40B4-BE49-F238E27FC236}">
                <a16:creationId xmlns:a16="http://schemas.microsoft.com/office/drawing/2014/main" id="{4395ECDE-431E-4692-ABCD-108301389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9701" y="5816601"/>
            <a:ext cx="2066925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number of modules</a:t>
            </a:r>
          </a:p>
        </p:txBody>
      </p:sp>
      <p:grpSp>
        <p:nvGrpSpPr>
          <p:cNvPr id="30780" name="Group 58">
            <a:extLst>
              <a:ext uri="{FF2B5EF4-FFF2-40B4-BE49-F238E27FC236}">
                <a16:creationId xmlns:a16="http://schemas.microsoft.com/office/drawing/2014/main" id="{13C7D30F-C6DA-4BEF-A799-9A5955BA8B29}"/>
              </a:ext>
            </a:extLst>
          </p:cNvPr>
          <p:cNvGrpSpPr>
            <a:grpSpLocks/>
          </p:cNvGrpSpPr>
          <p:nvPr/>
        </p:nvGrpSpPr>
        <p:grpSpPr bwMode="auto">
          <a:xfrm>
            <a:off x="5018089" y="5667375"/>
            <a:ext cx="4675187" cy="128588"/>
            <a:chOff x="1744" y="2971"/>
            <a:chExt cx="2945" cy="72"/>
          </a:xfrm>
        </p:grpSpPr>
        <p:sp>
          <p:nvSpPr>
            <p:cNvPr id="30789" name="Freeform 59">
              <a:extLst>
                <a:ext uri="{FF2B5EF4-FFF2-40B4-BE49-F238E27FC236}">
                  <a16:creationId xmlns:a16="http://schemas.microsoft.com/office/drawing/2014/main" id="{F6D3C92D-B7B7-40B2-8323-63FFAD3B1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2" y="2971"/>
              <a:ext cx="177" cy="72"/>
            </a:xfrm>
            <a:custGeom>
              <a:avLst/>
              <a:gdLst>
                <a:gd name="T0" fmla="*/ 176 w 177"/>
                <a:gd name="T1" fmla="*/ 39 h 72"/>
                <a:gd name="T2" fmla="*/ 0 w 177"/>
                <a:gd name="T3" fmla="*/ 71 h 72"/>
                <a:gd name="T4" fmla="*/ 0 w 177"/>
                <a:gd name="T5" fmla="*/ 39 h 72"/>
                <a:gd name="T6" fmla="*/ 0 w 177"/>
                <a:gd name="T7" fmla="*/ 0 h 72"/>
                <a:gd name="T8" fmla="*/ 176 w 177"/>
                <a:gd name="T9" fmla="*/ 39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7" h="72">
                  <a:moveTo>
                    <a:pt x="176" y="39"/>
                  </a:moveTo>
                  <a:lnTo>
                    <a:pt x="0" y="71"/>
                  </a:lnTo>
                  <a:lnTo>
                    <a:pt x="0" y="39"/>
                  </a:lnTo>
                  <a:lnTo>
                    <a:pt x="0" y="0"/>
                  </a:lnTo>
                  <a:lnTo>
                    <a:pt x="176" y="39"/>
                  </a:lnTo>
                </a:path>
              </a:pathLst>
            </a:custGeom>
            <a:solidFill>
              <a:srgbClr val="000000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90" name="Line 60">
              <a:extLst>
                <a:ext uri="{FF2B5EF4-FFF2-40B4-BE49-F238E27FC236}">
                  <a16:creationId xmlns:a16="http://schemas.microsoft.com/office/drawing/2014/main" id="{09349305-85F6-4AC8-999C-1964751102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" y="3013"/>
              <a:ext cx="276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781" name="Group 61">
            <a:extLst>
              <a:ext uri="{FF2B5EF4-FFF2-40B4-BE49-F238E27FC236}">
                <a16:creationId xmlns:a16="http://schemas.microsoft.com/office/drawing/2014/main" id="{E1969FF9-E325-4B81-B2F4-EC5FEF1AB066}"/>
              </a:ext>
            </a:extLst>
          </p:cNvPr>
          <p:cNvGrpSpPr>
            <a:grpSpLocks/>
          </p:cNvGrpSpPr>
          <p:nvPr/>
        </p:nvGrpSpPr>
        <p:grpSpPr bwMode="auto">
          <a:xfrm>
            <a:off x="4941889" y="2593975"/>
            <a:ext cx="128587" cy="3136900"/>
            <a:chOff x="1696" y="1250"/>
            <a:chExt cx="81" cy="1756"/>
          </a:xfrm>
        </p:grpSpPr>
        <p:sp>
          <p:nvSpPr>
            <p:cNvPr id="30787" name="Freeform 62">
              <a:extLst>
                <a:ext uri="{FF2B5EF4-FFF2-40B4-BE49-F238E27FC236}">
                  <a16:creationId xmlns:a16="http://schemas.microsoft.com/office/drawing/2014/main" id="{48D87741-9F35-4649-9D7F-E94ACF1D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1250"/>
              <a:ext cx="81" cy="157"/>
            </a:xfrm>
            <a:custGeom>
              <a:avLst/>
              <a:gdLst>
                <a:gd name="T0" fmla="*/ 44 w 81"/>
                <a:gd name="T1" fmla="*/ 0 h 157"/>
                <a:gd name="T2" fmla="*/ 80 w 81"/>
                <a:gd name="T3" fmla="*/ 156 h 157"/>
                <a:gd name="T4" fmla="*/ 44 w 81"/>
                <a:gd name="T5" fmla="*/ 156 h 157"/>
                <a:gd name="T6" fmla="*/ 0 w 81"/>
                <a:gd name="T7" fmla="*/ 156 h 157"/>
                <a:gd name="T8" fmla="*/ 44 w 81"/>
                <a:gd name="T9" fmla="*/ 0 h 1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157">
                  <a:moveTo>
                    <a:pt x="44" y="0"/>
                  </a:moveTo>
                  <a:lnTo>
                    <a:pt x="80" y="156"/>
                  </a:lnTo>
                  <a:lnTo>
                    <a:pt x="44" y="156"/>
                  </a:lnTo>
                  <a:lnTo>
                    <a:pt x="0" y="156"/>
                  </a:lnTo>
                  <a:lnTo>
                    <a:pt x="44" y="0"/>
                  </a:lnTo>
                </a:path>
              </a:pathLst>
            </a:custGeom>
            <a:solidFill>
              <a:srgbClr val="000000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88" name="Line 63">
              <a:extLst>
                <a:ext uri="{FF2B5EF4-FFF2-40B4-BE49-F238E27FC236}">
                  <a16:creationId xmlns:a16="http://schemas.microsoft.com/office/drawing/2014/main" id="{B71F3252-0DF4-4223-B2DA-530137952C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4" y="1399"/>
              <a:ext cx="0" cy="160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82336" name="Rectangle 64">
            <a:extLst>
              <a:ext uri="{FF2B5EF4-FFF2-40B4-BE49-F238E27FC236}">
                <a16:creationId xmlns:a16="http://schemas.microsoft.com/office/drawing/2014/main" id="{FBFA63BC-437B-42B8-A2EE-18810A0CB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9381" y="3830639"/>
            <a:ext cx="1243929" cy="64427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module</a:t>
            </a:r>
          </a:p>
          <a:p>
            <a:pPr marL="0" marR="0" lvl="0" indent="0" algn="ctr" defTabSz="914400" rtl="0" eaLnBrk="0" fontAlgn="base" latinLnBrk="0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integration</a:t>
            </a:r>
          </a:p>
          <a:p>
            <a:pPr marL="0" marR="0" lvl="0" indent="0" algn="ctr" defTabSz="914400" rtl="0" eaLnBrk="0" fontAlgn="base" latinLnBrk="0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cost</a:t>
            </a:r>
          </a:p>
        </p:txBody>
      </p:sp>
      <p:sp>
        <p:nvSpPr>
          <p:cNvPr id="182337" name="Rectangle 65">
            <a:extLst>
              <a:ext uri="{FF2B5EF4-FFF2-40B4-BE49-F238E27FC236}">
                <a16:creationId xmlns:a16="http://schemas.microsoft.com/office/drawing/2014/main" id="{73D599E6-A0EE-4751-9F8A-D2EC76FB2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590800"/>
            <a:ext cx="2744788" cy="5778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module development cost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84" name="Line 66">
            <a:extLst>
              <a:ext uri="{FF2B5EF4-FFF2-40B4-BE49-F238E27FC236}">
                <a16:creationId xmlns:a16="http://schemas.microsoft.com/office/drawing/2014/main" id="{DC275EC5-3F4F-4EB1-9F77-E3D6322123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4588" y="3027364"/>
            <a:ext cx="520700" cy="860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85" name="Line 67">
            <a:extLst>
              <a:ext uri="{FF2B5EF4-FFF2-40B4-BE49-F238E27FC236}">
                <a16:creationId xmlns:a16="http://schemas.microsoft.com/office/drawing/2014/main" id="{D0CB32F3-1EB0-490E-96AA-6BA15D633E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53388" y="4360864"/>
            <a:ext cx="914400" cy="504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86" name="Arc 68">
            <a:extLst>
              <a:ext uri="{FF2B5EF4-FFF2-40B4-BE49-F238E27FC236}">
                <a16:creationId xmlns:a16="http://schemas.microsoft.com/office/drawing/2014/main" id="{43DD454D-A396-4886-887E-CC13DBF39444}"/>
              </a:ext>
            </a:extLst>
          </p:cNvPr>
          <p:cNvSpPr>
            <a:spLocks/>
          </p:cNvSpPr>
          <p:nvPr/>
        </p:nvSpPr>
        <p:spPr bwMode="auto">
          <a:xfrm>
            <a:off x="5640388" y="5872163"/>
            <a:ext cx="1193800" cy="366712"/>
          </a:xfrm>
          <a:custGeom>
            <a:avLst/>
            <a:gdLst>
              <a:gd name="T0" fmla="*/ 65976518 w 21600"/>
              <a:gd name="T1" fmla="*/ 0 h 21705"/>
              <a:gd name="T2" fmla="*/ 0 w 21600"/>
              <a:gd name="T3" fmla="*/ 6195701 h 21705"/>
              <a:gd name="T4" fmla="*/ 0 w 21600"/>
              <a:gd name="T5" fmla="*/ 29972 h 2170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705" fill="none" extrusionOk="0">
                <a:moveTo>
                  <a:pt x="21599" y="-1"/>
                </a:moveTo>
                <a:cubicBezTo>
                  <a:pt x="21599" y="34"/>
                  <a:pt x="21600" y="69"/>
                  <a:pt x="21600" y="105"/>
                </a:cubicBezTo>
                <a:cubicBezTo>
                  <a:pt x="21600" y="12034"/>
                  <a:pt x="11929" y="21705"/>
                  <a:pt x="-1" y="21705"/>
                </a:cubicBezTo>
              </a:path>
              <a:path w="21600" h="21705" stroke="0" extrusionOk="0">
                <a:moveTo>
                  <a:pt x="21599" y="-1"/>
                </a:moveTo>
                <a:cubicBezTo>
                  <a:pt x="21599" y="34"/>
                  <a:pt x="21600" y="69"/>
                  <a:pt x="21600" y="105"/>
                </a:cubicBezTo>
                <a:cubicBezTo>
                  <a:pt x="21600" y="12034"/>
                  <a:pt x="11929" y="21705"/>
                  <a:pt x="-1" y="21705"/>
                </a:cubicBezTo>
                <a:lnTo>
                  <a:pt x="0" y="105"/>
                </a:lnTo>
                <a:lnTo>
                  <a:pt x="21599" y="-1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C89CFB9-2546-8923-4BA2-B4C77E360D13}"/>
                  </a:ext>
                </a:extLst>
              </p14:cNvPr>
              <p14:cNvContentPartPr/>
              <p14:nvPr/>
            </p14:nvContentPartPr>
            <p14:xfrm>
              <a:off x="6319499" y="4560760"/>
              <a:ext cx="1006920" cy="988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C89CFB9-2546-8923-4BA2-B4C77E360D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13379" y="4554640"/>
                <a:ext cx="1019160" cy="100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192076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ooter Placeholder 3">
            <a:extLst>
              <a:ext uri="{FF2B5EF4-FFF2-40B4-BE49-F238E27FC236}">
                <a16:creationId xmlns:a16="http://schemas.microsoft.com/office/drawing/2014/main" id="{4AC94E9C-2AF2-4A6D-8D2E-0B023EE178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37" name="Slide Number Placeholder 4">
            <a:extLst>
              <a:ext uri="{FF2B5EF4-FFF2-40B4-BE49-F238E27FC236}">
                <a16:creationId xmlns:a16="http://schemas.microsoft.com/office/drawing/2014/main" id="{E445D9A4-F86D-4638-A525-4B2F9B6EC1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6EA8A0-9980-4F05-8F50-9D80BBAF4164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EBFF7AAD-FCBB-4BB7-B5E0-49BE430F83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1" y="1219200"/>
            <a:ext cx="5184775" cy="39528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Information Hiding</a:t>
            </a: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32DA43F1-775B-4E3F-937E-891AD35AD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488" y="2430464"/>
            <a:ext cx="2501900" cy="32273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50" name="Rectangle 4">
            <a:extLst>
              <a:ext uri="{FF2B5EF4-FFF2-40B4-BE49-F238E27FC236}">
                <a16:creationId xmlns:a16="http://schemas.microsoft.com/office/drawing/2014/main" id="{08E72D5D-8411-4DBE-8192-A85E9CEFD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488" y="2432051"/>
            <a:ext cx="2501900" cy="3222625"/>
          </a:xfrm>
          <a:prstGeom prst="rect">
            <a:avLst/>
          </a:prstGeom>
          <a:solidFill>
            <a:schemeClr val="hlink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301" name="Rectangle 5">
            <a:extLst>
              <a:ext uri="{FF2B5EF4-FFF2-40B4-BE49-F238E27FC236}">
                <a16:creationId xmlns:a16="http://schemas.microsoft.com/office/drawing/2014/main" id="{CF5EE27B-FFEA-4044-A3A9-36E74845B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301" y="1930400"/>
            <a:ext cx="1275989" cy="4591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module</a:t>
            </a:r>
          </a:p>
        </p:txBody>
      </p:sp>
      <p:sp>
        <p:nvSpPr>
          <p:cNvPr id="31752" name="Freeform 6">
            <a:extLst>
              <a:ext uri="{FF2B5EF4-FFF2-40B4-BE49-F238E27FC236}">
                <a16:creationId xmlns:a16="http://schemas.microsoft.com/office/drawing/2014/main" id="{A92CED65-BE7C-4F46-ADF0-84FB0FB7055B}"/>
              </a:ext>
            </a:extLst>
          </p:cNvPr>
          <p:cNvSpPr>
            <a:spLocks/>
          </p:cNvSpPr>
          <p:nvPr/>
        </p:nvSpPr>
        <p:spPr bwMode="auto">
          <a:xfrm>
            <a:off x="5780089" y="3611564"/>
            <a:ext cx="1843087" cy="1843087"/>
          </a:xfrm>
          <a:custGeom>
            <a:avLst/>
            <a:gdLst>
              <a:gd name="T0" fmla="*/ 882054448 w 1161"/>
              <a:gd name="T1" fmla="*/ 204132601 h 1032"/>
              <a:gd name="T2" fmla="*/ 640119514 w 1161"/>
              <a:gd name="T3" fmla="*/ 133961350 h 1032"/>
              <a:gd name="T4" fmla="*/ 481348919 w 1161"/>
              <a:gd name="T5" fmla="*/ 133961350 h 1032"/>
              <a:gd name="T6" fmla="*/ 420865186 w 1161"/>
              <a:gd name="T7" fmla="*/ 226460385 h 1032"/>
              <a:gd name="T8" fmla="*/ 380542697 w 1161"/>
              <a:gd name="T9" fmla="*/ 338093950 h 1032"/>
              <a:gd name="T10" fmla="*/ 400703941 w 1161"/>
              <a:gd name="T11" fmla="*/ 494383085 h 1032"/>
              <a:gd name="T12" fmla="*/ 360381452 w 1161"/>
              <a:gd name="T13" fmla="*/ 676189687 h 1032"/>
              <a:gd name="T14" fmla="*/ 219252741 w 1161"/>
              <a:gd name="T15" fmla="*/ 877132604 h 1032"/>
              <a:gd name="T16" fmla="*/ 100806223 w 1161"/>
              <a:gd name="T17" fmla="*/ 1058937421 h 1032"/>
              <a:gd name="T18" fmla="*/ 20161245 w 1161"/>
              <a:gd name="T19" fmla="*/ 1237554339 h 1032"/>
              <a:gd name="T20" fmla="*/ 20161245 w 1161"/>
              <a:gd name="T21" fmla="*/ 1419359156 h 1032"/>
              <a:gd name="T22" fmla="*/ 80644978 w 1161"/>
              <a:gd name="T23" fmla="*/ 1575648290 h 1032"/>
              <a:gd name="T24" fmla="*/ 60483734 w 1161"/>
              <a:gd name="T25" fmla="*/ 1958396023 h 1032"/>
              <a:gd name="T26" fmla="*/ 40322489 w 1161"/>
              <a:gd name="T27" fmla="*/ 2147483646 h 1032"/>
              <a:gd name="T28" fmla="*/ 120967467 w 1161"/>
              <a:gd name="T29" fmla="*/ 2147483646 h 1032"/>
              <a:gd name="T30" fmla="*/ 259575230 w 1161"/>
              <a:gd name="T31" fmla="*/ 2147483646 h 1032"/>
              <a:gd name="T32" fmla="*/ 441026430 w 1161"/>
              <a:gd name="T33" fmla="*/ 2147483646 h 1032"/>
              <a:gd name="T34" fmla="*/ 700603247 w 1161"/>
              <a:gd name="T35" fmla="*/ 2147483646 h 1032"/>
              <a:gd name="T36" fmla="*/ 960178477 w 1161"/>
              <a:gd name="T37" fmla="*/ 2147483646 h 1032"/>
              <a:gd name="T38" fmla="*/ 1222274656 w 1161"/>
              <a:gd name="T39" fmla="*/ 2147483646 h 1032"/>
              <a:gd name="T40" fmla="*/ 1602818940 w 1161"/>
              <a:gd name="T41" fmla="*/ 2147483646 h 1032"/>
              <a:gd name="T42" fmla="*/ 1902716659 w 1161"/>
              <a:gd name="T43" fmla="*/ 2147483646 h 1032"/>
              <a:gd name="T44" fmla="*/ 2147483646 w 1161"/>
              <a:gd name="T45" fmla="*/ 2147483646 h 1032"/>
              <a:gd name="T46" fmla="*/ 2147483646 w 1161"/>
              <a:gd name="T47" fmla="*/ 2147483646 h 1032"/>
              <a:gd name="T48" fmla="*/ 2147483646 w 1161"/>
              <a:gd name="T49" fmla="*/ 2147483646 h 1032"/>
              <a:gd name="T50" fmla="*/ 2147483646 w 1161"/>
              <a:gd name="T51" fmla="*/ 2147483646 h 1032"/>
              <a:gd name="T52" fmla="*/ 2147483646 w 1161"/>
              <a:gd name="T53" fmla="*/ 2147483646 h 1032"/>
              <a:gd name="T54" fmla="*/ 2147483646 w 1161"/>
              <a:gd name="T55" fmla="*/ 2147483646 h 1032"/>
              <a:gd name="T56" fmla="*/ 2147483646 w 1161"/>
              <a:gd name="T57" fmla="*/ 2147483646 h 1032"/>
              <a:gd name="T58" fmla="*/ 2147483646 w 1161"/>
              <a:gd name="T59" fmla="*/ 2147483646 h 1032"/>
              <a:gd name="T60" fmla="*/ 2147483646 w 1161"/>
              <a:gd name="T61" fmla="*/ 1980723808 h 1032"/>
              <a:gd name="T62" fmla="*/ 2147483646 w 1161"/>
              <a:gd name="T63" fmla="*/ 1779780891 h 1032"/>
              <a:gd name="T64" fmla="*/ 2147483646 w 1161"/>
              <a:gd name="T65" fmla="*/ 1620302073 h 1032"/>
              <a:gd name="T66" fmla="*/ 2147483646 w 1161"/>
              <a:gd name="T67" fmla="*/ 1352377588 h 1032"/>
              <a:gd name="T68" fmla="*/ 2147483646 w 1161"/>
              <a:gd name="T69" fmla="*/ 1285397806 h 1032"/>
              <a:gd name="T70" fmla="*/ 2147483646 w 1161"/>
              <a:gd name="T71" fmla="*/ 1103591204 h 1032"/>
              <a:gd name="T72" fmla="*/ 2147483646 w 1161"/>
              <a:gd name="T73" fmla="*/ 810151036 h 1032"/>
              <a:gd name="T74" fmla="*/ 2147483646 w 1161"/>
              <a:gd name="T75" fmla="*/ 586880335 h 1032"/>
              <a:gd name="T76" fmla="*/ 2147483646 w 1161"/>
              <a:gd name="T77" fmla="*/ 360421735 h 1032"/>
              <a:gd name="T78" fmla="*/ 2147483646 w 1161"/>
              <a:gd name="T79" fmla="*/ 271114169 h 1032"/>
              <a:gd name="T80" fmla="*/ 2147483646 w 1161"/>
              <a:gd name="T81" fmla="*/ 271114169 h 1032"/>
              <a:gd name="T82" fmla="*/ 2147483646 w 1161"/>
              <a:gd name="T83" fmla="*/ 226460385 h 1032"/>
              <a:gd name="T84" fmla="*/ 2081648498 w 1161"/>
              <a:gd name="T85" fmla="*/ 89307566 h 1032"/>
              <a:gd name="T86" fmla="*/ 2021164764 w 1161"/>
              <a:gd name="T87" fmla="*/ 22327785 h 1032"/>
              <a:gd name="T88" fmla="*/ 1922877903 w 1161"/>
              <a:gd name="T89" fmla="*/ 0 h 1032"/>
              <a:gd name="T90" fmla="*/ 1761587947 w 1161"/>
              <a:gd name="T91" fmla="*/ 0 h 1032"/>
              <a:gd name="T92" fmla="*/ 1522173962 w 1161"/>
              <a:gd name="T93" fmla="*/ 66981568 h 1032"/>
              <a:gd name="T94" fmla="*/ 1280239028 w 1161"/>
              <a:gd name="T95" fmla="*/ 156289134 h 1032"/>
              <a:gd name="T96" fmla="*/ 1020662211 w 1161"/>
              <a:gd name="T97" fmla="*/ 293440167 h 10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1161" h="1032">
                <a:moveTo>
                  <a:pt x="421" y="92"/>
                </a:moveTo>
                <a:lnTo>
                  <a:pt x="397" y="85"/>
                </a:lnTo>
                <a:lnTo>
                  <a:pt x="350" y="64"/>
                </a:lnTo>
                <a:lnTo>
                  <a:pt x="318" y="56"/>
                </a:lnTo>
                <a:lnTo>
                  <a:pt x="278" y="42"/>
                </a:lnTo>
                <a:lnTo>
                  <a:pt x="254" y="42"/>
                </a:lnTo>
                <a:lnTo>
                  <a:pt x="222" y="35"/>
                </a:lnTo>
                <a:lnTo>
                  <a:pt x="199" y="42"/>
                </a:lnTo>
                <a:lnTo>
                  <a:pt x="191" y="42"/>
                </a:lnTo>
                <a:lnTo>
                  <a:pt x="183" y="49"/>
                </a:lnTo>
                <a:lnTo>
                  <a:pt x="175" y="56"/>
                </a:lnTo>
                <a:lnTo>
                  <a:pt x="167" y="71"/>
                </a:lnTo>
                <a:lnTo>
                  <a:pt x="159" y="78"/>
                </a:lnTo>
                <a:lnTo>
                  <a:pt x="151" y="92"/>
                </a:lnTo>
                <a:lnTo>
                  <a:pt x="151" y="106"/>
                </a:lnTo>
                <a:lnTo>
                  <a:pt x="151" y="120"/>
                </a:lnTo>
                <a:lnTo>
                  <a:pt x="159" y="141"/>
                </a:lnTo>
                <a:lnTo>
                  <a:pt x="159" y="155"/>
                </a:lnTo>
                <a:lnTo>
                  <a:pt x="159" y="177"/>
                </a:lnTo>
                <a:lnTo>
                  <a:pt x="151" y="191"/>
                </a:lnTo>
                <a:lnTo>
                  <a:pt x="143" y="212"/>
                </a:lnTo>
                <a:lnTo>
                  <a:pt x="127" y="226"/>
                </a:lnTo>
                <a:lnTo>
                  <a:pt x="103" y="254"/>
                </a:lnTo>
                <a:lnTo>
                  <a:pt x="87" y="275"/>
                </a:lnTo>
                <a:lnTo>
                  <a:pt x="72" y="290"/>
                </a:lnTo>
                <a:lnTo>
                  <a:pt x="64" y="297"/>
                </a:lnTo>
                <a:lnTo>
                  <a:pt x="40" y="332"/>
                </a:lnTo>
                <a:lnTo>
                  <a:pt x="24" y="353"/>
                </a:lnTo>
                <a:lnTo>
                  <a:pt x="16" y="367"/>
                </a:lnTo>
                <a:lnTo>
                  <a:pt x="8" y="388"/>
                </a:lnTo>
                <a:lnTo>
                  <a:pt x="0" y="417"/>
                </a:lnTo>
                <a:lnTo>
                  <a:pt x="8" y="431"/>
                </a:lnTo>
                <a:lnTo>
                  <a:pt x="8" y="445"/>
                </a:lnTo>
                <a:lnTo>
                  <a:pt x="16" y="452"/>
                </a:lnTo>
                <a:lnTo>
                  <a:pt x="24" y="466"/>
                </a:lnTo>
                <a:lnTo>
                  <a:pt x="32" y="494"/>
                </a:lnTo>
                <a:lnTo>
                  <a:pt x="32" y="537"/>
                </a:lnTo>
                <a:lnTo>
                  <a:pt x="32" y="586"/>
                </a:lnTo>
                <a:lnTo>
                  <a:pt x="24" y="614"/>
                </a:lnTo>
                <a:lnTo>
                  <a:pt x="24" y="628"/>
                </a:lnTo>
                <a:lnTo>
                  <a:pt x="16" y="657"/>
                </a:lnTo>
                <a:lnTo>
                  <a:pt x="16" y="685"/>
                </a:lnTo>
                <a:lnTo>
                  <a:pt x="24" y="713"/>
                </a:lnTo>
                <a:lnTo>
                  <a:pt x="32" y="741"/>
                </a:lnTo>
                <a:lnTo>
                  <a:pt x="48" y="770"/>
                </a:lnTo>
                <a:lnTo>
                  <a:pt x="64" y="798"/>
                </a:lnTo>
                <a:lnTo>
                  <a:pt x="87" y="826"/>
                </a:lnTo>
                <a:lnTo>
                  <a:pt x="103" y="840"/>
                </a:lnTo>
                <a:lnTo>
                  <a:pt x="119" y="854"/>
                </a:lnTo>
                <a:lnTo>
                  <a:pt x="143" y="876"/>
                </a:lnTo>
                <a:lnTo>
                  <a:pt x="175" y="897"/>
                </a:lnTo>
                <a:lnTo>
                  <a:pt x="215" y="911"/>
                </a:lnTo>
                <a:lnTo>
                  <a:pt x="246" y="918"/>
                </a:lnTo>
                <a:lnTo>
                  <a:pt x="278" y="918"/>
                </a:lnTo>
                <a:lnTo>
                  <a:pt x="318" y="918"/>
                </a:lnTo>
                <a:lnTo>
                  <a:pt x="358" y="911"/>
                </a:lnTo>
                <a:lnTo>
                  <a:pt x="381" y="904"/>
                </a:lnTo>
                <a:lnTo>
                  <a:pt x="405" y="897"/>
                </a:lnTo>
                <a:lnTo>
                  <a:pt x="453" y="890"/>
                </a:lnTo>
                <a:lnTo>
                  <a:pt x="485" y="890"/>
                </a:lnTo>
                <a:lnTo>
                  <a:pt x="532" y="890"/>
                </a:lnTo>
                <a:lnTo>
                  <a:pt x="580" y="897"/>
                </a:lnTo>
                <a:lnTo>
                  <a:pt x="636" y="911"/>
                </a:lnTo>
                <a:lnTo>
                  <a:pt x="675" y="925"/>
                </a:lnTo>
                <a:lnTo>
                  <a:pt x="723" y="946"/>
                </a:lnTo>
                <a:lnTo>
                  <a:pt x="755" y="960"/>
                </a:lnTo>
                <a:lnTo>
                  <a:pt x="787" y="975"/>
                </a:lnTo>
                <a:lnTo>
                  <a:pt x="826" y="996"/>
                </a:lnTo>
                <a:lnTo>
                  <a:pt x="866" y="1010"/>
                </a:lnTo>
                <a:lnTo>
                  <a:pt x="906" y="1024"/>
                </a:lnTo>
                <a:lnTo>
                  <a:pt x="930" y="1031"/>
                </a:lnTo>
                <a:lnTo>
                  <a:pt x="953" y="1031"/>
                </a:lnTo>
                <a:lnTo>
                  <a:pt x="961" y="1031"/>
                </a:lnTo>
                <a:lnTo>
                  <a:pt x="969" y="1024"/>
                </a:lnTo>
                <a:lnTo>
                  <a:pt x="977" y="1017"/>
                </a:lnTo>
                <a:lnTo>
                  <a:pt x="985" y="1003"/>
                </a:lnTo>
                <a:lnTo>
                  <a:pt x="985" y="975"/>
                </a:lnTo>
                <a:lnTo>
                  <a:pt x="977" y="946"/>
                </a:lnTo>
                <a:lnTo>
                  <a:pt x="969" y="925"/>
                </a:lnTo>
                <a:lnTo>
                  <a:pt x="961" y="911"/>
                </a:lnTo>
                <a:lnTo>
                  <a:pt x="953" y="904"/>
                </a:lnTo>
                <a:lnTo>
                  <a:pt x="953" y="890"/>
                </a:lnTo>
                <a:lnTo>
                  <a:pt x="953" y="869"/>
                </a:lnTo>
                <a:lnTo>
                  <a:pt x="961" y="847"/>
                </a:lnTo>
                <a:lnTo>
                  <a:pt x="969" y="826"/>
                </a:lnTo>
                <a:lnTo>
                  <a:pt x="985" y="805"/>
                </a:lnTo>
                <a:lnTo>
                  <a:pt x="1009" y="777"/>
                </a:lnTo>
                <a:lnTo>
                  <a:pt x="1041" y="741"/>
                </a:lnTo>
                <a:lnTo>
                  <a:pt x="1057" y="727"/>
                </a:lnTo>
                <a:lnTo>
                  <a:pt x="1073" y="713"/>
                </a:lnTo>
                <a:lnTo>
                  <a:pt x="1104" y="678"/>
                </a:lnTo>
                <a:lnTo>
                  <a:pt x="1120" y="657"/>
                </a:lnTo>
                <a:lnTo>
                  <a:pt x="1144" y="621"/>
                </a:lnTo>
                <a:lnTo>
                  <a:pt x="1152" y="593"/>
                </a:lnTo>
                <a:lnTo>
                  <a:pt x="1160" y="572"/>
                </a:lnTo>
                <a:lnTo>
                  <a:pt x="1160" y="558"/>
                </a:lnTo>
                <a:lnTo>
                  <a:pt x="1152" y="537"/>
                </a:lnTo>
                <a:lnTo>
                  <a:pt x="1144" y="523"/>
                </a:lnTo>
                <a:lnTo>
                  <a:pt x="1136" y="508"/>
                </a:lnTo>
                <a:lnTo>
                  <a:pt x="1104" y="466"/>
                </a:lnTo>
                <a:lnTo>
                  <a:pt x="1073" y="445"/>
                </a:lnTo>
                <a:lnTo>
                  <a:pt x="1025" y="424"/>
                </a:lnTo>
                <a:lnTo>
                  <a:pt x="1001" y="417"/>
                </a:lnTo>
                <a:lnTo>
                  <a:pt x="993" y="417"/>
                </a:lnTo>
                <a:lnTo>
                  <a:pt x="969" y="403"/>
                </a:lnTo>
                <a:lnTo>
                  <a:pt x="961" y="388"/>
                </a:lnTo>
                <a:lnTo>
                  <a:pt x="961" y="374"/>
                </a:lnTo>
                <a:lnTo>
                  <a:pt x="961" y="346"/>
                </a:lnTo>
                <a:lnTo>
                  <a:pt x="969" y="325"/>
                </a:lnTo>
                <a:lnTo>
                  <a:pt x="985" y="290"/>
                </a:lnTo>
                <a:lnTo>
                  <a:pt x="1009" y="254"/>
                </a:lnTo>
                <a:lnTo>
                  <a:pt x="1025" y="233"/>
                </a:lnTo>
                <a:lnTo>
                  <a:pt x="1041" y="212"/>
                </a:lnTo>
                <a:lnTo>
                  <a:pt x="1057" y="184"/>
                </a:lnTo>
                <a:lnTo>
                  <a:pt x="1073" y="155"/>
                </a:lnTo>
                <a:lnTo>
                  <a:pt x="1081" y="127"/>
                </a:lnTo>
                <a:lnTo>
                  <a:pt x="1081" y="113"/>
                </a:lnTo>
                <a:lnTo>
                  <a:pt x="1073" y="99"/>
                </a:lnTo>
                <a:lnTo>
                  <a:pt x="1049" y="85"/>
                </a:lnTo>
                <a:lnTo>
                  <a:pt x="1033" y="85"/>
                </a:lnTo>
                <a:lnTo>
                  <a:pt x="1017" y="85"/>
                </a:lnTo>
                <a:lnTo>
                  <a:pt x="1001" y="85"/>
                </a:lnTo>
                <a:lnTo>
                  <a:pt x="969" y="85"/>
                </a:lnTo>
                <a:lnTo>
                  <a:pt x="945" y="85"/>
                </a:lnTo>
                <a:lnTo>
                  <a:pt x="922" y="78"/>
                </a:lnTo>
                <a:lnTo>
                  <a:pt x="898" y="71"/>
                </a:lnTo>
                <a:lnTo>
                  <a:pt x="866" y="56"/>
                </a:lnTo>
                <a:lnTo>
                  <a:pt x="842" y="42"/>
                </a:lnTo>
                <a:lnTo>
                  <a:pt x="826" y="28"/>
                </a:lnTo>
                <a:lnTo>
                  <a:pt x="818" y="21"/>
                </a:lnTo>
                <a:lnTo>
                  <a:pt x="810" y="14"/>
                </a:lnTo>
                <a:lnTo>
                  <a:pt x="802" y="7"/>
                </a:lnTo>
                <a:lnTo>
                  <a:pt x="795" y="7"/>
                </a:lnTo>
                <a:lnTo>
                  <a:pt x="771" y="0"/>
                </a:lnTo>
                <a:lnTo>
                  <a:pt x="763" y="0"/>
                </a:lnTo>
                <a:lnTo>
                  <a:pt x="739" y="0"/>
                </a:lnTo>
                <a:lnTo>
                  <a:pt x="715" y="0"/>
                </a:lnTo>
                <a:lnTo>
                  <a:pt x="699" y="0"/>
                </a:lnTo>
                <a:lnTo>
                  <a:pt x="659" y="7"/>
                </a:lnTo>
                <a:lnTo>
                  <a:pt x="636" y="14"/>
                </a:lnTo>
                <a:lnTo>
                  <a:pt x="604" y="21"/>
                </a:lnTo>
                <a:lnTo>
                  <a:pt x="580" y="28"/>
                </a:lnTo>
                <a:lnTo>
                  <a:pt x="540" y="42"/>
                </a:lnTo>
                <a:lnTo>
                  <a:pt x="508" y="49"/>
                </a:lnTo>
                <a:lnTo>
                  <a:pt x="469" y="64"/>
                </a:lnTo>
                <a:lnTo>
                  <a:pt x="421" y="85"/>
                </a:lnTo>
                <a:lnTo>
                  <a:pt x="405" y="92"/>
                </a:lnTo>
                <a:lnTo>
                  <a:pt x="421" y="92"/>
                </a:lnTo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53" name="Freeform 7">
            <a:extLst>
              <a:ext uri="{FF2B5EF4-FFF2-40B4-BE49-F238E27FC236}">
                <a16:creationId xmlns:a16="http://schemas.microsoft.com/office/drawing/2014/main" id="{DBDA1A4E-E134-4266-B80B-94D2A7B93546}"/>
              </a:ext>
            </a:extLst>
          </p:cNvPr>
          <p:cNvSpPr>
            <a:spLocks/>
          </p:cNvSpPr>
          <p:nvPr/>
        </p:nvSpPr>
        <p:spPr bwMode="auto">
          <a:xfrm>
            <a:off x="5780089" y="3611564"/>
            <a:ext cx="1855787" cy="1855787"/>
          </a:xfrm>
          <a:custGeom>
            <a:avLst/>
            <a:gdLst>
              <a:gd name="T0" fmla="*/ 887094761 w 1169"/>
              <a:gd name="T1" fmla="*/ 204175865 h 1039"/>
              <a:gd name="T2" fmla="*/ 645159826 w 1169"/>
              <a:gd name="T3" fmla="*/ 137181776 h 1039"/>
              <a:gd name="T4" fmla="*/ 483869870 w 1169"/>
              <a:gd name="T5" fmla="*/ 137181776 h 1039"/>
              <a:gd name="T6" fmla="*/ 423386136 w 1169"/>
              <a:gd name="T7" fmla="*/ 226507823 h 1039"/>
              <a:gd name="T8" fmla="*/ 383063647 w 1169"/>
              <a:gd name="T9" fmla="*/ 341357640 h 1039"/>
              <a:gd name="T10" fmla="*/ 403224891 w 1169"/>
              <a:gd name="T11" fmla="*/ 497679564 h 1039"/>
              <a:gd name="T12" fmla="*/ 362902402 w 1169"/>
              <a:gd name="T13" fmla="*/ 679523470 h 1039"/>
              <a:gd name="T14" fmla="*/ 221773690 w 1169"/>
              <a:gd name="T15" fmla="*/ 883699335 h 1039"/>
              <a:gd name="T16" fmla="*/ 100806223 w 1169"/>
              <a:gd name="T17" fmla="*/ 1065545027 h 1039"/>
              <a:gd name="T18" fmla="*/ 20161245 w 1169"/>
              <a:gd name="T19" fmla="*/ 1247388934 h 1039"/>
              <a:gd name="T20" fmla="*/ 20161245 w 1169"/>
              <a:gd name="T21" fmla="*/ 1429232840 h 1039"/>
              <a:gd name="T22" fmla="*/ 80644978 w 1169"/>
              <a:gd name="T23" fmla="*/ 1588746574 h 1039"/>
              <a:gd name="T24" fmla="*/ 60483734 w 1169"/>
              <a:gd name="T25" fmla="*/ 1974766345 h 1039"/>
              <a:gd name="T26" fmla="*/ 40322489 w 1169"/>
              <a:gd name="T27" fmla="*/ 2147483646 h 1039"/>
              <a:gd name="T28" fmla="*/ 120967467 w 1169"/>
              <a:gd name="T29" fmla="*/ 2147483646 h 1039"/>
              <a:gd name="T30" fmla="*/ 262096179 w 1169"/>
              <a:gd name="T31" fmla="*/ 2147483646 h 1039"/>
              <a:gd name="T32" fmla="*/ 443547380 w 1169"/>
              <a:gd name="T33" fmla="*/ 2147483646 h 1039"/>
              <a:gd name="T34" fmla="*/ 705643560 w 1169"/>
              <a:gd name="T35" fmla="*/ 2147483646 h 1039"/>
              <a:gd name="T36" fmla="*/ 967739739 w 1169"/>
              <a:gd name="T37" fmla="*/ 2147483646 h 1039"/>
              <a:gd name="T38" fmla="*/ 1229835919 w 1169"/>
              <a:gd name="T39" fmla="*/ 2147483646 h 1039"/>
              <a:gd name="T40" fmla="*/ 1612899565 w 1169"/>
              <a:gd name="T41" fmla="*/ 2147483646 h 1039"/>
              <a:gd name="T42" fmla="*/ 1915318234 w 1169"/>
              <a:gd name="T43" fmla="*/ 2147483646 h 1039"/>
              <a:gd name="T44" fmla="*/ 2147483646 w 1169"/>
              <a:gd name="T45" fmla="*/ 2147483646 h 1039"/>
              <a:gd name="T46" fmla="*/ 2147483646 w 1169"/>
              <a:gd name="T47" fmla="*/ 2147483646 h 1039"/>
              <a:gd name="T48" fmla="*/ 2147483646 w 1169"/>
              <a:gd name="T49" fmla="*/ 2147483646 h 1039"/>
              <a:gd name="T50" fmla="*/ 2147483646 w 1169"/>
              <a:gd name="T51" fmla="*/ 2147483646 h 1039"/>
              <a:gd name="T52" fmla="*/ 2147483646 w 1169"/>
              <a:gd name="T53" fmla="*/ 2147483646 h 1039"/>
              <a:gd name="T54" fmla="*/ 2147483646 w 1169"/>
              <a:gd name="T55" fmla="*/ 2147483646 h 1039"/>
              <a:gd name="T56" fmla="*/ 2147483646 w 1169"/>
              <a:gd name="T57" fmla="*/ 2147483646 h 1039"/>
              <a:gd name="T58" fmla="*/ 2147483646 w 1169"/>
              <a:gd name="T59" fmla="*/ 2147483646 h 1039"/>
              <a:gd name="T60" fmla="*/ 2147483646 w 1169"/>
              <a:gd name="T61" fmla="*/ 1997098303 h 1039"/>
              <a:gd name="T62" fmla="*/ 2147483646 w 1169"/>
              <a:gd name="T63" fmla="*/ 1792922439 h 1039"/>
              <a:gd name="T64" fmla="*/ 2147483646 w 1169"/>
              <a:gd name="T65" fmla="*/ 1633410491 h 1039"/>
              <a:gd name="T66" fmla="*/ 2147483646 w 1169"/>
              <a:gd name="T67" fmla="*/ 1362238751 h 1039"/>
              <a:gd name="T68" fmla="*/ 2147483646 w 1169"/>
              <a:gd name="T69" fmla="*/ 1292052850 h 1039"/>
              <a:gd name="T70" fmla="*/ 2147483646 w 1169"/>
              <a:gd name="T71" fmla="*/ 1110208944 h 1039"/>
              <a:gd name="T72" fmla="*/ 2147483646 w 1169"/>
              <a:gd name="T73" fmla="*/ 816705245 h 1039"/>
              <a:gd name="T74" fmla="*/ 2147483646 w 1169"/>
              <a:gd name="T75" fmla="*/ 590197422 h 1039"/>
              <a:gd name="T76" fmla="*/ 2147483646 w 1169"/>
              <a:gd name="T77" fmla="*/ 363689599 h 1039"/>
              <a:gd name="T78" fmla="*/ 2147483646 w 1169"/>
              <a:gd name="T79" fmla="*/ 271171740 h 1039"/>
              <a:gd name="T80" fmla="*/ 2147483646 w 1169"/>
              <a:gd name="T81" fmla="*/ 271171740 h 1039"/>
              <a:gd name="T82" fmla="*/ 2147483646 w 1169"/>
              <a:gd name="T83" fmla="*/ 226507823 h 1039"/>
              <a:gd name="T84" fmla="*/ 2096769435 w 1169"/>
              <a:gd name="T85" fmla="*/ 89327834 h 1039"/>
              <a:gd name="T86" fmla="*/ 2036285701 w 1169"/>
              <a:gd name="T87" fmla="*/ 22331958 h 1039"/>
              <a:gd name="T88" fmla="*/ 1935479479 w 1169"/>
              <a:gd name="T89" fmla="*/ 0 h 1039"/>
              <a:gd name="T90" fmla="*/ 1774189522 w 1169"/>
              <a:gd name="T91" fmla="*/ 0 h 1039"/>
              <a:gd name="T92" fmla="*/ 1532254587 w 1169"/>
              <a:gd name="T93" fmla="*/ 66995875 h 1039"/>
              <a:gd name="T94" fmla="*/ 1290319652 w 1169"/>
              <a:gd name="T95" fmla="*/ 159511948 h 1039"/>
              <a:gd name="T96" fmla="*/ 1028223473 w 1169"/>
              <a:gd name="T97" fmla="*/ 293503699 h 103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1169" h="1039">
                <a:moveTo>
                  <a:pt x="424" y="92"/>
                </a:moveTo>
                <a:lnTo>
                  <a:pt x="400" y="85"/>
                </a:lnTo>
                <a:lnTo>
                  <a:pt x="352" y="64"/>
                </a:lnTo>
                <a:lnTo>
                  <a:pt x="320" y="57"/>
                </a:lnTo>
                <a:lnTo>
                  <a:pt x="280" y="43"/>
                </a:lnTo>
                <a:lnTo>
                  <a:pt x="256" y="43"/>
                </a:lnTo>
                <a:lnTo>
                  <a:pt x="224" y="36"/>
                </a:lnTo>
                <a:lnTo>
                  <a:pt x="200" y="43"/>
                </a:lnTo>
                <a:lnTo>
                  <a:pt x="192" y="43"/>
                </a:lnTo>
                <a:lnTo>
                  <a:pt x="184" y="50"/>
                </a:lnTo>
                <a:lnTo>
                  <a:pt x="176" y="57"/>
                </a:lnTo>
                <a:lnTo>
                  <a:pt x="168" y="71"/>
                </a:lnTo>
                <a:lnTo>
                  <a:pt x="160" y="78"/>
                </a:lnTo>
                <a:lnTo>
                  <a:pt x="152" y="92"/>
                </a:lnTo>
                <a:lnTo>
                  <a:pt x="152" y="107"/>
                </a:lnTo>
                <a:lnTo>
                  <a:pt x="152" y="121"/>
                </a:lnTo>
                <a:lnTo>
                  <a:pt x="160" y="142"/>
                </a:lnTo>
                <a:lnTo>
                  <a:pt x="160" y="156"/>
                </a:lnTo>
                <a:lnTo>
                  <a:pt x="160" y="178"/>
                </a:lnTo>
                <a:lnTo>
                  <a:pt x="152" y="192"/>
                </a:lnTo>
                <a:lnTo>
                  <a:pt x="144" y="213"/>
                </a:lnTo>
                <a:lnTo>
                  <a:pt x="128" y="228"/>
                </a:lnTo>
                <a:lnTo>
                  <a:pt x="104" y="256"/>
                </a:lnTo>
                <a:lnTo>
                  <a:pt x="88" y="277"/>
                </a:lnTo>
                <a:lnTo>
                  <a:pt x="72" y="291"/>
                </a:lnTo>
                <a:lnTo>
                  <a:pt x="64" y="299"/>
                </a:lnTo>
                <a:lnTo>
                  <a:pt x="40" y="334"/>
                </a:lnTo>
                <a:lnTo>
                  <a:pt x="24" y="355"/>
                </a:lnTo>
                <a:lnTo>
                  <a:pt x="16" y="370"/>
                </a:lnTo>
                <a:lnTo>
                  <a:pt x="8" y="391"/>
                </a:lnTo>
                <a:lnTo>
                  <a:pt x="0" y="419"/>
                </a:lnTo>
                <a:lnTo>
                  <a:pt x="8" y="434"/>
                </a:lnTo>
                <a:lnTo>
                  <a:pt x="8" y="448"/>
                </a:lnTo>
                <a:lnTo>
                  <a:pt x="16" y="455"/>
                </a:lnTo>
                <a:lnTo>
                  <a:pt x="24" y="469"/>
                </a:lnTo>
                <a:lnTo>
                  <a:pt x="32" y="498"/>
                </a:lnTo>
                <a:lnTo>
                  <a:pt x="32" y="540"/>
                </a:lnTo>
                <a:lnTo>
                  <a:pt x="32" y="590"/>
                </a:lnTo>
                <a:lnTo>
                  <a:pt x="24" y="619"/>
                </a:lnTo>
                <a:lnTo>
                  <a:pt x="24" y="633"/>
                </a:lnTo>
                <a:lnTo>
                  <a:pt x="16" y="661"/>
                </a:lnTo>
                <a:lnTo>
                  <a:pt x="16" y="690"/>
                </a:lnTo>
                <a:lnTo>
                  <a:pt x="24" y="718"/>
                </a:lnTo>
                <a:lnTo>
                  <a:pt x="32" y="747"/>
                </a:lnTo>
                <a:lnTo>
                  <a:pt x="48" y="775"/>
                </a:lnTo>
                <a:lnTo>
                  <a:pt x="64" y="803"/>
                </a:lnTo>
                <a:lnTo>
                  <a:pt x="88" y="832"/>
                </a:lnTo>
                <a:lnTo>
                  <a:pt x="104" y="846"/>
                </a:lnTo>
                <a:lnTo>
                  <a:pt x="120" y="860"/>
                </a:lnTo>
                <a:lnTo>
                  <a:pt x="144" y="882"/>
                </a:lnTo>
                <a:lnTo>
                  <a:pt x="176" y="903"/>
                </a:lnTo>
                <a:lnTo>
                  <a:pt x="216" y="917"/>
                </a:lnTo>
                <a:lnTo>
                  <a:pt x="248" y="924"/>
                </a:lnTo>
                <a:lnTo>
                  <a:pt x="280" y="924"/>
                </a:lnTo>
                <a:lnTo>
                  <a:pt x="320" y="924"/>
                </a:lnTo>
                <a:lnTo>
                  <a:pt x="360" y="917"/>
                </a:lnTo>
                <a:lnTo>
                  <a:pt x="384" y="910"/>
                </a:lnTo>
                <a:lnTo>
                  <a:pt x="408" y="903"/>
                </a:lnTo>
                <a:lnTo>
                  <a:pt x="456" y="896"/>
                </a:lnTo>
                <a:lnTo>
                  <a:pt x="488" y="896"/>
                </a:lnTo>
                <a:lnTo>
                  <a:pt x="536" y="896"/>
                </a:lnTo>
                <a:lnTo>
                  <a:pt x="584" y="903"/>
                </a:lnTo>
                <a:lnTo>
                  <a:pt x="640" y="917"/>
                </a:lnTo>
                <a:lnTo>
                  <a:pt x="680" y="931"/>
                </a:lnTo>
                <a:lnTo>
                  <a:pt x="728" y="953"/>
                </a:lnTo>
                <a:lnTo>
                  <a:pt x="760" y="967"/>
                </a:lnTo>
                <a:lnTo>
                  <a:pt x="792" y="981"/>
                </a:lnTo>
                <a:lnTo>
                  <a:pt x="832" y="1002"/>
                </a:lnTo>
                <a:lnTo>
                  <a:pt x="872" y="1017"/>
                </a:lnTo>
                <a:lnTo>
                  <a:pt x="912" y="1031"/>
                </a:lnTo>
                <a:lnTo>
                  <a:pt x="936" y="1038"/>
                </a:lnTo>
                <a:lnTo>
                  <a:pt x="960" y="1038"/>
                </a:lnTo>
                <a:lnTo>
                  <a:pt x="968" y="1038"/>
                </a:lnTo>
                <a:lnTo>
                  <a:pt x="976" y="1031"/>
                </a:lnTo>
                <a:lnTo>
                  <a:pt x="984" y="1024"/>
                </a:lnTo>
                <a:lnTo>
                  <a:pt x="992" y="1010"/>
                </a:lnTo>
                <a:lnTo>
                  <a:pt x="992" y="981"/>
                </a:lnTo>
                <a:lnTo>
                  <a:pt x="984" y="953"/>
                </a:lnTo>
                <a:lnTo>
                  <a:pt x="976" y="931"/>
                </a:lnTo>
                <a:lnTo>
                  <a:pt x="968" y="917"/>
                </a:lnTo>
                <a:lnTo>
                  <a:pt x="960" y="910"/>
                </a:lnTo>
                <a:lnTo>
                  <a:pt x="960" y="896"/>
                </a:lnTo>
                <a:lnTo>
                  <a:pt x="960" y="874"/>
                </a:lnTo>
                <a:lnTo>
                  <a:pt x="968" y="853"/>
                </a:lnTo>
                <a:lnTo>
                  <a:pt x="976" y="832"/>
                </a:lnTo>
                <a:lnTo>
                  <a:pt x="992" y="810"/>
                </a:lnTo>
                <a:lnTo>
                  <a:pt x="1016" y="782"/>
                </a:lnTo>
                <a:lnTo>
                  <a:pt x="1048" y="747"/>
                </a:lnTo>
                <a:lnTo>
                  <a:pt x="1064" y="732"/>
                </a:lnTo>
                <a:lnTo>
                  <a:pt x="1080" y="718"/>
                </a:lnTo>
                <a:lnTo>
                  <a:pt x="1112" y="683"/>
                </a:lnTo>
                <a:lnTo>
                  <a:pt x="1128" y="661"/>
                </a:lnTo>
                <a:lnTo>
                  <a:pt x="1152" y="626"/>
                </a:lnTo>
                <a:lnTo>
                  <a:pt x="1160" y="597"/>
                </a:lnTo>
                <a:lnTo>
                  <a:pt x="1168" y="576"/>
                </a:lnTo>
                <a:lnTo>
                  <a:pt x="1168" y="562"/>
                </a:lnTo>
                <a:lnTo>
                  <a:pt x="1160" y="540"/>
                </a:lnTo>
                <a:lnTo>
                  <a:pt x="1152" y="526"/>
                </a:lnTo>
                <a:lnTo>
                  <a:pt x="1144" y="512"/>
                </a:lnTo>
                <a:lnTo>
                  <a:pt x="1112" y="469"/>
                </a:lnTo>
                <a:lnTo>
                  <a:pt x="1080" y="448"/>
                </a:lnTo>
                <a:lnTo>
                  <a:pt x="1032" y="427"/>
                </a:lnTo>
                <a:lnTo>
                  <a:pt x="1008" y="419"/>
                </a:lnTo>
                <a:lnTo>
                  <a:pt x="1000" y="419"/>
                </a:lnTo>
                <a:lnTo>
                  <a:pt x="976" y="405"/>
                </a:lnTo>
                <a:lnTo>
                  <a:pt x="968" y="391"/>
                </a:lnTo>
                <a:lnTo>
                  <a:pt x="968" y="377"/>
                </a:lnTo>
                <a:lnTo>
                  <a:pt x="968" y="348"/>
                </a:lnTo>
                <a:lnTo>
                  <a:pt x="976" y="327"/>
                </a:lnTo>
                <a:lnTo>
                  <a:pt x="992" y="291"/>
                </a:lnTo>
                <a:lnTo>
                  <a:pt x="1016" y="256"/>
                </a:lnTo>
                <a:lnTo>
                  <a:pt x="1032" y="235"/>
                </a:lnTo>
                <a:lnTo>
                  <a:pt x="1048" y="213"/>
                </a:lnTo>
                <a:lnTo>
                  <a:pt x="1064" y="185"/>
                </a:lnTo>
                <a:lnTo>
                  <a:pt x="1080" y="156"/>
                </a:lnTo>
                <a:lnTo>
                  <a:pt x="1088" y="128"/>
                </a:lnTo>
                <a:lnTo>
                  <a:pt x="1088" y="114"/>
                </a:lnTo>
                <a:lnTo>
                  <a:pt x="1080" y="100"/>
                </a:lnTo>
                <a:lnTo>
                  <a:pt x="1056" y="85"/>
                </a:lnTo>
                <a:lnTo>
                  <a:pt x="1040" y="85"/>
                </a:lnTo>
                <a:lnTo>
                  <a:pt x="1024" y="85"/>
                </a:lnTo>
                <a:lnTo>
                  <a:pt x="1008" y="85"/>
                </a:lnTo>
                <a:lnTo>
                  <a:pt x="976" y="85"/>
                </a:lnTo>
                <a:lnTo>
                  <a:pt x="952" y="85"/>
                </a:lnTo>
                <a:lnTo>
                  <a:pt x="928" y="78"/>
                </a:lnTo>
                <a:lnTo>
                  <a:pt x="904" y="71"/>
                </a:lnTo>
                <a:lnTo>
                  <a:pt x="872" y="57"/>
                </a:lnTo>
                <a:lnTo>
                  <a:pt x="848" y="43"/>
                </a:lnTo>
                <a:lnTo>
                  <a:pt x="832" y="28"/>
                </a:lnTo>
                <a:lnTo>
                  <a:pt x="824" y="21"/>
                </a:lnTo>
                <a:lnTo>
                  <a:pt x="816" y="14"/>
                </a:lnTo>
                <a:lnTo>
                  <a:pt x="808" y="7"/>
                </a:lnTo>
                <a:lnTo>
                  <a:pt x="800" y="7"/>
                </a:lnTo>
                <a:lnTo>
                  <a:pt x="776" y="0"/>
                </a:lnTo>
                <a:lnTo>
                  <a:pt x="768" y="0"/>
                </a:lnTo>
                <a:lnTo>
                  <a:pt x="744" y="0"/>
                </a:lnTo>
                <a:lnTo>
                  <a:pt x="720" y="0"/>
                </a:lnTo>
                <a:lnTo>
                  <a:pt x="704" y="0"/>
                </a:lnTo>
                <a:lnTo>
                  <a:pt x="664" y="7"/>
                </a:lnTo>
                <a:lnTo>
                  <a:pt x="640" y="14"/>
                </a:lnTo>
                <a:lnTo>
                  <a:pt x="608" y="21"/>
                </a:lnTo>
                <a:lnTo>
                  <a:pt x="584" y="28"/>
                </a:lnTo>
                <a:lnTo>
                  <a:pt x="544" y="43"/>
                </a:lnTo>
                <a:lnTo>
                  <a:pt x="512" y="50"/>
                </a:lnTo>
                <a:lnTo>
                  <a:pt x="472" y="64"/>
                </a:lnTo>
                <a:lnTo>
                  <a:pt x="424" y="85"/>
                </a:lnTo>
                <a:lnTo>
                  <a:pt x="408" y="92"/>
                </a:lnTo>
              </a:path>
            </a:pathLst>
          </a:custGeom>
          <a:solidFill>
            <a:schemeClr val="accent2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54" name="Rectangle 8">
            <a:extLst>
              <a:ext uri="{FF2B5EF4-FFF2-40B4-BE49-F238E27FC236}">
                <a16:creationId xmlns:a16="http://schemas.microsoft.com/office/drawing/2014/main" id="{0DDEF17E-2592-45A2-AA24-DCC7CAD01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488" y="2430463"/>
            <a:ext cx="2501900" cy="6477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55" name="Rectangle 9">
            <a:extLst>
              <a:ext uri="{FF2B5EF4-FFF2-40B4-BE49-F238E27FC236}">
                <a16:creationId xmlns:a16="http://schemas.microsoft.com/office/drawing/2014/main" id="{430D036F-3394-40CC-BD2F-6A93BD137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488" y="2432051"/>
            <a:ext cx="2501900" cy="64452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306" name="Rectangle 10">
            <a:extLst>
              <a:ext uri="{FF2B5EF4-FFF2-40B4-BE49-F238E27FC236}">
                <a16:creationId xmlns:a16="http://schemas.microsoft.com/office/drawing/2014/main" id="{7B60625B-EE9B-462D-99E3-3F65F201B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1801" y="2389189"/>
            <a:ext cx="1285875" cy="6381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controlled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307" name="Rectangle 11">
            <a:extLst>
              <a:ext uri="{FF2B5EF4-FFF2-40B4-BE49-F238E27FC236}">
                <a16:creationId xmlns:a16="http://schemas.microsoft.com/office/drawing/2014/main" id="{B7C5418D-D510-4B8E-AC52-D363FAE36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201" y="2630489"/>
            <a:ext cx="1133475" cy="3635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interface</a:t>
            </a:r>
          </a:p>
        </p:txBody>
      </p:sp>
      <p:sp>
        <p:nvSpPr>
          <p:cNvPr id="183308" name="Rectangle 12">
            <a:extLst>
              <a:ext uri="{FF2B5EF4-FFF2-40B4-BE49-F238E27FC236}">
                <a16:creationId xmlns:a16="http://schemas.microsoft.com/office/drawing/2014/main" id="{01D50EF5-B2F4-4059-9000-6065D7341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1" y="4191000"/>
            <a:ext cx="1071563" cy="3635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"secret"</a:t>
            </a:r>
          </a:p>
        </p:txBody>
      </p:sp>
      <p:sp>
        <p:nvSpPr>
          <p:cNvPr id="31759" name="Rectangle 13">
            <a:extLst>
              <a:ext uri="{FF2B5EF4-FFF2-40B4-BE49-F238E27FC236}">
                <a16:creationId xmlns:a16="http://schemas.microsoft.com/office/drawing/2014/main" id="{21FBBE0E-CF6A-480A-86CC-A4373A66B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388" y="2076451"/>
            <a:ext cx="3441700" cy="2003425"/>
          </a:xfrm>
          <a:prstGeom prst="rect">
            <a:avLst/>
          </a:prstGeom>
          <a:solidFill>
            <a:srgbClr val="790015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310" name="Rectangle 14">
            <a:extLst>
              <a:ext uri="{FF2B5EF4-FFF2-40B4-BE49-F238E27FC236}">
                <a16:creationId xmlns:a16="http://schemas.microsoft.com/office/drawing/2014/main" id="{A6F5CC5A-0BF4-49F3-94C8-F0D3F7AD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133601"/>
            <a:ext cx="1428750" cy="6381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•  algorithm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311" name="Rectangle 15">
            <a:extLst>
              <a:ext uri="{FF2B5EF4-FFF2-40B4-BE49-F238E27FC236}">
                <a16:creationId xmlns:a16="http://schemas.microsoft.com/office/drawing/2014/main" id="{13468CA5-CF50-467A-A22D-2BA52A38F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362200"/>
            <a:ext cx="182806" cy="643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312" name="Rectangle 16">
            <a:extLst>
              <a:ext uri="{FF2B5EF4-FFF2-40B4-BE49-F238E27FC236}">
                <a16:creationId xmlns:a16="http://schemas.microsoft.com/office/drawing/2014/main" id="{1D915531-43A9-411D-9ED6-B4C7F1E86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590801"/>
            <a:ext cx="1912938" cy="6381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•  data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313" name="Rectangle 17">
            <a:extLst>
              <a:ext uri="{FF2B5EF4-FFF2-40B4-BE49-F238E27FC236}">
                <a16:creationId xmlns:a16="http://schemas.microsoft.com/office/drawing/2014/main" id="{E9620D48-9DB8-4734-BF3E-FE6F5B2F7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819400"/>
            <a:ext cx="182806" cy="643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314" name="Rectangle 18">
            <a:extLst>
              <a:ext uri="{FF2B5EF4-FFF2-40B4-BE49-F238E27FC236}">
                <a16:creationId xmlns:a16="http://schemas.microsoft.com/office/drawing/2014/main" id="{A703C71C-3FFF-461F-AFA6-1BE1BD666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048001"/>
            <a:ext cx="3348038" cy="6381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•  details of external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315" name="Rectangle 19">
            <a:extLst>
              <a:ext uri="{FF2B5EF4-FFF2-40B4-BE49-F238E27FC236}">
                <a16:creationId xmlns:a16="http://schemas.microsoft.com/office/drawing/2014/main" id="{C2EF9F8E-4067-411D-BFAD-FF4B2E1F8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276600"/>
            <a:ext cx="182806" cy="643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316" name="Rectangle 20">
            <a:extLst>
              <a:ext uri="{FF2B5EF4-FFF2-40B4-BE49-F238E27FC236}">
                <a16:creationId xmlns:a16="http://schemas.microsoft.com/office/drawing/2014/main" id="{F6F38AB5-2286-41C0-807B-55C92573A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505200"/>
            <a:ext cx="3208338" cy="3635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•  resource allocation policy</a:t>
            </a:r>
          </a:p>
        </p:txBody>
      </p:sp>
      <p:sp>
        <p:nvSpPr>
          <p:cNvPr id="31767" name="Rectangle 21">
            <a:extLst>
              <a:ext uri="{FF2B5EF4-FFF2-40B4-BE49-F238E27FC236}">
                <a16:creationId xmlns:a16="http://schemas.microsoft.com/office/drawing/2014/main" id="{BD954401-AE8C-4923-A2A6-647FD4AEC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888" y="1947863"/>
            <a:ext cx="838200" cy="787400"/>
          </a:xfrm>
          <a:prstGeom prst="rect">
            <a:avLst/>
          </a:prstGeom>
          <a:solidFill>
            <a:srgbClr val="3C00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68" name="Rectangle 22">
            <a:extLst>
              <a:ext uri="{FF2B5EF4-FFF2-40B4-BE49-F238E27FC236}">
                <a16:creationId xmlns:a16="http://schemas.microsoft.com/office/drawing/2014/main" id="{7B0EAD25-A007-4BE6-BDD0-C5EE4DBC7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888" y="1949451"/>
            <a:ext cx="838200" cy="7842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69" name="Rectangle 23">
            <a:extLst>
              <a:ext uri="{FF2B5EF4-FFF2-40B4-BE49-F238E27FC236}">
                <a16:creationId xmlns:a16="http://schemas.microsoft.com/office/drawing/2014/main" id="{763C4709-4DCD-4877-A6AF-6FC7333E5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4288" y="2239964"/>
            <a:ext cx="850900" cy="788987"/>
          </a:xfrm>
          <a:prstGeom prst="rect">
            <a:avLst/>
          </a:prstGeom>
          <a:solidFill>
            <a:srgbClr val="6E004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70" name="Rectangle 24">
            <a:extLst>
              <a:ext uri="{FF2B5EF4-FFF2-40B4-BE49-F238E27FC236}">
                <a16:creationId xmlns:a16="http://schemas.microsoft.com/office/drawing/2014/main" id="{CD73F7F0-AF84-4DBC-9A17-810F2F886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4288" y="2243139"/>
            <a:ext cx="850900" cy="78263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71" name="Rectangle 25">
            <a:extLst>
              <a:ext uri="{FF2B5EF4-FFF2-40B4-BE49-F238E27FC236}">
                <a16:creationId xmlns:a16="http://schemas.microsoft.com/office/drawing/2014/main" id="{0030F4B0-A19A-48EF-9ABF-2C4A26FCD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188" y="2633663"/>
            <a:ext cx="838200" cy="787400"/>
          </a:xfrm>
          <a:prstGeom prst="rect">
            <a:avLst/>
          </a:prstGeom>
          <a:solidFill>
            <a:srgbClr val="B5006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72" name="Rectangle 26">
            <a:extLst>
              <a:ext uri="{FF2B5EF4-FFF2-40B4-BE49-F238E27FC236}">
                <a16:creationId xmlns:a16="http://schemas.microsoft.com/office/drawing/2014/main" id="{6B520154-E98F-4FAD-94C7-7D9B819B3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188" y="2635251"/>
            <a:ext cx="838200" cy="7842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73" name="Rectangle 27">
            <a:extLst>
              <a:ext uri="{FF2B5EF4-FFF2-40B4-BE49-F238E27FC236}">
                <a16:creationId xmlns:a16="http://schemas.microsoft.com/office/drawing/2014/main" id="{98C580A1-8D5D-42CC-BD93-DDAC4368F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6688" y="3205163"/>
            <a:ext cx="838200" cy="787400"/>
          </a:xfrm>
          <a:prstGeom prst="rect">
            <a:avLst/>
          </a:prstGeom>
          <a:solidFill>
            <a:srgbClr val="D9319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74" name="Rectangle 28">
            <a:extLst>
              <a:ext uri="{FF2B5EF4-FFF2-40B4-BE49-F238E27FC236}">
                <a16:creationId xmlns:a16="http://schemas.microsoft.com/office/drawing/2014/main" id="{CFC7F302-6DC2-4300-B4D1-F32FADC99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6688" y="3206751"/>
            <a:ext cx="838200" cy="7842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325" name="Rectangle 29">
            <a:extLst>
              <a:ext uri="{FF2B5EF4-FFF2-40B4-BE49-F238E27FC236}">
                <a16:creationId xmlns:a16="http://schemas.microsoft.com/office/drawing/2014/main" id="{EDE2B953-6673-4D6A-A7ED-01CA8A7FF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1" y="3987800"/>
            <a:ext cx="1157367" cy="4591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clients</a:t>
            </a:r>
          </a:p>
        </p:txBody>
      </p:sp>
      <p:sp>
        <p:nvSpPr>
          <p:cNvPr id="183326" name="Rectangle 30">
            <a:extLst>
              <a:ext uri="{FF2B5EF4-FFF2-40B4-BE49-F238E27FC236}">
                <a16:creationId xmlns:a16="http://schemas.microsoft.com/office/drawing/2014/main" id="{6A4A7439-E3BD-4E2D-903D-DEFEA3A63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1901" y="5729289"/>
            <a:ext cx="3014663" cy="3635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a specific design decision</a:t>
            </a:r>
          </a:p>
        </p:txBody>
      </p:sp>
      <p:sp>
        <p:nvSpPr>
          <p:cNvPr id="31777" name="Line 31">
            <a:extLst>
              <a:ext uri="{FF2B5EF4-FFF2-40B4-BE49-F238E27FC236}">
                <a16:creationId xmlns:a16="http://schemas.microsoft.com/office/drawing/2014/main" id="{4E1E0D87-F6A4-4003-B428-55AF128A41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2788" y="4667251"/>
            <a:ext cx="787400" cy="1114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78" name="Line 32">
            <a:extLst>
              <a:ext uri="{FF2B5EF4-FFF2-40B4-BE49-F238E27FC236}">
                <a16:creationId xmlns:a16="http://schemas.microsoft.com/office/drawing/2014/main" id="{9B882741-AEDB-44F3-8B02-BD7511969E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0288" y="2624138"/>
            <a:ext cx="711200" cy="444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79" name="Line 33">
            <a:extLst>
              <a:ext uri="{FF2B5EF4-FFF2-40B4-BE49-F238E27FC236}">
                <a16:creationId xmlns:a16="http://schemas.microsoft.com/office/drawing/2014/main" id="{9FC4DA94-656D-4F83-84F1-04276AA22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1988" y="2179638"/>
            <a:ext cx="990600" cy="3111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80" name="Line 34">
            <a:extLst>
              <a:ext uri="{FF2B5EF4-FFF2-40B4-BE49-F238E27FC236}">
                <a16:creationId xmlns:a16="http://schemas.microsoft.com/office/drawing/2014/main" id="{8211BA0C-5CA5-4CAA-83C9-73DC793E2F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7688" y="2849563"/>
            <a:ext cx="1117600" cy="1143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81" name="Line 35">
            <a:extLst>
              <a:ext uri="{FF2B5EF4-FFF2-40B4-BE49-F238E27FC236}">
                <a16:creationId xmlns:a16="http://schemas.microsoft.com/office/drawing/2014/main" id="{C4A63684-6B5F-4C41-9E2A-D25E4AB6F8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3788" y="2976563"/>
            <a:ext cx="5588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899839-3EBE-C3E8-2CA0-B61E480463EA}"/>
                  </a:ext>
                </a:extLst>
              </p14:cNvPr>
              <p14:cNvContentPartPr/>
              <p14:nvPr/>
            </p14:nvContentPartPr>
            <p14:xfrm>
              <a:off x="5170019" y="2865160"/>
              <a:ext cx="505080" cy="394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899839-3EBE-C3E8-2CA0-B61E480463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63899" y="2859040"/>
                <a:ext cx="51732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3F031D0-A89F-0DC8-93FF-A883337F91E8}"/>
                  </a:ext>
                </a:extLst>
              </p14:cNvPr>
              <p14:cNvContentPartPr/>
              <p14:nvPr/>
            </p14:nvContentPartPr>
            <p14:xfrm>
              <a:off x="5841059" y="2929600"/>
              <a:ext cx="674280" cy="19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3F031D0-A89F-0DC8-93FF-A883337F91E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34939" y="2923480"/>
                <a:ext cx="6865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E00338A-110D-F675-96D3-09F9749DA394}"/>
                  </a:ext>
                </a:extLst>
              </p14:cNvPr>
              <p14:cNvContentPartPr/>
              <p14:nvPr/>
            </p14:nvContentPartPr>
            <p14:xfrm>
              <a:off x="6125459" y="2991520"/>
              <a:ext cx="270360" cy="500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E00338A-110D-F675-96D3-09F9749DA39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19339" y="2985400"/>
                <a:ext cx="282600" cy="51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692326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E9445-6D9A-4E47-A87F-08E2E9B6C7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E3973-A8B9-4DD5-8440-65AF4A351E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E4F717-E0B6-4766-8BBA-953844C4DF75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6C563E07-487B-4AA5-92C0-4BA3F272B6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30500" y="152401"/>
            <a:ext cx="6477000" cy="646113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Why Information Hiding?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A16107A6-9E2D-444E-BF6A-0111A0BFC5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990600"/>
            <a:ext cx="8305800" cy="53340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algn="just" eaLnBrk="1" hangingPunct="1"/>
            <a:r>
              <a:rPr lang="en-US" altLang="en-US" b="1" dirty="0"/>
              <a:t>Modularity leads to access of information to particular entities. i.e. encapsulation in Design</a:t>
            </a:r>
          </a:p>
          <a:p>
            <a:pPr algn="just" eaLnBrk="1" hangingPunct="1"/>
            <a:r>
              <a:rPr lang="en-US" altLang="en-US" dirty="0"/>
              <a:t>It ensures the </a:t>
            </a:r>
            <a:r>
              <a:rPr lang="en-US" altLang="en-US" u="sng" dirty="0"/>
              <a:t>access constraints to a local details</a:t>
            </a:r>
          </a:p>
          <a:p>
            <a:pPr algn="just" eaLnBrk="1" hangingPunct="1"/>
            <a:r>
              <a:rPr lang="en-US" altLang="en-US" dirty="0"/>
              <a:t>emphasizes </a:t>
            </a:r>
            <a:r>
              <a:rPr lang="en-US" altLang="en-US" u="sng" dirty="0"/>
              <a:t>communication through controlled interfaces</a:t>
            </a:r>
          </a:p>
          <a:p>
            <a:pPr algn="just" eaLnBrk="1" hangingPunct="1"/>
            <a:r>
              <a:rPr lang="en-US" altLang="en-US" u="sng" dirty="0"/>
              <a:t>discourages the use of global data</a:t>
            </a:r>
            <a:endParaRPr lang="en-US" altLang="en-US" dirty="0"/>
          </a:p>
          <a:p>
            <a:pPr algn="just" eaLnBrk="1" hangingPunct="1"/>
            <a:r>
              <a:rPr lang="en-US" altLang="en-US" dirty="0"/>
              <a:t>results in higher quality software</a:t>
            </a:r>
          </a:p>
        </p:txBody>
      </p:sp>
    </p:spTree>
    <p:extLst>
      <p:ext uri="{BB962C8B-B14F-4D97-AF65-F5344CB8AC3E}">
        <p14:creationId xmlns:p14="http://schemas.microsoft.com/office/powerpoint/2010/main" val="406297951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8CDE2-96FB-46CD-83B3-4BA4485A66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4E0E6F-930A-43C7-BBBE-73DEEDF77A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F84562-6D4F-4970-9CAD-F36331230F37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2A8BDAAB-A651-4D7B-BEB9-60FC8D9351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25600" y="407351"/>
            <a:ext cx="2863850" cy="633413"/>
          </a:xfrm>
        </p:spPr>
        <p:txBody>
          <a:bodyPr/>
          <a:lstStyle/>
          <a:p>
            <a:pPr eaLnBrk="1" hangingPunct="1"/>
            <a:r>
              <a:rPr lang="en-US" altLang="en-US" dirty="0"/>
              <a:t>Refactoring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F122CD98-D16C-41A8-A42F-AE07B7322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18602" y="1639368"/>
            <a:ext cx="8733802" cy="3170238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spcBef>
                <a:spcPts val="300"/>
              </a:spcBef>
            </a:pPr>
            <a:r>
              <a:rPr lang="en-US" altLang="en-US" sz="1800" dirty="0"/>
              <a:t>Simplifies the design of a component without changing its behavior by eliminating redundant codes and designs that might lead to system failures.</a:t>
            </a:r>
          </a:p>
          <a:p>
            <a:pPr marL="0" indent="0" algn="just" eaLnBrk="1" hangingPunct="1">
              <a:lnSpc>
                <a:spcPct val="80000"/>
              </a:lnSpc>
              <a:spcBef>
                <a:spcPts val="300"/>
              </a:spcBef>
              <a:buNone/>
            </a:pPr>
            <a:endParaRPr lang="en-US" altLang="en-US" sz="1800" dirty="0"/>
          </a:p>
          <a:p>
            <a:pPr algn="just" eaLnBrk="1" hangingPunct="1">
              <a:lnSpc>
                <a:spcPct val="80000"/>
              </a:lnSpc>
              <a:spcBef>
                <a:spcPts val="300"/>
              </a:spcBef>
            </a:pPr>
            <a:r>
              <a:rPr lang="en-US" altLang="en-US" sz="1800" dirty="0"/>
              <a:t>So improves  the internal structure of the system without disturbing the external behavior of the code</a:t>
            </a:r>
          </a:p>
          <a:p>
            <a:pPr marL="0" indent="0" algn="just" eaLnBrk="1" hangingPunct="1">
              <a:lnSpc>
                <a:spcPct val="80000"/>
              </a:lnSpc>
              <a:spcBef>
                <a:spcPts val="300"/>
              </a:spcBef>
              <a:buNone/>
            </a:pPr>
            <a:endParaRPr lang="en-US" altLang="en-US" sz="1600" dirty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176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FD180-026E-4364-8B63-A6F00B0C7C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F00973-10F0-4A63-A738-24E3D9737FCF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63AB32C1-22E3-4296-B0F5-49625B422F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6705600" cy="633413"/>
          </a:xfrm>
        </p:spPr>
        <p:txBody>
          <a:bodyPr/>
          <a:lstStyle/>
          <a:p>
            <a:pPr eaLnBrk="1" hangingPunct="1"/>
            <a:r>
              <a:rPr lang="en-US" altLang="en-US" dirty="0"/>
              <a:t>Functional Independence</a:t>
            </a:r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D0640E66-BCA6-4386-93F3-C72893C44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429454"/>
            <a:ext cx="10623665" cy="522922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Palatino" pitchFamily="-128" charset="0"/>
              </a:rPr>
              <a:t>Design a software in a way that </a:t>
            </a:r>
            <a:r>
              <a:rPr lang="en-US" altLang="en-US" sz="2000" b="1" u="sng" dirty="0">
                <a:latin typeface="Palatino" pitchFamily="-128" charset="0"/>
              </a:rPr>
              <a:t>each module addresses a subset of requirements</a:t>
            </a:r>
            <a:r>
              <a:rPr lang="en-US" altLang="en-US" sz="2000" b="1" dirty="0">
                <a:latin typeface="Palatino" pitchFamily="-128" charset="0"/>
              </a:rPr>
              <a:t> and </a:t>
            </a:r>
            <a:r>
              <a:rPr lang="en-US" altLang="en-US" sz="2000" b="1" u="sng" dirty="0">
                <a:latin typeface="Palatino" pitchFamily="-128" charset="0"/>
              </a:rPr>
              <a:t>it has an interface when viewed from other modules</a:t>
            </a:r>
            <a:r>
              <a:rPr lang="en-US" altLang="en-US" sz="2000" dirty="0">
                <a:latin typeface="Palatino" pitchFamily="-128" charset="0"/>
              </a:rPr>
              <a:t>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000" dirty="0">
                <a:latin typeface="Palatino" pitchFamily="-128" charset="0"/>
              </a:rPr>
              <a:t>Advantages: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600" dirty="0">
                <a:latin typeface="Palatino" pitchFamily="-128" charset="0"/>
              </a:rPr>
              <a:t>Easy to develop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600" dirty="0">
                <a:latin typeface="Palatino" pitchFamily="-128" charset="0"/>
              </a:rPr>
              <a:t>Easy task scheduling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600" dirty="0">
                <a:latin typeface="Palatino" pitchFamily="-128" charset="0"/>
              </a:rPr>
              <a:t>Less error propagation chances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600" dirty="0">
                <a:latin typeface="Palatino" pitchFamily="-128" charset="0"/>
              </a:rPr>
              <a:t>Reusable modules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000" dirty="0">
                <a:latin typeface="Palatino" pitchFamily="-128" charset="0"/>
              </a:rPr>
              <a:t>Independence is assessed using two criteria: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latin typeface="Palatino" pitchFamily="-128" charset="0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latin typeface="Palatino" pitchFamily="-128" charset="0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latin typeface="Palatino" pitchFamily="-128" charset="0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latin typeface="Palatino" pitchFamily="-128" charset="0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latin typeface="Palatino" pitchFamily="-128" charset="0"/>
            </a:endParaRPr>
          </a:p>
          <a:p>
            <a:pPr algn="just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en-US" sz="2000" i="1" dirty="0">
                <a:solidFill>
                  <a:schemeClr val="folHlink"/>
                </a:solidFill>
                <a:latin typeface="Palatino" pitchFamily="-128" charset="0"/>
              </a:rPr>
              <a:t>Cohesion</a:t>
            </a:r>
            <a:r>
              <a:rPr lang="en-US" altLang="en-US" sz="2000" dirty="0">
                <a:latin typeface="Palatino" pitchFamily="-128" charset="0"/>
              </a:rPr>
              <a:t> is an indication of the </a:t>
            </a:r>
            <a:r>
              <a:rPr lang="en-US" altLang="en-US" sz="2000" b="1" dirty="0">
                <a:latin typeface="Palatino" pitchFamily="-128" charset="0"/>
              </a:rPr>
              <a:t>relative functional strength of a module</a:t>
            </a:r>
            <a:r>
              <a:rPr lang="en-US" altLang="en-US" sz="2000" dirty="0">
                <a:latin typeface="Palatino" pitchFamily="-128" charset="0"/>
              </a:rPr>
              <a:t>.</a:t>
            </a:r>
          </a:p>
          <a:p>
            <a:pPr lvl="1" algn="just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en-US" sz="1800" dirty="0">
                <a:latin typeface="Palatino" pitchFamily="-128" charset="0"/>
              </a:rPr>
              <a:t>A cohesive module performs a single task, requiring little interaction with other components in other parts of a program. Stated simply, a cohesive module should (ideally) do just one thing. </a:t>
            </a:r>
          </a:p>
          <a:p>
            <a:pPr algn="just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en-US" sz="2000" i="1" dirty="0">
                <a:solidFill>
                  <a:schemeClr val="folHlink"/>
                </a:solidFill>
                <a:latin typeface="Palatino" pitchFamily="-128" charset="0"/>
              </a:rPr>
              <a:t>Coupling</a:t>
            </a:r>
            <a:r>
              <a:rPr lang="en-US" altLang="en-US" sz="2000" dirty="0">
                <a:latin typeface="Palatino" pitchFamily="-128" charset="0"/>
              </a:rPr>
              <a:t> is an indication of the </a:t>
            </a:r>
            <a:r>
              <a:rPr lang="en-US" altLang="en-US" sz="2000" b="1" dirty="0">
                <a:latin typeface="Palatino" pitchFamily="-128" charset="0"/>
              </a:rPr>
              <a:t>relative interdependence among modules.</a:t>
            </a:r>
          </a:p>
          <a:p>
            <a:pPr lvl="1" algn="just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en-US" sz="1800" dirty="0">
                <a:latin typeface="Palatino" pitchFamily="-128" charset="0"/>
              </a:rPr>
              <a:t>Coupling depends on the interface complexity between modules, the point at which entry or reference is made to a module, and what data pass across the interface.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449" y="1062867"/>
            <a:ext cx="6700551" cy="329548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B1DF541-5489-BC64-211E-2AAAFB8D72BE}"/>
                  </a:ext>
                </a:extLst>
              </p14:cNvPr>
              <p14:cNvContentPartPr/>
              <p14:nvPr/>
            </p14:nvContentPartPr>
            <p14:xfrm>
              <a:off x="636899" y="3417651"/>
              <a:ext cx="1290240" cy="862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B1DF541-5489-BC64-211E-2AAAFB8D72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0779" y="3411531"/>
                <a:ext cx="1302480" cy="87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ECA2EA-6EC0-8508-DAD3-B1A3656A9F3E}"/>
                  </a:ext>
                </a:extLst>
              </p14:cNvPr>
              <p14:cNvContentPartPr/>
              <p14:nvPr/>
            </p14:nvContentPartPr>
            <p14:xfrm>
              <a:off x="2652179" y="3407571"/>
              <a:ext cx="1167480" cy="847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ECA2EA-6EC0-8508-DAD3-B1A3656A9F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46059" y="3401451"/>
                <a:ext cx="1179720" cy="85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C983F52-0B7E-66A4-06FC-EC63553560B4}"/>
                  </a:ext>
                </a:extLst>
              </p14:cNvPr>
              <p14:cNvContentPartPr/>
              <p14:nvPr/>
            </p14:nvContentPartPr>
            <p14:xfrm>
              <a:off x="840659" y="3610611"/>
              <a:ext cx="376560" cy="332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C983F52-0B7E-66A4-06FC-EC63553560B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4539" y="3604491"/>
                <a:ext cx="38880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ED4F742-4325-039F-C760-D23FBED7F922}"/>
                  </a:ext>
                </a:extLst>
              </p14:cNvPr>
              <p14:cNvContentPartPr/>
              <p14:nvPr/>
            </p14:nvContentPartPr>
            <p14:xfrm>
              <a:off x="1455539" y="3629691"/>
              <a:ext cx="382680" cy="357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ED4F742-4325-039F-C760-D23FBED7F92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49419" y="3623571"/>
                <a:ext cx="39492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2DA0165-5AC8-094C-7264-B8369EDB3601}"/>
                  </a:ext>
                </a:extLst>
              </p14:cNvPr>
              <p14:cNvContentPartPr/>
              <p14:nvPr/>
            </p14:nvContentPartPr>
            <p14:xfrm>
              <a:off x="2946299" y="3506211"/>
              <a:ext cx="331920" cy="339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2DA0165-5AC8-094C-7264-B8369EDB360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40179" y="3500091"/>
                <a:ext cx="34416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692086-0A9C-484A-BB93-778A49275A50}"/>
                  </a:ext>
                </a:extLst>
              </p14:cNvPr>
              <p14:cNvContentPartPr/>
              <p14:nvPr/>
            </p14:nvContentPartPr>
            <p14:xfrm>
              <a:off x="3457499" y="3885291"/>
              <a:ext cx="273600" cy="210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1692086-0A9C-484A-BB93-778A49275A5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51379" y="3879171"/>
                <a:ext cx="2858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4D8F8E6-A975-276F-E6A3-FADA9C78559D}"/>
                  </a:ext>
                </a:extLst>
              </p14:cNvPr>
              <p14:cNvContentPartPr/>
              <p14:nvPr/>
            </p14:nvContentPartPr>
            <p14:xfrm>
              <a:off x="1989779" y="2725011"/>
              <a:ext cx="675360" cy="463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4D8F8E6-A975-276F-E6A3-FADA9C78559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83659" y="2718891"/>
                <a:ext cx="68760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59EBE5E-1A2F-6D94-24A4-0922D7DFBF79}"/>
                  </a:ext>
                </a:extLst>
              </p14:cNvPr>
              <p14:cNvContentPartPr/>
              <p14:nvPr/>
            </p14:nvContentPartPr>
            <p14:xfrm>
              <a:off x="2214779" y="2881611"/>
              <a:ext cx="185040" cy="190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59EBE5E-1A2F-6D94-24A4-0922D7DFBF7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208659" y="2875491"/>
                <a:ext cx="1972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28AD214-A681-1D9C-2766-B1D72EE7E278}"/>
                  </a:ext>
                </a:extLst>
              </p14:cNvPr>
              <p14:cNvContentPartPr/>
              <p14:nvPr/>
            </p14:nvContentPartPr>
            <p14:xfrm>
              <a:off x="1162499" y="3673971"/>
              <a:ext cx="1781640" cy="472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28AD214-A681-1D9C-2766-B1D72EE7E27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56379" y="3667851"/>
                <a:ext cx="179388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F5F081B-64A7-359B-BDC7-5FC4B804BE34}"/>
                  </a:ext>
                </a:extLst>
              </p14:cNvPr>
              <p14:cNvContentPartPr/>
              <p14:nvPr/>
            </p14:nvContentPartPr>
            <p14:xfrm>
              <a:off x="2387939" y="2929491"/>
              <a:ext cx="1189800" cy="9414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F5F081B-64A7-359B-BDC7-5FC4B804BE3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381819" y="2923371"/>
                <a:ext cx="1202040" cy="9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A81FE51-31CF-197F-FA7F-CE567F72CF53}"/>
                  </a:ext>
                </a:extLst>
              </p14:cNvPr>
              <p14:cNvContentPartPr/>
              <p14:nvPr/>
            </p14:nvContentPartPr>
            <p14:xfrm>
              <a:off x="1224779" y="3692691"/>
              <a:ext cx="293400" cy="360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A81FE51-31CF-197F-FA7F-CE567F72CF5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218659" y="3686571"/>
                <a:ext cx="30564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16E060EF-DD6F-FAEE-0418-E59A10936106}"/>
              </a:ext>
            </a:extLst>
          </p:cNvPr>
          <p:cNvGrpSpPr/>
          <p:nvPr/>
        </p:nvGrpSpPr>
        <p:grpSpPr>
          <a:xfrm>
            <a:off x="2821019" y="2911131"/>
            <a:ext cx="586440" cy="463320"/>
            <a:chOff x="2821019" y="2911131"/>
            <a:chExt cx="586440" cy="4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87ED160-CE84-B7E2-0E6B-4D1FB5AFEF6E}"/>
                    </a:ext>
                  </a:extLst>
                </p14:cNvPr>
                <p14:cNvContentPartPr/>
                <p14:nvPr/>
              </p14:nvContentPartPr>
              <p14:xfrm>
                <a:off x="3285779" y="3185811"/>
                <a:ext cx="121680" cy="188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87ED160-CE84-B7E2-0E6B-4D1FB5AFEF6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79659" y="3179691"/>
                  <a:ext cx="133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CDDFDC-71BF-B285-1ED0-CF6FA12B7480}"/>
                    </a:ext>
                  </a:extLst>
                </p14:cNvPr>
                <p14:cNvContentPartPr/>
                <p14:nvPr/>
              </p14:nvContentPartPr>
              <p14:xfrm>
                <a:off x="2821019" y="2911131"/>
                <a:ext cx="98280" cy="188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CDDFDC-71BF-B285-1ED0-CF6FA12B748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14899" y="2905011"/>
                  <a:ext cx="11052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1CD0852-3574-4C7F-5EF1-5BEDE023F422}"/>
                  </a:ext>
                </a:extLst>
              </p14:cNvPr>
              <p14:cNvContentPartPr/>
              <p14:nvPr/>
            </p14:nvContentPartPr>
            <p14:xfrm>
              <a:off x="833819" y="3562371"/>
              <a:ext cx="367200" cy="234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1CD0852-3574-4C7F-5EF1-5BEDE023F42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27699" y="3556251"/>
                <a:ext cx="3794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152ADA3-6FEA-9AB6-4C9F-4FEBD753772D}"/>
                  </a:ext>
                </a:extLst>
              </p14:cNvPr>
              <p14:cNvContentPartPr/>
              <p14:nvPr/>
            </p14:nvContentPartPr>
            <p14:xfrm>
              <a:off x="2964659" y="3581811"/>
              <a:ext cx="182160" cy="1144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152ADA3-6FEA-9AB6-4C9F-4FEBD753772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958539" y="3575691"/>
                <a:ext cx="1944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0957E14-268C-AB1A-47AA-D8559BA42DF6}"/>
                  </a:ext>
                </a:extLst>
              </p14:cNvPr>
              <p14:cNvContentPartPr/>
              <p14:nvPr/>
            </p14:nvContentPartPr>
            <p14:xfrm>
              <a:off x="6045539" y="1724571"/>
              <a:ext cx="570600" cy="4798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0957E14-268C-AB1A-47AA-D8559BA42DF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039419" y="1718451"/>
                <a:ext cx="582840" cy="49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6BAC1CC6-9348-C577-A122-AAAB521E9AB4}"/>
              </a:ext>
            </a:extLst>
          </p:cNvPr>
          <p:cNvGrpSpPr/>
          <p:nvPr/>
        </p:nvGrpSpPr>
        <p:grpSpPr>
          <a:xfrm>
            <a:off x="8185019" y="6125211"/>
            <a:ext cx="944640" cy="382680"/>
            <a:chOff x="8185019" y="6125211"/>
            <a:chExt cx="94464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6BCD86E-0BB8-7D59-399D-99E143622494}"/>
                    </a:ext>
                  </a:extLst>
                </p14:cNvPr>
                <p14:cNvContentPartPr/>
                <p14:nvPr/>
              </p14:nvContentPartPr>
              <p14:xfrm>
                <a:off x="8185019" y="6197931"/>
                <a:ext cx="339840" cy="309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6BCD86E-0BB8-7D59-399D-99E14362249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78899" y="6191811"/>
                  <a:ext cx="3520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62A3F2B-B240-8702-C4C8-3988610B9899}"/>
                    </a:ext>
                  </a:extLst>
                </p14:cNvPr>
                <p14:cNvContentPartPr/>
                <p14:nvPr/>
              </p14:nvContentPartPr>
              <p14:xfrm>
                <a:off x="8770739" y="6125211"/>
                <a:ext cx="358920" cy="284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62A3F2B-B240-8702-C4C8-3988610B989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64619" y="6119091"/>
                  <a:ext cx="371160" cy="29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26EE4B3-A721-BC97-87D8-DC091CF41E25}"/>
              </a:ext>
            </a:extLst>
          </p:cNvPr>
          <p:cNvGrpSpPr/>
          <p:nvPr/>
        </p:nvGrpSpPr>
        <p:grpSpPr>
          <a:xfrm>
            <a:off x="9748499" y="6132411"/>
            <a:ext cx="256680" cy="225360"/>
            <a:chOff x="9748499" y="6132411"/>
            <a:chExt cx="256680" cy="22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8E80FE3-2BBF-B93A-7A22-A717A5D8387C}"/>
                    </a:ext>
                  </a:extLst>
                </p14:cNvPr>
                <p14:cNvContentPartPr/>
                <p14:nvPr/>
              </p14:nvContentPartPr>
              <p14:xfrm>
                <a:off x="9791699" y="6187491"/>
                <a:ext cx="203400" cy="170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8E80FE3-2BBF-B93A-7A22-A717A5D8387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85579" y="6181371"/>
                  <a:ext cx="2156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3E8C8B4-5295-AF09-0C4E-B0AA80E40067}"/>
                    </a:ext>
                  </a:extLst>
                </p14:cNvPr>
                <p14:cNvContentPartPr/>
                <p14:nvPr/>
              </p14:nvContentPartPr>
              <p14:xfrm>
                <a:off x="9748499" y="6132411"/>
                <a:ext cx="256680" cy="215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3E8C8B4-5295-AF09-0C4E-B0AA80E4006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42379" y="6126291"/>
                  <a:ext cx="268920" cy="22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E4F1663-EAF6-0A33-234F-DA256AB445FE}"/>
                  </a:ext>
                </a:extLst>
              </p14:cNvPr>
              <p14:cNvContentPartPr/>
              <p14:nvPr/>
            </p14:nvContentPartPr>
            <p14:xfrm>
              <a:off x="10375259" y="6087771"/>
              <a:ext cx="342000" cy="2876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E4F1663-EAF6-0A33-234F-DA256AB445F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369139" y="6081651"/>
                <a:ext cx="3542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F466DA8-D8E3-E430-EC60-A8B20E50EBC1}"/>
                  </a:ext>
                </a:extLst>
              </p14:cNvPr>
              <p14:cNvContentPartPr/>
              <p14:nvPr/>
            </p14:nvContentPartPr>
            <p14:xfrm>
              <a:off x="11300819" y="5902371"/>
              <a:ext cx="336240" cy="2869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F466DA8-D8E3-E430-EC60-A8B20E50EBC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1294699" y="5896251"/>
                <a:ext cx="34848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274F177-3479-13E4-6785-BB73A647A02C}"/>
                  </a:ext>
                </a:extLst>
              </p14:cNvPr>
              <p14:cNvContentPartPr/>
              <p14:nvPr/>
            </p14:nvContentPartPr>
            <p14:xfrm>
              <a:off x="10697459" y="6098571"/>
              <a:ext cx="621720" cy="626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274F177-3479-13E4-6785-BB73A647A02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691339" y="6092451"/>
                <a:ext cx="63396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016C5EF-886E-11AA-2A23-F271CA2C76EE}"/>
                  </a:ext>
                </a:extLst>
              </p14:cNvPr>
              <p14:cNvContentPartPr/>
              <p14:nvPr/>
            </p14:nvContentPartPr>
            <p14:xfrm>
              <a:off x="3169139" y="3817251"/>
              <a:ext cx="327600" cy="2314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016C5EF-886E-11AA-2A23-F271CA2C76E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163019" y="3811131"/>
                <a:ext cx="33984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B9C1F57-3FA0-731F-3E23-422957A5C0B8}"/>
                  </a:ext>
                </a:extLst>
              </p14:cNvPr>
              <p14:cNvContentPartPr/>
              <p14:nvPr/>
            </p14:nvContentPartPr>
            <p14:xfrm>
              <a:off x="9951539" y="6213051"/>
              <a:ext cx="505440" cy="20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B9C1F57-3FA0-731F-3E23-422957A5C0B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945419" y="6206931"/>
                <a:ext cx="51768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8A04658-4CEE-36A2-1716-92DD349AE866}"/>
                  </a:ext>
                </a:extLst>
              </p14:cNvPr>
              <p14:cNvContentPartPr/>
              <p14:nvPr/>
            </p14:nvContentPartPr>
            <p14:xfrm>
              <a:off x="8238299" y="6098211"/>
              <a:ext cx="248400" cy="2242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8A04658-4CEE-36A2-1716-92DD349AE86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232179" y="6092091"/>
                <a:ext cx="260640" cy="23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9AFD166E-53BA-4336-D27F-C3E50D0CA629}"/>
              </a:ext>
            </a:extLst>
          </p:cNvPr>
          <p:cNvGrpSpPr/>
          <p:nvPr/>
        </p:nvGrpSpPr>
        <p:grpSpPr>
          <a:xfrm>
            <a:off x="7882979" y="5698251"/>
            <a:ext cx="3817800" cy="1235520"/>
            <a:chOff x="7882979" y="5698251"/>
            <a:chExt cx="3817800" cy="12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CFDB39A-DEA4-7207-D1B1-8A37125039E9}"/>
                    </a:ext>
                  </a:extLst>
                </p14:cNvPr>
                <p14:cNvContentPartPr/>
                <p14:nvPr/>
              </p14:nvContentPartPr>
              <p14:xfrm>
                <a:off x="8388419" y="6347331"/>
                <a:ext cx="1509120" cy="339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CFDB39A-DEA4-7207-D1B1-8A37125039E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82299" y="6341211"/>
                  <a:ext cx="15213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105E751-4972-29DD-A621-70CD6B76D4F9}"/>
                    </a:ext>
                  </a:extLst>
                </p14:cNvPr>
                <p14:cNvContentPartPr/>
                <p14:nvPr/>
              </p14:nvContentPartPr>
              <p14:xfrm>
                <a:off x="8381219" y="6267411"/>
                <a:ext cx="389880" cy="36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105E751-4972-29DD-A621-70CD6B76D4F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375099" y="6261291"/>
                  <a:ext cx="402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7AF850D-7650-3286-257A-708A73DF0B07}"/>
                    </a:ext>
                  </a:extLst>
                </p14:cNvPr>
                <p14:cNvContentPartPr/>
                <p14:nvPr/>
              </p14:nvContentPartPr>
              <p14:xfrm>
                <a:off x="7882979" y="5698251"/>
                <a:ext cx="3817800" cy="1235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7AF850D-7650-3286-257A-708A73DF0B0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876859" y="5692131"/>
                  <a:ext cx="3830040" cy="124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3571534-77A3-9A36-1847-C294C7B1ED8C}"/>
              </a:ext>
            </a:extLst>
          </p:cNvPr>
          <p:cNvGrpSpPr/>
          <p:nvPr/>
        </p:nvGrpSpPr>
        <p:grpSpPr>
          <a:xfrm>
            <a:off x="186179" y="2997891"/>
            <a:ext cx="961920" cy="366480"/>
            <a:chOff x="186179" y="2997891"/>
            <a:chExt cx="96192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34205CB-0C4C-3476-254D-A0185350E858}"/>
                    </a:ext>
                  </a:extLst>
                </p14:cNvPr>
                <p14:cNvContentPartPr/>
                <p14:nvPr/>
              </p14:nvContentPartPr>
              <p14:xfrm>
                <a:off x="1002299" y="3180411"/>
                <a:ext cx="145800" cy="183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34205CB-0C4C-3476-254D-A0185350E85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96179" y="3174291"/>
                  <a:ext cx="158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71FA571-F7E3-3A21-6EAD-09895A894B54}"/>
                    </a:ext>
                  </a:extLst>
                </p14:cNvPr>
                <p14:cNvContentPartPr/>
                <p14:nvPr/>
              </p14:nvContentPartPr>
              <p14:xfrm>
                <a:off x="985019" y="3253851"/>
                <a:ext cx="102240" cy="21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71FA571-F7E3-3A21-6EAD-09895A894B5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78899" y="3247731"/>
                  <a:ext cx="114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E74FAD-555F-45F3-8828-8F5770D70199}"/>
                    </a:ext>
                  </a:extLst>
                </p14:cNvPr>
                <p14:cNvContentPartPr/>
                <p14:nvPr/>
              </p14:nvContentPartPr>
              <p14:xfrm>
                <a:off x="186179" y="2997891"/>
                <a:ext cx="644400" cy="286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E74FAD-555F-45F3-8828-8F5770D7019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80059" y="2991771"/>
                  <a:ext cx="656640" cy="29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E17EABA-450A-DD47-C27C-357F62AEE481}"/>
                  </a:ext>
                </a:extLst>
              </p14:cNvPr>
              <p14:cNvContentPartPr/>
              <p14:nvPr/>
            </p14:nvContentPartPr>
            <p14:xfrm>
              <a:off x="7927619" y="2548611"/>
              <a:ext cx="1215720" cy="4942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E17EABA-450A-DD47-C27C-357F62AEE48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921499" y="2542491"/>
                <a:ext cx="122796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89FBC61-29C1-D8AC-2317-07935DCD150D}"/>
                  </a:ext>
                </a:extLst>
              </p14:cNvPr>
              <p14:cNvContentPartPr/>
              <p14:nvPr/>
            </p14:nvContentPartPr>
            <p14:xfrm>
              <a:off x="1917059" y="3675051"/>
              <a:ext cx="808560" cy="7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89FBC61-29C1-D8AC-2317-07935DCD150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910939" y="3662811"/>
                <a:ext cx="8208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21E4146-613E-0A6E-DB00-B367D7814021}"/>
                  </a:ext>
                </a:extLst>
              </p14:cNvPr>
              <p14:cNvContentPartPr/>
              <p14:nvPr/>
            </p14:nvContentPartPr>
            <p14:xfrm>
              <a:off x="1917059" y="2965491"/>
              <a:ext cx="328680" cy="6123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21E4146-613E-0A6E-DB00-B367D7814021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910939" y="2959371"/>
                <a:ext cx="340920" cy="62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46392A6-6AE0-1352-A534-70BB42F868AA}"/>
                  </a:ext>
                </a:extLst>
              </p14:cNvPr>
              <p14:cNvContentPartPr/>
              <p14:nvPr/>
            </p14:nvContentPartPr>
            <p14:xfrm>
              <a:off x="1855859" y="3568491"/>
              <a:ext cx="843120" cy="561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46392A6-6AE0-1352-A534-70BB42F868A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849739" y="3562371"/>
                <a:ext cx="85536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06FA13B-E31E-D56F-67E6-68128488B175}"/>
                  </a:ext>
                </a:extLst>
              </p14:cNvPr>
              <p14:cNvContentPartPr/>
              <p14:nvPr/>
            </p14:nvContentPartPr>
            <p14:xfrm>
              <a:off x="4332299" y="3568131"/>
              <a:ext cx="349920" cy="4626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06FA13B-E31E-D56F-67E6-68128488B17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326179" y="3562011"/>
                <a:ext cx="362160" cy="474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EA5FF-6DAF-44BD-9E72-B66AAA980F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A1E45-0059-4950-8D19-B112B844B0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C8852E9-42C9-4521-8A17-D7D46D9F76E4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9862D2E7-37DE-4045-9E45-3ECDA25C3D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Aspects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F6641A6B-BC46-4FD2-AB7B-A6A2DDF33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43200" y="1839913"/>
            <a:ext cx="6934200" cy="41910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Palatino" pitchFamily="-128" charset="0"/>
              </a:rPr>
              <a:t>Consider two requirements, </a:t>
            </a:r>
            <a:r>
              <a:rPr lang="en-US" altLang="en-US" i="1" dirty="0">
                <a:latin typeface="Palatino" pitchFamily="-128" charset="0"/>
              </a:rPr>
              <a:t>A</a:t>
            </a:r>
            <a:r>
              <a:rPr lang="en-US" altLang="en-US" dirty="0">
                <a:latin typeface="Palatino" pitchFamily="-128" charset="0"/>
              </a:rPr>
              <a:t> and </a:t>
            </a:r>
            <a:r>
              <a:rPr lang="en-US" altLang="en-US" i="1" dirty="0">
                <a:latin typeface="Palatino" pitchFamily="-128" charset="0"/>
              </a:rPr>
              <a:t>B.</a:t>
            </a:r>
            <a:r>
              <a:rPr lang="en-US" altLang="en-US" dirty="0">
                <a:latin typeface="Palatino" pitchFamily="-128" charset="0"/>
              </a:rPr>
              <a:t> </a:t>
            </a:r>
            <a:r>
              <a:rPr lang="en-US" altLang="en-US" i="1" dirty="0">
                <a:latin typeface="Palatino" pitchFamily="-128" charset="0"/>
              </a:rPr>
              <a:t> </a:t>
            </a:r>
            <a:r>
              <a:rPr lang="en-US" altLang="en-US" dirty="0">
                <a:latin typeface="Palatino" pitchFamily="-128" charset="0"/>
              </a:rPr>
              <a:t>Requirement</a:t>
            </a:r>
            <a:r>
              <a:rPr lang="en-US" altLang="en-US" i="1" dirty="0">
                <a:latin typeface="Palatino" pitchFamily="-128" charset="0"/>
              </a:rPr>
              <a:t> A crosscuts </a:t>
            </a:r>
            <a:r>
              <a:rPr lang="en-US" altLang="en-US" dirty="0">
                <a:latin typeface="Palatino" pitchFamily="-128" charset="0"/>
              </a:rPr>
              <a:t>requirement </a:t>
            </a:r>
            <a:r>
              <a:rPr lang="en-US" altLang="en-US" i="1" dirty="0">
                <a:latin typeface="Palatino" pitchFamily="-128" charset="0"/>
              </a:rPr>
              <a:t>B</a:t>
            </a:r>
            <a:r>
              <a:rPr lang="en-US" altLang="en-US" dirty="0">
                <a:latin typeface="Palatino" pitchFamily="-128" charset="0"/>
              </a:rPr>
              <a:t> “if a software decomposition [refinement] has been chosen in which </a:t>
            </a:r>
            <a:r>
              <a:rPr lang="en-US" altLang="en-US" i="1" dirty="0">
                <a:latin typeface="Palatino" pitchFamily="-128" charset="0"/>
              </a:rPr>
              <a:t>B</a:t>
            </a:r>
            <a:r>
              <a:rPr lang="en-US" altLang="en-US" dirty="0">
                <a:latin typeface="Palatino" pitchFamily="-128" charset="0"/>
              </a:rPr>
              <a:t> cannot be satisfied without taking </a:t>
            </a:r>
            <a:r>
              <a:rPr lang="en-US" altLang="en-US" i="1" dirty="0">
                <a:latin typeface="Palatino" pitchFamily="-128" charset="0"/>
              </a:rPr>
              <a:t>A</a:t>
            </a:r>
            <a:r>
              <a:rPr lang="en-US" altLang="en-US" dirty="0">
                <a:latin typeface="Palatino" pitchFamily="-128" charset="0"/>
              </a:rPr>
              <a:t> into account. [Ros04]</a:t>
            </a:r>
          </a:p>
          <a:p>
            <a:pPr algn="just" eaLnBrk="1" hangingPunct="1"/>
            <a:r>
              <a:rPr lang="en-US" altLang="en-US" dirty="0">
                <a:latin typeface="Palatino" pitchFamily="-128" charset="0"/>
              </a:rPr>
              <a:t>An </a:t>
            </a:r>
            <a:r>
              <a:rPr lang="en-US" altLang="en-US" i="1" dirty="0">
                <a:solidFill>
                  <a:schemeClr val="folHlink"/>
                </a:solidFill>
                <a:latin typeface="Palatino" pitchFamily="-128" charset="0"/>
              </a:rPr>
              <a:t>aspect</a:t>
            </a:r>
            <a:r>
              <a:rPr lang="en-US" altLang="en-US" i="1" dirty="0">
                <a:latin typeface="Palatino" pitchFamily="-128" charset="0"/>
              </a:rPr>
              <a:t> </a:t>
            </a:r>
            <a:r>
              <a:rPr lang="en-US" altLang="en-US" dirty="0">
                <a:latin typeface="Palatino" pitchFamily="-128" charset="0"/>
              </a:rPr>
              <a:t>is a representation of a cross-cutting concern.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B7997E-6FF4-4042-B3D4-546E4A67E7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F2DD9-AEE8-4EF8-9536-B14D002763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F526D4-EE4A-40CF-B073-58295394D761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B28D6EC9-037F-416E-B046-7B7FB8467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3224" y="443754"/>
            <a:ext cx="8940800" cy="633413"/>
          </a:xfrm>
        </p:spPr>
        <p:txBody>
          <a:bodyPr/>
          <a:lstStyle/>
          <a:p>
            <a:pPr eaLnBrk="1" hangingPunct="1"/>
            <a:r>
              <a:rPr lang="en-US" altLang="en-US" dirty="0"/>
              <a:t>Aspects—An Example</a:t>
            </a:r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CFD2D669-5D17-42EF-86C7-8ACB1A8119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365" y="1839913"/>
            <a:ext cx="10049435" cy="41910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en-US" sz="1600" dirty="0">
                <a:latin typeface="Palatino" pitchFamily="-128" charset="0"/>
              </a:rPr>
              <a:t>Consider two requirements for the </a:t>
            </a:r>
            <a:r>
              <a:rPr lang="en-US" altLang="en-US" sz="1600" b="1" dirty="0">
                <a:latin typeface="Arial" panose="020B0604020202020204" pitchFamily="34" charset="0"/>
              </a:rPr>
              <a:t>SafeHomeAssured.com</a:t>
            </a:r>
            <a:r>
              <a:rPr lang="en-US" altLang="en-US" sz="1600" dirty="0">
                <a:latin typeface="Palatino" pitchFamily="-128" charset="0"/>
              </a:rPr>
              <a:t> WebApp. </a:t>
            </a:r>
          </a:p>
          <a:p>
            <a:pPr algn="just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en-US" sz="1600" dirty="0">
                <a:latin typeface="Palatino" pitchFamily="-128" charset="0"/>
              </a:rPr>
              <a:t>Requirement </a:t>
            </a:r>
            <a:r>
              <a:rPr lang="en-US" altLang="en-US" sz="1600" i="1" dirty="0">
                <a:latin typeface="Palatino" pitchFamily="-128" charset="0"/>
              </a:rPr>
              <a:t>A</a:t>
            </a:r>
            <a:r>
              <a:rPr lang="en-US" altLang="en-US" sz="1600" dirty="0">
                <a:latin typeface="Palatino" pitchFamily="-128" charset="0"/>
              </a:rPr>
              <a:t> is described via the use-case </a:t>
            </a: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Access camera surveillance via the Internet.</a:t>
            </a:r>
            <a:r>
              <a:rPr lang="en-US" altLang="en-US" sz="1600" i="1" dirty="0">
                <a:solidFill>
                  <a:srgbClr val="000000"/>
                </a:solidFill>
                <a:latin typeface="Palatino" pitchFamily="-128" charset="0"/>
              </a:rPr>
              <a:t> </a:t>
            </a:r>
            <a:r>
              <a:rPr lang="en-US" altLang="en-US" sz="1600" dirty="0">
                <a:latin typeface="Palatino" pitchFamily="-128" charset="0"/>
              </a:rPr>
              <a:t> A design refinement would focus on those modules that would </a:t>
            </a:r>
            <a:r>
              <a:rPr lang="en-US" altLang="en-US" sz="1600" b="1" dirty="0">
                <a:latin typeface="Palatino" pitchFamily="-128" charset="0"/>
              </a:rPr>
              <a:t>enable a registered user to access video from cameras placed throughout a space. </a:t>
            </a:r>
          </a:p>
          <a:p>
            <a:pPr algn="just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en-US" sz="1600" dirty="0">
                <a:latin typeface="Palatino" pitchFamily="-128" charset="0"/>
              </a:rPr>
              <a:t>Requirement </a:t>
            </a:r>
            <a:r>
              <a:rPr lang="en-US" altLang="en-US" sz="1600" i="1" dirty="0">
                <a:latin typeface="Palatino" pitchFamily="-128" charset="0"/>
              </a:rPr>
              <a:t>B</a:t>
            </a:r>
            <a:r>
              <a:rPr lang="en-US" altLang="en-US" sz="1600" dirty="0">
                <a:latin typeface="Palatino" pitchFamily="-128" charset="0"/>
              </a:rPr>
              <a:t> is a generic security requirement that states that </a:t>
            </a:r>
            <a:r>
              <a:rPr lang="en-US" altLang="en-US" sz="1600" b="1" i="1" dirty="0">
                <a:latin typeface="Palatino" pitchFamily="-128" charset="0"/>
              </a:rPr>
              <a:t>a registered user must be validated prior to using</a:t>
            </a:r>
            <a:r>
              <a:rPr lang="en-US" altLang="en-US" sz="1600" b="1" dirty="0">
                <a:latin typeface="Palatino" pitchFamily="-128" charset="0"/>
              </a:rPr>
              <a:t> </a:t>
            </a:r>
            <a:r>
              <a:rPr lang="en-US" altLang="en-US" sz="1600" b="1" dirty="0">
                <a:latin typeface="Arial" panose="020B0604020202020204" pitchFamily="34" charset="0"/>
              </a:rPr>
              <a:t>SafeHomeAssured.com.</a:t>
            </a:r>
            <a:r>
              <a:rPr lang="en-US" altLang="en-US" sz="1600" dirty="0">
                <a:latin typeface="Palatino" pitchFamily="-128" charset="0"/>
              </a:rPr>
              <a:t> This requirement is applicable for all functions that are available to registered </a:t>
            </a:r>
            <a:r>
              <a:rPr lang="en-US" altLang="en-US" sz="1600" i="1" dirty="0" err="1">
                <a:latin typeface="Palatino" pitchFamily="-128" charset="0"/>
              </a:rPr>
              <a:t>SafeHome</a:t>
            </a:r>
            <a:r>
              <a:rPr lang="en-US" altLang="en-US" sz="1600" dirty="0">
                <a:latin typeface="Palatino" pitchFamily="-128" charset="0"/>
              </a:rPr>
              <a:t> users. </a:t>
            </a:r>
          </a:p>
          <a:p>
            <a:pPr algn="just" eaLnBrk="1" hangingPunct="1">
              <a:lnSpc>
                <a:spcPct val="90000"/>
              </a:lnSpc>
              <a:spcBef>
                <a:spcPts val="300"/>
              </a:spcBef>
            </a:pPr>
            <a:endParaRPr lang="en-US" altLang="en-US" sz="1600" dirty="0">
              <a:latin typeface="Palatino" pitchFamily="-128" charset="0"/>
            </a:endParaRPr>
          </a:p>
          <a:p>
            <a:pPr algn="just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en-US" sz="1600" dirty="0">
                <a:latin typeface="Palatino" pitchFamily="-128" charset="0"/>
              </a:rPr>
              <a:t>As design refinement occurs, </a:t>
            </a:r>
            <a:r>
              <a:rPr lang="en-US" altLang="en-US" sz="1600" b="1" i="1" dirty="0">
                <a:latin typeface="Palatino" pitchFamily="-128" charset="0"/>
              </a:rPr>
              <a:t>A*</a:t>
            </a:r>
            <a:r>
              <a:rPr lang="en-US" altLang="en-US" sz="1600" b="1" dirty="0">
                <a:latin typeface="Palatino" pitchFamily="-128" charset="0"/>
              </a:rPr>
              <a:t> is a design representation for requirement </a:t>
            </a:r>
            <a:r>
              <a:rPr lang="en-US" altLang="en-US" sz="1600" b="1" i="1" dirty="0">
                <a:latin typeface="Palatino" pitchFamily="-128" charset="0"/>
              </a:rPr>
              <a:t>A</a:t>
            </a:r>
            <a:r>
              <a:rPr lang="en-US" altLang="en-US" sz="1600" b="1" dirty="0">
                <a:latin typeface="Palatino" pitchFamily="-128" charset="0"/>
              </a:rPr>
              <a:t> </a:t>
            </a:r>
            <a:r>
              <a:rPr lang="en-US" altLang="en-US" sz="1600" dirty="0">
                <a:latin typeface="Palatino" pitchFamily="-128" charset="0"/>
              </a:rPr>
              <a:t>and</a:t>
            </a:r>
            <a:r>
              <a:rPr lang="en-US" altLang="en-US" sz="1600" i="1" dirty="0">
                <a:latin typeface="Palatino" pitchFamily="-128" charset="0"/>
              </a:rPr>
              <a:t> </a:t>
            </a:r>
            <a:r>
              <a:rPr lang="en-US" altLang="en-US" sz="1600" b="1" i="1" dirty="0">
                <a:latin typeface="Palatino" pitchFamily="-128" charset="0"/>
              </a:rPr>
              <a:t>B*</a:t>
            </a:r>
            <a:r>
              <a:rPr lang="en-US" altLang="en-US" sz="1600" b="1" dirty="0">
                <a:latin typeface="Palatino" pitchFamily="-128" charset="0"/>
              </a:rPr>
              <a:t> is a design representation for requirement </a:t>
            </a:r>
            <a:r>
              <a:rPr lang="en-US" altLang="en-US" sz="1600" b="1" i="1" dirty="0">
                <a:latin typeface="Palatino" pitchFamily="-128" charset="0"/>
              </a:rPr>
              <a:t>B</a:t>
            </a:r>
            <a:r>
              <a:rPr lang="en-US" altLang="en-US" sz="1600" b="1" dirty="0">
                <a:latin typeface="Palatino" pitchFamily="-128" charset="0"/>
              </a:rPr>
              <a:t>.</a:t>
            </a:r>
            <a:r>
              <a:rPr lang="en-US" altLang="en-US" sz="1600" dirty="0">
                <a:latin typeface="Palatino" pitchFamily="-128" charset="0"/>
              </a:rPr>
              <a:t> Therefore, </a:t>
            </a:r>
            <a:r>
              <a:rPr lang="en-US" altLang="en-US" sz="1600" i="1" dirty="0">
                <a:latin typeface="Palatino" pitchFamily="-128" charset="0"/>
              </a:rPr>
              <a:t>A*</a:t>
            </a:r>
            <a:r>
              <a:rPr lang="en-US" altLang="en-US" sz="1600" dirty="0">
                <a:latin typeface="Palatino" pitchFamily="-128" charset="0"/>
              </a:rPr>
              <a:t> and </a:t>
            </a:r>
            <a:r>
              <a:rPr lang="en-US" altLang="en-US" sz="1600" i="1" dirty="0">
                <a:latin typeface="Palatino" pitchFamily="-128" charset="0"/>
              </a:rPr>
              <a:t>B*</a:t>
            </a:r>
            <a:r>
              <a:rPr lang="en-US" altLang="en-US" sz="1600" dirty="0">
                <a:latin typeface="Palatino" pitchFamily="-128" charset="0"/>
              </a:rPr>
              <a:t> are representations of concerns, and B* </a:t>
            </a:r>
            <a:r>
              <a:rPr lang="en-US" altLang="en-US" sz="1600" i="1" dirty="0">
                <a:latin typeface="Palatino" pitchFamily="-128" charset="0"/>
              </a:rPr>
              <a:t>cross-cuts</a:t>
            </a:r>
            <a:r>
              <a:rPr lang="en-US" altLang="en-US" sz="1600" dirty="0">
                <a:latin typeface="Palatino" pitchFamily="-128" charset="0"/>
              </a:rPr>
              <a:t> A*. </a:t>
            </a:r>
          </a:p>
          <a:p>
            <a:pPr marL="0" indent="0" algn="just" eaLnBrk="1" hangingPunct="1">
              <a:lnSpc>
                <a:spcPct val="90000"/>
              </a:lnSpc>
              <a:spcBef>
                <a:spcPts val="300"/>
              </a:spcBef>
              <a:buNone/>
            </a:pPr>
            <a:endParaRPr lang="en-US" altLang="en-US" sz="1600" dirty="0">
              <a:latin typeface="Palatino" pitchFamily="-128" charset="0"/>
            </a:endParaRPr>
          </a:p>
          <a:p>
            <a:pPr algn="just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en-US" sz="1600" b="1" u="sng" dirty="0">
                <a:latin typeface="Palatino" pitchFamily="-128" charset="0"/>
              </a:rPr>
              <a:t>An </a:t>
            </a:r>
            <a:r>
              <a:rPr lang="en-US" altLang="en-US" sz="1600" b="1" i="1" u="sng" dirty="0">
                <a:latin typeface="Palatino" pitchFamily="-128" charset="0"/>
              </a:rPr>
              <a:t>aspect </a:t>
            </a:r>
            <a:r>
              <a:rPr lang="en-US" altLang="en-US" sz="1600" b="1" u="sng" dirty="0">
                <a:latin typeface="Palatino" pitchFamily="-128" charset="0"/>
              </a:rPr>
              <a:t>is a representation of a cross-cutting concern</a:t>
            </a:r>
            <a:r>
              <a:rPr lang="en-US" altLang="en-US" sz="1600" dirty="0">
                <a:latin typeface="Palatino" pitchFamily="-128" charset="0"/>
              </a:rPr>
              <a:t>. Therefore, the design representation, </a:t>
            </a:r>
            <a:r>
              <a:rPr lang="en-US" altLang="en-US" sz="1600" i="1" dirty="0">
                <a:latin typeface="Palatino" pitchFamily="-128" charset="0"/>
              </a:rPr>
              <a:t>B*</a:t>
            </a:r>
            <a:r>
              <a:rPr lang="en-US" altLang="en-US" sz="1600" dirty="0">
                <a:latin typeface="Palatino" pitchFamily="-128" charset="0"/>
              </a:rPr>
              <a:t>, of the requirement, </a:t>
            </a:r>
            <a:r>
              <a:rPr lang="en-US" altLang="en-US" sz="1600" i="1" dirty="0">
                <a:latin typeface="Palatino" pitchFamily="-128" charset="0"/>
              </a:rPr>
              <a:t>a registered user must be validated prior to using</a:t>
            </a:r>
            <a:r>
              <a:rPr lang="en-US" altLang="en-US" sz="1600" dirty="0">
                <a:latin typeface="Palatino" pitchFamily="-128" charset="0"/>
              </a:rPr>
              <a:t> </a:t>
            </a:r>
            <a:r>
              <a:rPr lang="en-US" altLang="en-US" sz="1600" b="1" dirty="0">
                <a:latin typeface="Arial" panose="020B0604020202020204" pitchFamily="34" charset="0"/>
              </a:rPr>
              <a:t>SafeHomeAssured.com,</a:t>
            </a:r>
            <a:r>
              <a:rPr lang="en-US" altLang="en-US" sz="1600" dirty="0">
                <a:latin typeface="Palatino" pitchFamily="-128" charset="0"/>
              </a:rPr>
              <a:t> is an aspect of the </a:t>
            </a:r>
            <a:r>
              <a:rPr lang="en-US" altLang="en-US" sz="1600" i="1" dirty="0" err="1">
                <a:latin typeface="Palatino" pitchFamily="-128" charset="0"/>
              </a:rPr>
              <a:t>SafeHome</a:t>
            </a:r>
            <a:r>
              <a:rPr lang="en-US" altLang="en-US" sz="1600" dirty="0">
                <a:latin typeface="Palatino" pitchFamily="-128" charset="0"/>
              </a:rPr>
              <a:t> WebApp. </a:t>
            </a:r>
            <a:endParaRPr lang="en-US" altLang="en-US" sz="2000" dirty="0">
              <a:latin typeface="Palatino" pitchFamily="-12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7232EC3-D1F9-2026-4DF6-BC8451F42D1B}"/>
                  </a:ext>
                </a:extLst>
              </p14:cNvPr>
              <p14:cNvContentPartPr/>
              <p14:nvPr/>
            </p14:nvContentPartPr>
            <p14:xfrm>
              <a:off x="7741800" y="3070680"/>
              <a:ext cx="47952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7232EC3-D1F9-2026-4DF6-BC8451F42D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35680" y="3064560"/>
                <a:ext cx="4917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E0C9C25-26DF-5C6C-4A6D-81647FAD2FD6}"/>
                  </a:ext>
                </a:extLst>
              </p14:cNvPr>
              <p14:cNvContentPartPr/>
              <p14:nvPr/>
            </p14:nvContentPartPr>
            <p14:xfrm>
              <a:off x="5981400" y="2392440"/>
              <a:ext cx="1695600" cy="255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E0C9C25-26DF-5C6C-4A6D-81647FAD2F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75280" y="2386320"/>
                <a:ext cx="1707840" cy="26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3A073-754F-4CFF-80A0-AA40EA4960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B5048-B43A-4D81-9DAC-AA657081AF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8CBD61-8DFF-44B3-951E-FEEF796A7600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9394A2AF-1444-4ADE-B620-65E7EF837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516" y="186567"/>
            <a:ext cx="5121275" cy="633413"/>
          </a:xfrm>
        </p:spPr>
        <p:txBody>
          <a:bodyPr/>
          <a:lstStyle/>
          <a:p>
            <a:pPr eaLnBrk="1" hangingPunct="1"/>
            <a:r>
              <a:rPr lang="en-US" altLang="en-US" dirty="0"/>
              <a:t>OO Design Concepts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AB2B655A-EE2E-4FA7-B2A2-44FF9874AB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65516" y="883315"/>
            <a:ext cx="8997577" cy="5091369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solidFill>
                  <a:schemeClr val="folHlink"/>
                </a:solidFill>
              </a:rPr>
              <a:t>Design classes</a:t>
            </a:r>
            <a:endParaRPr lang="en-US" altLang="en-US" dirty="0">
              <a:solidFill>
                <a:srgbClr val="F3FF07"/>
              </a:solidFill>
            </a:endParaRPr>
          </a:p>
          <a:p>
            <a:pPr lvl="1" algn="just" eaLnBrk="1" hangingPunct="1"/>
            <a:r>
              <a:rPr lang="en-US" altLang="en-US" dirty="0"/>
              <a:t>Entity classes (represents system data)</a:t>
            </a:r>
          </a:p>
          <a:p>
            <a:pPr lvl="1" algn="just" eaLnBrk="1" hangingPunct="1"/>
            <a:r>
              <a:rPr lang="en-US" altLang="en-US" dirty="0"/>
              <a:t>Boundary classes (</a:t>
            </a:r>
            <a:r>
              <a:rPr lang="en-US" sz="1800" b="0" i="0" dirty="0">
                <a:solidFill>
                  <a:srgbClr val="232629"/>
                </a:solidFill>
                <a:effectLst/>
                <a:latin typeface="-apple-system"/>
              </a:rPr>
              <a:t>Objects that interface with system actors)</a:t>
            </a:r>
          </a:p>
          <a:p>
            <a:pPr lvl="2" algn="just" eaLnBrk="1" hangingPunct="1"/>
            <a:r>
              <a:rPr lang="en-US" sz="1600" b="0" i="0" dirty="0">
                <a:solidFill>
                  <a:srgbClr val="232629"/>
                </a:solidFill>
                <a:effectLst/>
                <a:latin typeface="-apple-system"/>
              </a:rPr>
              <a:t> Windows, screens and menus are examples of boundaries that interface with users.</a:t>
            </a:r>
            <a:endParaRPr lang="en-US" altLang="en-US" dirty="0"/>
          </a:p>
          <a:p>
            <a:pPr lvl="1" algn="just" eaLnBrk="1" hangingPunct="1"/>
            <a:r>
              <a:rPr lang="en-US" altLang="en-US" dirty="0"/>
              <a:t>Controller classes (</a:t>
            </a:r>
            <a:r>
              <a:rPr lang="en-US" b="0" i="0" dirty="0">
                <a:solidFill>
                  <a:srgbClr val="232629"/>
                </a:solidFill>
                <a:effectLst/>
                <a:latin typeface="-apple-system"/>
              </a:rPr>
              <a:t>Objects that mediate between boundaries and entities.</a:t>
            </a:r>
            <a:r>
              <a:rPr lang="en-US" altLang="en-US" dirty="0"/>
              <a:t>)</a:t>
            </a:r>
          </a:p>
          <a:p>
            <a:pPr algn="just" eaLnBrk="1" hangingPunct="1"/>
            <a:r>
              <a:rPr lang="en-US" altLang="en-US" dirty="0">
                <a:solidFill>
                  <a:schemeClr val="folHlink"/>
                </a:solidFill>
              </a:rPr>
              <a:t>Inheritance</a:t>
            </a:r>
            <a:r>
              <a:rPr lang="en-US" altLang="en-US" dirty="0"/>
              <a:t>—all responsibilities of a superclass is immediately inherited by all subclasses</a:t>
            </a:r>
          </a:p>
          <a:p>
            <a:pPr algn="just" eaLnBrk="1" hangingPunct="1"/>
            <a:r>
              <a:rPr lang="en-US" altLang="en-US" dirty="0">
                <a:solidFill>
                  <a:schemeClr val="folHlink"/>
                </a:solidFill>
              </a:rPr>
              <a:t>Messages</a:t>
            </a:r>
            <a:r>
              <a:rPr lang="en-US" altLang="en-US" dirty="0"/>
              <a:t>—stimulate some behavior to occur in the receiving object</a:t>
            </a:r>
          </a:p>
          <a:p>
            <a:pPr algn="just" eaLnBrk="1" hangingPunct="1"/>
            <a:r>
              <a:rPr lang="en-US" altLang="en-US" dirty="0">
                <a:solidFill>
                  <a:schemeClr val="folHlink"/>
                </a:solidFill>
              </a:rPr>
              <a:t>Polymorphism</a:t>
            </a:r>
            <a:r>
              <a:rPr lang="en-US" altLang="en-US" dirty="0"/>
              <a:t>—a characteristic that greatly reduces the effort required to extend the design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3A073-754F-4CFF-80A0-AA40EA4960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B5048-B43A-4D81-9DAC-AA657081AF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8CBD61-8DFF-44B3-951E-FEEF796A7600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9394A2AF-1444-4ADE-B620-65E7EF837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516" y="186567"/>
            <a:ext cx="5121275" cy="633413"/>
          </a:xfrm>
        </p:spPr>
        <p:txBody>
          <a:bodyPr/>
          <a:lstStyle/>
          <a:p>
            <a:pPr eaLnBrk="1" hangingPunct="1"/>
            <a:r>
              <a:rPr lang="en-US" altLang="en-US" dirty="0"/>
              <a:t>OO Design Concepts</a:t>
            </a:r>
          </a:p>
        </p:txBody>
      </p:sp>
      <p:pic>
        <p:nvPicPr>
          <p:cNvPr id="1026" name="Picture 2" descr="The Entity-Control-Boundary Pattern">
            <a:extLst>
              <a:ext uri="{FF2B5EF4-FFF2-40B4-BE49-F238E27FC236}">
                <a16:creationId xmlns:a16="http://schemas.microsoft.com/office/drawing/2014/main" id="{94706B95-8D3D-C422-CBF9-4D061DDAB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516" y="1026039"/>
            <a:ext cx="9261942" cy="415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38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3A073-754F-4CFF-80A0-AA40EA4960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B5048-B43A-4D81-9DAC-AA657081AF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8CBD61-8DFF-44B3-951E-FEEF796A7600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9394A2AF-1444-4ADE-B620-65E7EF837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516" y="186567"/>
            <a:ext cx="5121275" cy="633413"/>
          </a:xfrm>
        </p:spPr>
        <p:txBody>
          <a:bodyPr/>
          <a:lstStyle/>
          <a:p>
            <a:pPr eaLnBrk="1" hangingPunct="1"/>
            <a:r>
              <a:rPr lang="en-US" altLang="en-US" dirty="0"/>
              <a:t>OO Design Concepts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960444-C382-4064-8465-9DC35B7C3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85" y="866203"/>
            <a:ext cx="10789429" cy="494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98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E6855-2EC6-40A9-BA2E-61AFC32B62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DF1E3-9737-468C-B455-447EFB2250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DF9811-F4F2-4940-ADEF-2B4B918FC57C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C6F81067-578D-4112-9B04-46AF6112F1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5106" y="327212"/>
            <a:ext cx="3735388" cy="633413"/>
          </a:xfrm>
        </p:spPr>
        <p:txBody>
          <a:bodyPr/>
          <a:lstStyle/>
          <a:p>
            <a:pPr eaLnBrk="1" hangingPunct="1"/>
            <a:r>
              <a:rPr lang="en-US" altLang="en-US" dirty="0"/>
              <a:t>Design Classes</a:t>
            </a:r>
            <a:endParaRPr lang="en-US" altLang="en-US" dirty="0">
              <a:latin typeface="36 Helvetica ThinItalic" charset="0"/>
            </a:endParaRPr>
          </a:p>
        </p:txBody>
      </p:sp>
      <p:sp>
        <p:nvSpPr>
          <p:cNvPr id="41989" name="Rectangle 3">
            <a:extLst>
              <a:ext uri="{FF2B5EF4-FFF2-40B4-BE49-F238E27FC236}">
                <a16:creationId xmlns:a16="http://schemas.microsoft.com/office/drawing/2014/main" id="{40436EC9-B48F-4404-9302-9093F6DB67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85106" y="1371600"/>
            <a:ext cx="9505623" cy="4114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1800" b="1" dirty="0"/>
              <a:t>Analysis classes are refined during design to become</a:t>
            </a:r>
            <a:r>
              <a:rPr lang="en-US" altLang="en-US" sz="1800" b="1" dirty="0">
                <a:solidFill>
                  <a:schemeClr val="folHlink"/>
                </a:solidFill>
              </a:rPr>
              <a:t> entity classes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chemeClr val="folHlink"/>
                </a:solidFill>
              </a:rPr>
              <a:t>Boundary classes</a:t>
            </a:r>
            <a:r>
              <a:rPr lang="en-US" altLang="en-US" sz="1800" b="1" i="1" dirty="0">
                <a:solidFill>
                  <a:schemeClr val="folHlink"/>
                </a:solidFill>
              </a:rPr>
              <a:t> </a:t>
            </a:r>
            <a:r>
              <a:rPr lang="en-US" altLang="en-US" sz="1800" b="1" dirty="0"/>
              <a:t>are developed during design to create the interface </a:t>
            </a:r>
            <a:r>
              <a:rPr lang="en-US" altLang="en-US" sz="1800" dirty="0"/>
              <a:t>(e.g., interactive screen or printed reports) that the user sees and interacts with as the software is used.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600" dirty="0"/>
              <a:t>Boundary classes are designed with the responsibility of managing the way entity objects are represented to users.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800" dirty="0">
                <a:solidFill>
                  <a:schemeClr val="folHlink"/>
                </a:solidFill>
              </a:rPr>
              <a:t>Controller classe</a:t>
            </a:r>
            <a:r>
              <a:rPr lang="en-US" altLang="en-US" sz="1800" i="1" dirty="0">
                <a:solidFill>
                  <a:schemeClr val="folHlink"/>
                </a:solidFill>
              </a:rPr>
              <a:t>s </a:t>
            </a:r>
            <a:r>
              <a:rPr lang="en-US" altLang="en-US" sz="1800" dirty="0"/>
              <a:t>are designed to manage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600" dirty="0"/>
              <a:t>the creation or update of entity objects;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600" dirty="0"/>
              <a:t> the instantiation of boundary objects as they obtain information from entity objects;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600" dirty="0"/>
              <a:t> complex communication between sets of objects;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600" dirty="0"/>
              <a:t> validation of data communicated between objects or between the user and the application.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02455B-05F4-4FB9-B6DE-B8CFC5D4BA93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3902076" y="2727325"/>
            <a:ext cx="5165725" cy="685800"/>
          </a:xfrm>
        </p:spPr>
        <p:txBody>
          <a:bodyPr/>
          <a:lstStyle/>
          <a:p>
            <a:pPr eaLnBrk="1" hangingPunct="1"/>
            <a:r>
              <a:rPr lang="en-US" altLang="en-US"/>
              <a:t>The Design Model</a:t>
            </a:r>
            <a:endParaRPr lang="en-US" altLang="en-US">
              <a:latin typeface="36 Helvetica ThinItal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3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D4AA55-0822-455B-A8D7-979F9666F608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2738439" y="1066800"/>
            <a:ext cx="6715125" cy="685800"/>
          </a:xfrm>
        </p:spPr>
        <p:txBody>
          <a:bodyPr/>
          <a:lstStyle/>
          <a:p>
            <a:pPr eaLnBrk="1" hangingPunct="1"/>
            <a:r>
              <a:rPr lang="en-US" altLang="en-US"/>
              <a:t>Design Model Elements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5200" y="1905000"/>
            <a:ext cx="6553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Data elements</a:t>
            </a: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dirty="0"/>
              <a:t>Data model --&gt; data structures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dirty="0"/>
              <a:t>Data model --&gt; database architecture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Architectural elements</a:t>
            </a: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dirty="0"/>
              <a:t>Application domain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dirty="0"/>
              <a:t>Patterns and “styles”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Interface elements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dirty="0"/>
              <a:t>the user interface (UI)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dirty="0"/>
              <a:t>external interfaces to other systems, devices, networks or other producers or consumers of information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dirty="0"/>
              <a:t> internal interfaces between various design components</a:t>
            </a:r>
            <a:r>
              <a:rPr lang="en-US" altLang="en-US" sz="1400" b="1" dirty="0"/>
              <a:t>. </a:t>
            </a:r>
            <a:endParaRPr lang="en-US" altLang="en-US" sz="1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Component elements</a:t>
            </a: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chemeClr val="folHlink"/>
                </a:solidFill>
              </a:rPr>
              <a:t>Deployment elements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702175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651C47-95E9-4E1B-8975-24ACD959F68B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152401"/>
            <a:ext cx="6705600" cy="633413"/>
          </a:xfrm>
        </p:spPr>
        <p:txBody>
          <a:bodyPr/>
          <a:lstStyle/>
          <a:p>
            <a:pPr eaLnBrk="1" hangingPunct="1"/>
            <a:r>
              <a:rPr lang="en-US" altLang="en-US"/>
              <a:t>Data Design Elements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0326" y="929555"/>
            <a:ext cx="10798233" cy="5443537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</a:pPr>
            <a:r>
              <a:rPr lang="en-US" altLang="en-US" dirty="0">
                <a:latin typeface="Palatino" pitchFamily="-128" charset="0"/>
              </a:rPr>
              <a:t>Creates a model of data represented at a higher level of abstraction</a:t>
            </a:r>
          </a:p>
          <a:p>
            <a:pPr algn="just" eaLnBrk="1" hangingPunct="1">
              <a:spcBef>
                <a:spcPts val="600"/>
              </a:spcBef>
            </a:pPr>
            <a:r>
              <a:rPr lang="en-US" altLang="en-US" b="1" dirty="0">
                <a:latin typeface="Palatino" pitchFamily="-128" charset="0"/>
              </a:rPr>
              <a:t>Users/customers’ view of data</a:t>
            </a:r>
          </a:p>
          <a:p>
            <a:pPr algn="just" eaLnBrk="1" hangingPunct="1">
              <a:spcBef>
                <a:spcPts val="600"/>
              </a:spcBef>
            </a:pPr>
            <a:r>
              <a:rPr lang="en-US" altLang="en-US" b="1" dirty="0">
                <a:latin typeface="Palatino" pitchFamily="-128" charset="0"/>
              </a:rPr>
              <a:t>After that</a:t>
            </a:r>
            <a:r>
              <a:rPr lang="en-US" altLang="en-US" dirty="0">
                <a:latin typeface="Palatino" pitchFamily="-128" charset="0"/>
              </a:rPr>
              <a:t>, refined to more implementation-specific representation that can be processed by the system(</a:t>
            </a:r>
            <a:r>
              <a:rPr lang="en-US" altLang="en-US" b="1" dirty="0">
                <a:latin typeface="Palatino" pitchFamily="-128" charset="0"/>
              </a:rPr>
              <a:t>like creation and storage of values in an Relational DB)</a:t>
            </a:r>
          </a:p>
          <a:p>
            <a:pPr algn="just" eaLnBrk="1" hangingPunct="1">
              <a:spcBef>
                <a:spcPts val="600"/>
              </a:spcBef>
            </a:pPr>
            <a:r>
              <a:rPr lang="en-US" altLang="en-US" dirty="0">
                <a:latin typeface="Palatino" pitchFamily="-128" charset="0"/>
              </a:rPr>
              <a:t>Data architecture has an impact on software architecture </a:t>
            </a:r>
          </a:p>
          <a:p>
            <a:pPr lvl="1" algn="just" eaLnBrk="1" hangingPunct="1">
              <a:spcBef>
                <a:spcPts val="600"/>
              </a:spcBef>
            </a:pPr>
            <a:r>
              <a:rPr lang="en-US" altLang="en-US" dirty="0">
                <a:latin typeface="Palatino" pitchFamily="-128" charset="0"/>
              </a:rPr>
              <a:t>(as an effective design may lead to efficient processing)</a:t>
            </a:r>
          </a:p>
          <a:p>
            <a:pPr algn="just" eaLnBrk="1" hangingPunct="1">
              <a:spcBef>
                <a:spcPts val="600"/>
              </a:spcBef>
            </a:pPr>
            <a:r>
              <a:rPr lang="en-US" altLang="en-US" b="1" dirty="0">
                <a:latin typeface="Palatino" pitchFamily="-128" charset="0"/>
              </a:rPr>
              <a:t>Data elements are important because the translation of data model to the database at the application level is an integral part of the design</a:t>
            </a:r>
          </a:p>
          <a:p>
            <a:pPr algn="just" eaLnBrk="1" hangingPunct="1">
              <a:spcBef>
                <a:spcPts val="600"/>
              </a:spcBef>
            </a:pPr>
            <a:r>
              <a:rPr lang="en-US" altLang="en-US" dirty="0">
                <a:latin typeface="Palatino" pitchFamily="-128" charset="0"/>
              </a:rPr>
              <a:t>Moreover, </a:t>
            </a:r>
            <a:r>
              <a:rPr lang="en-US" altLang="en-US" b="1" dirty="0">
                <a:latin typeface="Palatino" pitchFamily="-128" charset="0"/>
              </a:rPr>
              <a:t>efficient data storage may result in a data warehousing</a:t>
            </a:r>
          </a:p>
          <a:p>
            <a:pPr algn="just" eaLnBrk="1" hangingPunct="1">
              <a:spcBef>
                <a:spcPts val="600"/>
              </a:spcBef>
            </a:pPr>
            <a:r>
              <a:rPr lang="en-US" altLang="en-US" dirty="0">
                <a:latin typeface="Palatino" pitchFamily="-128" charset="0"/>
              </a:rPr>
              <a:t>That may lead to data mining or knowledge discovery via insights’ extraction which has an impact on business success</a:t>
            </a:r>
          </a:p>
          <a:p>
            <a:pPr algn="just" eaLnBrk="1" hangingPunct="1">
              <a:spcBef>
                <a:spcPts val="600"/>
              </a:spcBef>
            </a:pPr>
            <a:endParaRPr lang="en-US" altLang="en-US" dirty="0">
              <a:latin typeface="Palatino" pitchFamily="-12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7706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7F09BA-7F14-421E-954A-C21A2EFBD224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61926"/>
            <a:ext cx="9372600" cy="633413"/>
          </a:xfrm>
        </p:spPr>
        <p:txBody>
          <a:bodyPr/>
          <a:lstStyle/>
          <a:p>
            <a:pPr eaLnBrk="1" hangingPunct="1"/>
            <a:r>
              <a:rPr lang="en-US" altLang="en-US"/>
              <a:t>Architectural Design Elements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1650" y="947738"/>
            <a:ext cx="8648700" cy="5148262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</a:pPr>
            <a:r>
              <a:rPr lang="en-US" altLang="en-US" dirty="0">
                <a:latin typeface="Palatino" pitchFamily="-128" charset="0"/>
              </a:rPr>
              <a:t>architectural design </a:t>
            </a:r>
            <a:r>
              <a:rPr lang="en-US" altLang="en-US" u="sng" dirty="0">
                <a:latin typeface="Palatino" pitchFamily="-128" charset="0"/>
              </a:rPr>
              <a:t>shows the overall view of the software system.</a:t>
            </a:r>
          </a:p>
          <a:p>
            <a:pPr algn="just" eaLnBrk="1" hangingPunct="1">
              <a:spcBef>
                <a:spcPts val="600"/>
              </a:spcBef>
            </a:pPr>
            <a:r>
              <a:rPr lang="en-US" altLang="en-US" b="1" dirty="0">
                <a:latin typeface="Palatino" pitchFamily="-128" charset="0"/>
              </a:rPr>
              <a:t>Architectural model is derived from:</a:t>
            </a:r>
          </a:p>
          <a:p>
            <a:pPr lvl="1" algn="just" eaLnBrk="1" hangingPunct="1">
              <a:spcBef>
                <a:spcPts val="600"/>
              </a:spcBef>
            </a:pPr>
            <a:r>
              <a:rPr lang="en-US" altLang="en-US" u="sng" dirty="0">
                <a:latin typeface="Palatino" pitchFamily="-128" charset="0"/>
              </a:rPr>
              <a:t>Information about the application domain for which the software is being built</a:t>
            </a:r>
          </a:p>
          <a:p>
            <a:pPr lvl="1" algn="just" eaLnBrk="1" hangingPunct="1">
              <a:spcBef>
                <a:spcPts val="600"/>
              </a:spcBef>
            </a:pPr>
            <a:r>
              <a:rPr lang="en-US" altLang="en-US" dirty="0">
                <a:latin typeface="Palatino" pitchFamily="-128" charset="0"/>
              </a:rPr>
              <a:t>Requirement elements like </a:t>
            </a:r>
            <a:r>
              <a:rPr lang="en-US" altLang="en-US" u="sng" dirty="0">
                <a:latin typeface="Palatino" pitchFamily="-128" charset="0"/>
              </a:rPr>
              <a:t>dataflow diagrams, relationship or collaboration diagrams </a:t>
            </a:r>
          </a:p>
          <a:p>
            <a:pPr lvl="1" algn="just" eaLnBrk="1" hangingPunct="1">
              <a:spcBef>
                <a:spcPts val="600"/>
              </a:spcBef>
            </a:pPr>
            <a:r>
              <a:rPr lang="en-US" altLang="en-US" u="sng" dirty="0">
                <a:latin typeface="Palatino" pitchFamily="-128" charset="0"/>
              </a:rPr>
              <a:t>The availability of architectural styles</a:t>
            </a:r>
            <a:r>
              <a:rPr lang="en-US" altLang="en-US" dirty="0">
                <a:latin typeface="Palatino" pitchFamily="-128" charset="0"/>
              </a:rPr>
              <a:t> (e.g., data-centered arch. , OO arch, layered architectures)</a:t>
            </a:r>
          </a:p>
          <a:p>
            <a:pPr algn="just" eaLnBrk="1" hangingPunct="1">
              <a:spcBef>
                <a:spcPts val="600"/>
              </a:spcBef>
            </a:pPr>
            <a:r>
              <a:rPr lang="en-US" altLang="en-US" dirty="0">
                <a:latin typeface="Palatino" pitchFamily="-128" charset="0"/>
              </a:rPr>
              <a:t>Usually </a:t>
            </a:r>
            <a:r>
              <a:rPr lang="en-US" altLang="en-US" b="1" dirty="0">
                <a:latin typeface="Palatino" pitchFamily="-128" charset="0"/>
              </a:rPr>
              <a:t>depicted as a set of interconnected subsystems</a:t>
            </a:r>
          </a:p>
          <a:p>
            <a:pPr algn="just" eaLnBrk="1" hangingPunct="1">
              <a:spcBef>
                <a:spcPts val="600"/>
              </a:spcBef>
            </a:pPr>
            <a:r>
              <a:rPr lang="en-US" altLang="en-US" dirty="0">
                <a:latin typeface="Palatino" pitchFamily="-128" charset="0"/>
              </a:rPr>
              <a:t>Which are </a:t>
            </a:r>
            <a:r>
              <a:rPr lang="en-US" altLang="en-US" b="1" dirty="0">
                <a:latin typeface="Palatino" pitchFamily="-128" charset="0"/>
              </a:rPr>
              <a:t>derived from work packages</a:t>
            </a:r>
            <a:r>
              <a:rPr lang="en-US" altLang="en-US" dirty="0">
                <a:latin typeface="Palatino" pitchFamily="-128" charset="0"/>
              </a:rPr>
              <a:t> of the requirements</a:t>
            </a:r>
          </a:p>
          <a:p>
            <a:pPr algn="just" eaLnBrk="1" hangingPunct="1">
              <a:spcBef>
                <a:spcPts val="600"/>
              </a:spcBef>
            </a:pPr>
            <a:r>
              <a:rPr lang="en-US" altLang="en-US" dirty="0">
                <a:latin typeface="Palatino" pitchFamily="-128" charset="0"/>
              </a:rPr>
              <a:t>Each subsystem may have its own architecture design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4872A79-C844-9A3C-5149-A888DC2DC0F2}"/>
                  </a:ext>
                </a:extLst>
              </p14:cNvPr>
              <p14:cNvContentPartPr/>
              <p14:nvPr/>
            </p14:nvContentPartPr>
            <p14:xfrm>
              <a:off x="5555520" y="3537031"/>
              <a:ext cx="635400" cy="398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4872A79-C844-9A3C-5149-A888DC2DC0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9400" y="3530911"/>
                <a:ext cx="647640" cy="41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9052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11F127-2D0D-47A2-94BC-AEA10A0470F2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5386388" cy="685800"/>
          </a:xfrm>
        </p:spPr>
        <p:txBody>
          <a:bodyPr/>
          <a:lstStyle/>
          <a:p>
            <a:pPr eaLnBrk="1" hangingPunct="1"/>
            <a:r>
              <a:rPr lang="en-US" altLang="en-US"/>
              <a:t>Interface Elements</a:t>
            </a:r>
          </a:p>
        </p:txBody>
      </p:sp>
      <p:sp>
        <p:nvSpPr>
          <p:cNvPr id="18437" name="Picture 4"/>
          <p:cNvSpPr>
            <a:spLocks noChangeAspect="1" noChangeArrowheads="1"/>
          </p:cNvSpPr>
          <p:nvPr/>
        </p:nvSpPr>
        <p:spPr bwMode="auto">
          <a:xfrm>
            <a:off x="4738689" y="1828800"/>
            <a:ext cx="2713037" cy="418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71650" y="947738"/>
            <a:ext cx="8648700" cy="51482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As detailed drawings show the inner view of the plan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likewise, the interface elements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show the information flows into and out of the system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. And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how that information is communicated among system modules.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3 important elements of interface design are: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UI design (for managers)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External interface to other devices/components/consumers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Internal interfaces between various components (different  screens in a module)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Tools like adobe 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Xd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, Figma, etc. could be used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It encompasses: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 the aesthetic elements(layout , color scheme, visuals)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Ergonomic elements (UI navigation, information placement)</a:t>
            </a: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36576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CA9CFA-1A37-4C48-9CD3-63E4B9A47D2E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5386388" cy="685800"/>
          </a:xfrm>
        </p:spPr>
        <p:txBody>
          <a:bodyPr/>
          <a:lstStyle/>
          <a:p>
            <a:pPr eaLnBrk="1" hangingPunct="1"/>
            <a:r>
              <a:rPr lang="en-US" altLang="en-US"/>
              <a:t>Interface Elements</a:t>
            </a:r>
          </a:p>
        </p:txBody>
      </p:sp>
      <p:sp>
        <p:nvSpPr>
          <p:cNvPr id="19461" name="Picture 4"/>
          <p:cNvSpPr>
            <a:spLocks noChangeAspect="1" noChangeArrowheads="1"/>
          </p:cNvSpPr>
          <p:nvPr/>
        </p:nvSpPr>
        <p:spPr bwMode="auto">
          <a:xfrm>
            <a:off x="4738689" y="1828800"/>
            <a:ext cx="2713037" cy="418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808164" y="947738"/>
            <a:ext cx="8250237" cy="20240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External interface design must incorporate input validation and security.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Interfaces could be modeled as the external visualizers of public operations of class without showing the internal implementation details.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73587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752600" y="6248400"/>
            <a:ext cx="5486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Credits: Figma.com (UI design tool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)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A1EE3F-4BEA-4733-91B5-009C93DFB8AB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5386388" cy="685800"/>
          </a:xfrm>
        </p:spPr>
        <p:txBody>
          <a:bodyPr/>
          <a:lstStyle/>
          <a:p>
            <a:pPr eaLnBrk="1" hangingPunct="1"/>
            <a:r>
              <a:rPr lang="en-US" altLang="en-US"/>
              <a:t>Interface Elements</a:t>
            </a:r>
          </a:p>
        </p:txBody>
      </p:sp>
      <p:sp>
        <p:nvSpPr>
          <p:cNvPr id="20485" name="Picture 4"/>
          <p:cNvSpPr>
            <a:spLocks noChangeAspect="1" noChangeArrowheads="1"/>
          </p:cNvSpPr>
          <p:nvPr/>
        </p:nvSpPr>
        <p:spPr bwMode="auto">
          <a:xfrm>
            <a:off x="4738689" y="1828800"/>
            <a:ext cx="2713037" cy="418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20486" name="Picture 2" descr="Graphical user interface&#10;&#10;Description automatically generat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488" y="852488"/>
            <a:ext cx="8774112" cy="493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8404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752600" y="6248400"/>
            <a:ext cx="5486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Credits: Figma.com (UI design tool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)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91C2E1-B423-4B85-87D5-2A7C68A50618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0" y="3175"/>
            <a:ext cx="5386388" cy="685800"/>
          </a:xfrm>
        </p:spPr>
        <p:txBody>
          <a:bodyPr/>
          <a:lstStyle/>
          <a:p>
            <a:pPr eaLnBrk="1" hangingPunct="1"/>
            <a:r>
              <a:rPr lang="en-US" altLang="en-US"/>
              <a:t>Interface Elements</a:t>
            </a:r>
          </a:p>
        </p:txBody>
      </p:sp>
      <p:sp>
        <p:nvSpPr>
          <p:cNvPr id="21509" name="Picture 4"/>
          <p:cNvSpPr>
            <a:spLocks noChangeAspect="1" noChangeArrowheads="1"/>
          </p:cNvSpPr>
          <p:nvPr/>
        </p:nvSpPr>
        <p:spPr bwMode="auto">
          <a:xfrm>
            <a:off x="4738689" y="1828800"/>
            <a:ext cx="2713037" cy="418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21510" name="Picture 3" descr="Text&#10;&#10;Description automatically generat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388" y="3090863"/>
            <a:ext cx="9091612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9" descr="Shape, square&#10;&#10;Description automatically generat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1" y="688976"/>
            <a:ext cx="4733925" cy="236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5732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05CA73-77DB-4331-B2C1-A5C17579C11E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28588"/>
            <a:ext cx="5073650" cy="633412"/>
          </a:xfrm>
        </p:spPr>
        <p:txBody>
          <a:bodyPr/>
          <a:lstStyle/>
          <a:p>
            <a:pPr eaLnBrk="1" hangingPunct="1"/>
            <a:r>
              <a:rPr lang="en-US" altLang="en-US"/>
              <a:t>Component Elements</a:t>
            </a:r>
          </a:p>
        </p:txBody>
      </p:sp>
      <p:sp>
        <p:nvSpPr>
          <p:cNvPr id="22533" name="Picture 4"/>
          <p:cNvSpPr>
            <a:spLocks noChangeAspect="1" noChangeArrowheads="1"/>
          </p:cNvSpPr>
          <p:nvPr/>
        </p:nvSpPr>
        <p:spPr bwMode="auto">
          <a:xfrm>
            <a:off x="3452813" y="2595564"/>
            <a:ext cx="5283200" cy="167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770063" y="762001"/>
            <a:ext cx="8648700" cy="51482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In software design, component design is equivalent to a set of detailed drawings for a room.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Describes internal details of a software component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It defines :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Data structures for all local data objects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(depends on nature of the object)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Algorithmic details of the process occurs in a component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 (shown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using activity diag. / flowcharts/pseudocode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)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+mn-ea"/>
                <a:cs typeface="+mn-cs"/>
              </a:rPr>
              <a:t>Interface which allows access to all component operations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0522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9067800" y="6305550"/>
            <a:ext cx="1295400" cy="4572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510919-8931-4BE6-9B5B-7C5BB0231059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28588"/>
            <a:ext cx="5073650" cy="633412"/>
          </a:xfrm>
        </p:spPr>
        <p:txBody>
          <a:bodyPr/>
          <a:lstStyle/>
          <a:p>
            <a:pPr eaLnBrk="1" hangingPunct="1"/>
            <a:r>
              <a:rPr lang="en-US" altLang="en-US"/>
              <a:t>Component Elements</a:t>
            </a:r>
          </a:p>
        </p:txBody>
      </p:sp>
      <p:sp>
        <p:nvSpPr>
          <p:cNvPr id="23556" name="Picture 4"/>
          <p:cNvSpPr>
            <a:spLocks noChangeAspect="1" noChangeArrowheads="1"/>
          </p:cNvSpPr>
          <p:nvPr/>
        </p:nvSpPr>
        <p:spPr bwMode="auto">
          <a:xfrm>
            <a:off x="3452813" y="2595564"/>
            <a:ext cx="5283200" cy="167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23557" name="Picture 23" descr="Component Diagram Explained | EdrawMax Onl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1" y="3148014"/>
            <a:ext cx="5675313" cy="370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21" descr="Design Workshop – Week 3 – System Context and Component Diagrams | Kraken  Knowled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681038"/>
            <a:ext cx="4643438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57844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9067800" y="6305550"/>
            <a:ext cx="1295400" cy="4572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F9D085-0D25-42D4-A165-833083689530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xfrm>
            <a:off x="1828800" y="304801"/>
            <a:ext cx="8610600" cy="633413"/>
          </a:xfrm>
        </p:spPr>
        <p:txBody>
          <a:bodyPr/>
          <a:lstStyle/>
          <a:p>
            <a:pPr eaLnBrk="1" hangingPunct="1"/>
            <a:r>
              <a:rPr lang="en-US" altLang="en-US" sz="1800" b="1" i="1">
                <a:solidFill>
                  <a:srgbClr val="000066"/>
                </a:solidFill>
                <a:latin typeface="Georgia" panose="02040502050405020303" pitchFamily="18" charset="0"/>
              </a:rPr>
              <a:t>Online shopping UML component diagram example with three related subsystems - Webstore, Warehouses, and Accounting</a:t>
            </a:r>
            <a:endParaRPr lang="en-US" altLang="en-US" sz="1800" b="1"/>
          </a:p>
        </p:txBody>
      </p:sp>
      <p:sp>
        <p:nvSpPr>
          <p:cNvPr id="24580" name="Picture 4"/>
          <p:cNvSpPr>
            <a:spLocks noChangeAspect="1" noChangeArrowheads="1"/>
          </p:cNvSpPr>
          <p:nvPr/>
        </p:nvSpPr>
        <p:spPr bwMode="auto">
          <a:xfrm>
            <a:off x="3452813" y="2595564"/>
            <a:ext cx="5283200" cy="167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24581" name="Picture 19" descr="Online shopping UML component diagram example with three related subsystems - WebStore, Warehouses, and Accounting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00139"/>
            <a:ext cx="8553450" cy="562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15238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9067800" y="6305550"/>
            <a:ext cx="1295400" cy="4572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80DF9F-5F79-4F6E-9A01-1961A19F1C46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28588"/>
            <a:ext cx="5073650" cy="633412"/>
          </a:xfrm>
        </p:spPr>
        <p:txBody>
          <a:bodyPr/>
          <a:lstStyle/>
          <a:p>
            <a:pPr eaLnBrk="1" hangingPunct="1"/>
            <a:r>
              <a:rPr lang="en-US" altLang="en-US"/>
              <a:t>Component Elements</a:t>
            </a:r>
          </a:p>
        </p:txBody>
      </p:sp>
      <p:sp>
        <p:nvSpPr>
          <p:cNvPr id="25605" name="Picture 4"/>
          <p:cNvSpPr>
            <a:spLocks noChangeAspect="1" noChangeArrowheads="1"/>
          </p:cNvSpPr>
          <p:nvPr/>
        </p:nvSpPr>
        <p:spPr bwMode="auto">
          <a:xfrm>
            <a:off x="3452813" y="2595564"/>
            <a:ext cx="5283200" cy="167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2560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t="17406" r="15001" b="14442"/>
          <a:stretch>
            <a:fillRect/>
          </a:stretch>
        </p:blipFill>
        <p:spPr bwMode="auto">
          <a:xfrm>
            <a:off x="1677988" y="1143000"/>
            <a:ext cx="883285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07" name="Group 9"/>
          <p:cNvGrpSpPr>
            <a:grpSpLocks/>
          </p:cNvGrpSpPr>
          <p:nvPr/>
        </p:nvGrpSpPr>
        <p:grpSpPr bwMode="auto">
          <a:xfrm>
            <a:off x="5780089" y="4810126"/>
            <a:ext cx="820737" cy="665163"/>
            <a:chOff x="4256546" y="4810798"/>
            <a:chExt cx="820080" cy="66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/>
                <p14:cNvContentPartPr/>
                <p14:nvPr/>
              </p14:nvContentPartPr>
              <p14:xfrm>
                <a:off x="4346906" y="4916638"/>
                <a:ext cx="729720" cy="559440"/>
              </p14:xfrm>
            </p:contentPart>
          </mc:Choice>
          <mc:Fallback xmlns="">
            <p:pic>
              <p:nvPicPr>
                <p:cNvPr id="3" name="Ink 2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34672" y="4904398"/>
                  <a:ext cx="750950" cy="58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/>
                <p14:cNvContentPartPr/>
                <p14:nvPr/>
              </p14:nvContentPartPr>
              <p14:xfrm>
                <a:off x="4286786" y="4856518"/>
                <a:ext cx="118440" cy="270360"/>
              </p14:xfrm>
            </p:contentPart>
          </mc:Choice>
          <mc:Fallback xmlns="">
            <p:pic>
              <p:nvPicPr>
                <p:cNvPr id="7" name="Ink 6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274583" y="4844278"/>
                  <a:ext cx="139616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/>
                <p14:cNvContentPartPr/>
                <p14:nvPr/>
              </p14:nvContentPartPr>
              <p14:xfrm>
                <a:off x="4256546" y="4810798"/>
                <a:ext cx="373320" cy="61200"/>
              </p14:xfrm>
            </p:contentPart>
          </mc:Choice>
          <mc:Fallback xmlns="">
            <p:pic>
              <p:nvPicPr>
                <p:cNvPr id="9" name="Ink 8"/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244306" y="4799638"/>
                  <a:ext cx="394560" cy="84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5608" name="TextBox 10"/>
          <p:cNvSpPr txBox="1">
            <a:spLocks noChangeArrowheads="1"/>
          </p:cNvSpPr>
          <p:nvPr/>
        </p:nvSpPr>
        <p:spPr bwMode="auto">
          <a:xfrm>
            <a:off x="6040439" y="5440364"/>
            <a:ext cx="2619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Assembly connectors</a:t>
            </a:r>
          </a:p>
        </p:txBody>
      </p:sp>
      <p:grpSp>
        <p:nvGrpSpPr>
          <p:cNvPr id="25609" name="Group 13"/>
          <p:cNvGrpSpPr>
            <a:grpSpLocks/>
          </p:cNvGrpSpPr>
          <p:nvPr/>
        </p:nvGrpSpPr>
        <p:grpSpPr bwMode="auto">
          <a:xfrm>
            <a:off x="9361488" y="3614739"/>
            <a:ext cx="209550" cy="492125"/>
            <a:chOff x="7837106" y="3614158"/>
            <a:chExt cx="210600" cy="49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/>
                <p14:cNvContentPartPr/>
                <p14:nvPr/>
              </p14:nvContentPartPr>
              <p14:xfrm>
                <a:off x="7928546" y="3656638"/>
                <a:ext cx="47520" cy="450000"/>
              </p14:xfrm>
            </p:contentPart>
          </mc:Choice>
          <mc:Fallback xmlns="">
            <p:pic>
              <p:nvPicPr>
                <p:cNvPr id="12" name="Ink 11"/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16398" y="3644398"/>
                  <a:ext cx="71459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/>
                <p14:cNvContentPartPr/>
                <p14:nvPr/>
              </p14:nvContentPartPr>
              <p14:xfrm>
                <a:off x="7837106" y="3614158"/>
                <a:ext cx="210600" cy="187560"/>
              </p14:xfrm>
            </p:contentPart>
          </mc:Choice>
          <mc:Fallback xmlns="">
            <p:pic>
              <p:nvPicPr>
                <p:cNvPr id="13" name="Ink 12"/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24887" y="3601918"/>
                  <a:ext cx="231804" cy="212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5610" name="TextBox 14"/>
          <p:cNvSpPr txBox="1">
            <a:spLocks noChangeArrowheads="1"/>
          </p:cNvSpPr>
          <p:nvPr/>
        </p:nvSpPr>
        <p:spPr bwMode="auto">
          <a:xfrm>
            <a:off x="9220200" y="4106863"/>
            <a:ext cx="1143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External interface</a:t>
            </a:r>
          </a:p>
        </p:txBody>
      </p:sp>
    </p:spTree>
    <p:extLst>
      <p:ext uri="{BB962C8B-B14F-4D97-AF65-F5344CB8AC3E}">
        <p14:creationId xmlns:p14="http://schemas.microsoft.com/office/powerpoint/2010/main" val="11758810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These slides are designed to accompany 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Software Engineering: A Practitioner’s Approach, 7/e </a:t>
            </a: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ＭＳ Ｐゴシック" panose="020B0600070205080204" pitchFamily="34" charset="-128"/>
                <a:cs typeface="+mn-cs"/>
              </a:rPr>
              <a:t>(McGraw-Hill, 2009) Slides copyright 2009 by Roger Pressman. 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F562C8-A417-4603-BE55-AED9DF7551EF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title"/>
          </p:nvPr>
        </p:nvSpPr>
        <p:spPr>
          <a:xfrm>
            <a:off x="2057400" y="169863"/>
            <a:ext cx="6305550" cy="685800"/>
          </a:xfrm>
        </p:spPr>
        <p:txBody>
          <a:bodyPr/>
          <a:lstStyle/>
          <a:p>
            <a:pPr eaLnBrk="1" hangingPunct="1"/>
            <a:r>
              <a:rPr lang="en-US" altLang="en-US"/>
              <a:t>Deployment Elements</a:t>
            </a:r>
          </a:p>
        </p:txBody>
      </p:sp>
      <p:sp>
        <p:nvSpPr>
          <p:cNvPr id="27653" name="Picture 4"/>
          <p:cNvSpPr>
            <a:spLocks noChangeAspect="1" noChangeArrowheads="1"/>
          </p:cNvSpPr>
          <p:nvPr/>
        </p:nvSpPr>
        <p:spPr bwMode="auto">
          <a:xfrm>
            <a:off x="4611689" y="1981201"/>
            <a:ext cx="2967037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654" name="Rectangle 3"/>
          <p:cNvSpPr txBox="1">
            <a:spLocks noChangeArrowheads="1"/>
          </p:cNvSpPr>
          <p:nvPr/>
        </p:nvSpPr>
        <p:spPr bwMode="auto">
          <a:xfrm>
            <a:off x="1771650" y="947738"/>
            <a:ext cx="8648700" cy="179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" pitchFamily="-128" charset="0"/>
                <a:ea typeface="ＭＳ Ｐゴシック" panose="020B0600070205080204" pitchFamily="34" charset="-128"/>
                <a:cs typeface="+mn-cs"/>
              </a:rPr>
              <a:t>Shows what are the physical computing environment in which the software functionality and the subsystems operate. Distributed or standalone environment</a:t>
            </a: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" pitchFamily="-128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2765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576514"/>
            <a:ext cx="7029450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7103110"/>
      </p:ext>
    </p:extLst>
  </p:cSld>
  <p:clrMapOvr>
    <a:masterClrMapping/>
  </p:clrMapOvr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3249</Words>
  <Application>Microsoft Office PowerPoint</Application>
  <PresentationFormat>Widescreen</PresentationFormat>
  <Paragraphs>365</Paragraphs>
  <Slides>40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ＭＳ Ｐゴシック</vt:lpstr>
      <vt:lpstr>36 Helvetica ThinItalic</vt:lpstr>
      <vt:lpstr>-apple-system</vt:lpstr>
      <vt:lpstr>Arial</vt:lpstr>
      <vt:lpstr>Georgia</vt:lpstr>
      <vt:lpstr>Helvetica</vt:lpstr>
      <vt:lpstr>Palatino</vt:lpstr>
      <vt:lpstr>Times</vt:lpstr>
      <vt:lpstr>Wingdings</vt:lpstr>
      <vt:lpstr>Bold Stripes</vt:lpstr>
      <vt:lpstr>1_Bold Stripes</vt:lpstr>
      <vt:lpstr>2_Bold Stripes</vt:lpstr>
      <vt:lpstr>PowerPoint Presentation</vt:lpstr>
      <vt:lpstr>Software Design</vt:lpstr>
      <vt:lpstr>Software Design</vt:lpstr>
      <vt:lpstr>Software Design</vt:lpstr>
      <vt:lpstr>PowerPoint Presentation</vt:lpstr>
      <vt:lpstr>Good Software Design characteristics</vt:lpstr>
      <vt:lpstr>Quality Guidelines</vt:lpstr>
      <vt:lpstr>Design Principles</vt:lpstr>
      <vt:lpstr>Attributes for assessment of design Quality</vt:lpstr>
      <vt:lpstr>How to make an effective design</vt:lpstr>
      <vt:lpstr>Fundamental Design concepts</vt:lpstr>
      <vt:lpstr>Abstraction</vt:lpstr>
      <vt:lpstr>Refinement</vt:lpstr>
      <vt:lpstr>Stepwise Refinement</vt:lpstr>
      <vt:lpstr>Separation of Concerns</vt:lpstr>
      <vt:lpstr>Modularity</vt:lpstr>
      <vt:lpstr>Modularity: Trade-offs</vt:lpstr>
      <vt:lpstr>Information Hiding</vt:lpstr>
      <vt:lpstr>Why Information Hiding?</vt:lpstr>
      <vt:lpstr>Refactoring</vt:lpstr>
      <vt:lpstr>Functional Independence</vt:lpstr>
      <vt:lpstr>Aspects</vt:lpstr>
      <vt:lpstr>Aspects—An Example</vt:lpstr>
      <vt:lpstr>OO Design Concepts</vt:lpstr>
      <vt:lpstr>OO Design Concepts</vt:lpstr>
      <vt:lpstr>OO Design Concepts</vt:lpstr>
      <vt:lpstr>Design Classes</vt:lpstr>
      <vt:lpstr>The Design Model</vt:lpstr>
      <vt:lpstr>Design Model Elements</vt:lpstr>
      <vt:lpstr>Data Design Elements</vt:lpstr>
      <vt:lpstr>Architectural Design Elements</vt:lpstr>
      <vt:lpstr>Interface Elements</vt:lpstr>
      <vt:lpstr>Interface Elements</vt:lpstr>
      <vt:lpstr>Interface Elements</vt:lpstr>
      <vt:lpstr>Interface Elements</vt:lpstr>
      <vt:lpstr>Component Elements</vt:lpstr>
      <vt:lpstr>Component Elements</vt:lpstr>
      <vt:lpstr>Online shopping UML component diagram example with three related subsystems - Webstore, Warehouses, and Accounting</vt:lpstr>
      <vt:lpstr>Component Elements</vt:lpstr>
      <vt:lpstr>Deployment Elements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Fast</dc:creator>
  <cp:lastModifiedBy>Hajra  Ahmed</cp:lastModifiedBy>
  <cp:revision>27</cp:revision>
  <dcterms:created xsi:type="dcterms:W3CDTF">2022-03-15T04:18:24Z</dcterms:created>
  <dcterms:modified xsi:type="dcterms:W3CDTF">2026-03-02T06:21:51Z</dcterms:modified>
</cp:coreProperties>
</file>