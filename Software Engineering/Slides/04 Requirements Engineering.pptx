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696" r:id="rId2"/>
    <p:sldMasterId id="2147483708" r:id="rId3"/>
  </p:sldMasterIdLst>
  <p:sldIdLst>
    <p:sldId id="274" r:id="rId4"/>
    <p:sldId id="275" r:id="rId5"/>
    <p:sldId id="276" r:id="rId6"/>
    <p:sldId id="277" r:id="rId7"/>
    <p:sldId id="278" r:id="rId8"/>
    <p:sldId id="279" r:id="rId9"/>
    <p:sldId id="263" r:id="rId10"/>
    <p:sldId id="351" r:id="rId11"/>
    <p:sldId id="382" r:id="rId12"/>
    <p:sldId id="282" r:id="rId13"/>
    <p:sldId id="402" r:id="rId14"/>
    <p:sldId id="310" r:id="rId15"/>
    <p:sldId id="403" r:id="rId16"/>
    <p:sldId id="283" r:id="rId17"/>
    <p:sldId id="404" r:id="rId18"/>
    <p:sldId id="285" r:id="rId19"/>
    <p:sldId id="286" r:id="rId20"/>
    <p:sldId id="353" r:id="rId21"/>
    <p:sldId id="302" r:id="rId22"/>
    <p:sldId id="269" r:id="rId23"/>
    <p:sldId id="303" r:id="rId24"/>
    <p:sldId id="270" r:id="rId25"/>
    <p:sldId id="335" r:id="rId26"/>
    <p:sldId id="336" r:id="rId27"/>
    <p:sldId id="383" r:id="rId28"/>
    <p:sldId id="384" r:id="rId29"/>
    <p:sldId id="385" r:id="rId30"/>
    <p:sldId id="386" r:id="rId31"/>
    <p:sldId id="346" r:id="rId32"/>
    <p:sldId id="395" r:id="rId33"/>
    <p:sldId id="304" r:id="rId34"/>
    <p:sldId id="405" r:id="rId35"/>
    <p:sldId id="406" r:id="rId36"/>
    <p:sldId id="407" r:id="rId37"/>
    <p:sldId id="408" r:id="rId38"/>
    <p:sldId id="409" r:id="rId39"/>
    <p:sldId id="410" r:id="rId40"/>
    <p:sldId id="411" r:id="rId41"/>
    <p:sldId id="412" r:id="rId42"/>
    <p:sldId id="413" r:id="rId43"/>
    <p:sldId id="414" r:id="rId44"/>
    <p:sldId id="415" r:id="rId45"/>
    <p:sldId id="416" r:id="rId46"/>
    <p:sldId id="417" r:id="rId47"/>
    <p:sldId id="418" r:id="rId48"/>
    <p:sldId id="419" r:id="rId49"/>
    <p:sldId id="420" r:id="rId50"/>
    <p:sldId id="421" r:id="rId51"/>
    <p:sldId id="422" r:id="rId52"/>
    <p:sldId id="423" r:id="rId53"/>
    <p:sldId id="424" r:id="rId54"/>
    <p:sldId id="425" r:id="rId55"/>
    <p:sldId id="426" r:id="rId56"/>
    <p:sldId id="427" r:id="rId57"/>
    <p:sldId id="428" r:id="rId58"/>
    <p:sldId id="429" r:id="rId59"/>
    <p:sldId id="430" r:id="rId60"/>
    <p:sldId id="431" r:id="rId61"/>
    <p:sldId id="432" r:id="rId62"/>
    <p:sldId id="433" r:id="rId63"/>
    <p:sldId id="434" r:id="rId64"/>
    <p:sldId id="435" r:id="rId65"/>
    <p:sldId id="436" r:id="rId66"/>
    <p:sldId id="437" r:id="rId67"/>
    <p:sldId id="438"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108" d="100"/>
          <a:sy n="108" d="100"/>
        </p:scale>
        <p:origin x="63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7" Type="http://schemas.openxmlformats.org/officeDocument/2006/relationships/slide" Target="slides/slide4.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1C279C-4D13-4D00-B0C3-1D2F7D195235}" type="doc">
      <dgm:prSet loTypeId="urn:microsoft.com/office/officeart/2005/8/layout/vList5" loCatId="list" qsTypeId="urn:microsoft.com/office/officeart/2005/8/quickstyle/simple1" qsCatId="simple" csTypeId="urn:microsoft.com/office/officeart/2005/8/colors/colorful3" csCatId="colorful" phldr="1"/>
      <dgm:spPr/>
      <dgm:t>
        <a:bodyPr/>
        <a:lstStyle/>
        <a:p>
          <a:endParaRPr lang="en-US"/>
        </a:p>
      </dgm:t>
    </dgm:pt>
    <dgm:pt modelId="{E9D865C6-8A77-4895-8842-26E5973B9D2F}">
      <dgm:prSet phldrT="[Text]"/>
      <dgm:spPr/>
      <dgm:t>
        <a:bodyPr/>
        <a:lstStyle/>
        <a:p>
          <a:r>
            <a:rPr lang="en-US" dirty="0"/>
            <a:t>User requirements</a:t>
          </a:r>
        </a:p>
      </dgm:t>
    </dgm:pt>
    <dgm:pt modelId="{F774D4DD-D99E-4EBA-97BB-FDCC7950521A}" type="parTrans" cxnId="{B91BF769-19E6-40EE-96B6-5896A5E9E144}">
      <dgm:prSet/>
      <dgm:spPr/>
      <dgm:t>
        <a:bodyPr/>
        <a:lstStyle/>
        <a:p>
          <a:endParaRPr lang="en-US"/>
        </a:p>
      </dgm:t>
    </dgm:pt>
    <dgm:pt modelId="{E3935012-2949-434D-892F-3EA0C2226A15}" type="sibTrans" cxnId="{B91BF769-19E6-40EE-96B6-5896A5E9E144}">
      <dgm:prSet/>
      <dgm:spPr/>
      <dgm:t>
        <a:bodyPr/>
        <a:lstStyle/>
        <a:p>
          <a:endParaRPr lang="en-US"/>
        </a:p>
      </dgm:t>
    </dgm:pt>
    <dgm:pt modelId="{61664FCE-4ED7-41D8-8CCD-90B310B8C20B}">
      <dgm:prSet phldrT="[Text]"/>
      <dgm:spPr/>
      <dgm:t>
        <a:bodyPr/>
        <a:lstStyle/>
        <a:p>
          <a:r>
            <a:rPr lang="en-US" dirty="0"/>
            <a:t>System requirements</a:t>
          </a:r>
        </a:p>
      </dgm:t>
    </dgm:pt>
    <dgm:pt modelId="{E4AD7F40-6E86-4ECC-91C2-1A7F1C1ABAE3}" type="parTrans" cxnId="{B0013389-E86C-4AD9-ADC0-BFFB71F53854}">
      <dgm:prSet/>
      <dgm:spPr/>
      <dgm:t>
        <a:bodyPr/>
        <a:lstStyle/>
        <a:p>
          <a:endParaRPr lang="en-US"/>
        </a:p>
      </dgm:t>
    </dgm:pt>
    <dgm:pt modelId="{9D197A07-9A21-47BB-8D35-1720D5162FD0}" type="sibTrans" cxnId="{B0013389-E86C-4AD9-ADC0-BFFB71F53854}">
      <dgm:prSet/>
      <dgm:spPr/>
      <dgm:t>
        <a:bodyPr/>
        <a:lstStyle/>
        <a:p>
          <a:endParaRPr lang="en-US"/>
        </a:p>
      </dgm:t>
    </dgm:pt>
    <dgm:pt modelId="{75331193-21DF-4F5F-8EE1-41A03DF9816B}">
      <dgm:prSet phldrT="[Text]"/>
      <dgm:spPr/>
      <dgm:t>
        <a:bodyPr/>
        <a:lstStyle/>
        <a:p>
          <a:r>
            <a:rPr lang="en-US" dirty="0"/>
            <a:t>A user can make an appointment</a:t>
          </a:r>
        </a:p>
      </dgm:t>
    </dgm:pt>
    <dgm:pt modelId="{90396A34-1A49-4682-8A63-CC03E0C019AB}" type="parTrans" cxnId="{525A3AA3-056E-4033-BB7B-1F9DDDAB16B1}">
      <dgm:prSet/>
      <dgm:spPr/>
      <dgm:t>
        <a:bodyPr/>
        <a:lstStyle/>
        <a:p>
          <a:endParaRPr lang="en-US"/>
        </a:p>
      </dgm:t>
    </dgm:pt>
    <dgm:pt modelId="{1B13384F-5671-4F19-A3B5-4276AA1E66C8}" type="sibTrans" cxnId="{525A3AA3-056E-4033-BB7B-1F9DDDAB16B1}">
      <dgm:prSet/>
      <dgm:spPr/>
      <dgm:t>
        <a:bodyPr/>
        <a:lstStyle/>
        <a:p>
          <a:endParaRPr lang="en-US"/>
        </a:p>
      </dgm:t>
    </dgm:pt>
    <dgm:pt modelId="{3CA17838-DB5D-4442-8333-7B0B38408FE7}">
      <dgm:prSet phldrT="[Text]"/>
      <dgm:spPr/>
      <dgm:t>
        <a:bodyPr/>
        <a:lstStyle/>
        <a:p>
          <a:r>
            <a:rPr lang="en-US" dirty="0"/>
            <a:t>User must have an account (sign up)</a:t>
          </a:r>
        </a:p>
      </dgm:t>
    </dgm:pt>
    <dgm:pt modelId="{92EB1245-9B68-4BE8-BD29-2DF5C27324AD}" type="parTrans" cxnId="{80B59092-7235-4F85-A55E-8BFE5D86381E}">
      <dgm:prSet/>
      <dgm:spPr/>
      <dgm:t>
        <a:bodyPr/>
        <a:lstStyle/>
        <a:p>
          <a:endParaRPr lang="en-US"/>
        </a:p>
      </dgm:t>
    </dgm:pt>
    <dgm:pt modelId="{11DA0761-877F-4DB7-9664-B1EE9B2968C6}" type="sibTrans" cxnId="{80B59092-7235-4F85-A55E-8BFE5D86381E}">
      <dgm:prSet/>
      <dgm:spPr/>
      <dgm:t>
        <a:bodyPr/>
        <a:lstStyle/>
        <a:p>
          <a:endParaRPr lang="en-US"/>
        </a:p>
      </dgm:t>
    </dgm:pt>
    <dgm:pt modelId="{128418A2-413C-4805-BB24-48557524C346}">
      <dgm:prSet phldrT="[Text]"/>
      <dgm:spPr/>
      <dgm:t>
        <a:bodyPr/>
        <a:lstStyle/>
        <a:p>
          <a:r>
            <a:rPr lang="en-US" dirty="0"/>
            <a:t>User will login to that account</a:t>
          </a:r>
        </a:p>
      </dgm:t>
    </dgm:pt>
    <dgm:pt modelId="{CE194FE1-C985-4766-93BB-3F23EFB1C429}" type="parTrans" cxnId="{37606826-0E5C-4848-BB19-49588277D79F}">
      <dgm:prSet/>
      <dgm:spPr/>
      <dgm:t>
        <a:bodyPr/>
        <a:lstStyle/>
        <a:p>
          <a:endParaRPr lang="en-US"/>
        </a:p>
      </dgm:t>
    </dgm:pt>
    <dgm:pt modelId="{4FD17FCB-4F76-45E6-8059-10FB1B052A96}" type="sibTrans" cxnId="{37606826-0E5C-4848-BB19-49588277D79F}">
      <dgm:prSet/>
      <dgm:spPr/>
      <dgm:t>
        <a:bodyPr/>
        <a:lstStyle/>
        <a:p>
          <a:endParaRPr lang="en-US"/>
        </a:p>
      </dgm:t>
    </dgm:pt>
    <dgm:pt modelId="{8A147FA3-C813-42AA-B217-190F187ED633}">
      <dgm:prSet phldrT="[Text]"/>
      <dgm:spPr/>
      <dgm:t>
        <a:bodyPr/>
        <a:lstStyle/>
        <a:p>
          <a:r>
            <a:rPr lang="en-US" dirty="0"/>
            <a:t>Check for the specific doctor’s availability</a:t>
          </a:r>
        </a:p>
      </dgm:t>
    </dgm:pt>
    <dgm:pt modelId="{715038B7-BE73-4626-9491-63045DBEAE33}" type="parTrans" cxnId="{64402836-1FFC-4293-BEAF-47C03A7707CF}">
      <dgm:prSet/>
      <dgm:spPr/>
      <dgm:t>
        <a:bodyPr/>
        <a:lstStyle/>
        <a:p>
          <a:endParaRPr lang="en-US"/>
        </a:p>
      </dgm:t>
    </dgm:pt>
    <dgm:pt modelId="{93F0CEB9-6AB6-4B75-9669-5972603EB113}" type="sibTrans" cxnId="{64402836-1FFC-4293-BEAF-47C03A7707CF}">
      <dgm:prSet/>
      <dgm:spPr/>
      <dgm:t>
        <a:bodyPr/>
        <a:lstStyle/>
        <a:p>
          <a:endParaRPr lang="en-US"/>
        </a:p>
      </dgm:t>
    </dgm:pt>
    <dgm:pt modelId="{17013A3A-FDB2-4482-A050-FC24A5A30C16}">
      <dgm:prSet phldrT="[Text]"/>
      <dgm:spPr/>
      <dgm:t>
        <a:bodyPr/>
        <a:lstStyle/>
        <a:p>
          <a:r>
            <a:rPr lang="en-US" dirty="0"/>
            <a:t>Make an appointment</a:t>
          </a:r>
        </a:p>
      </dgm:t>
    </dgm:pt>
    <dgm:pt modelId="{926A6604-365D-4332-9450-AFC9B199536E}" type="parTrans" cxnId="{687FF6F5-93CB-4467-8738-AAABC45EC8B2}">
      <dgm:prSet/>
      <dgm:spPr/>
      <dgm:t>
        <a:bodyPr/>
        <a:lstStyle/>
        <a:p>
          <a:endParaRPr lang="en-US"/>
        </a:p>
      </dgm:t>
    </dgm:pt>
    <dgm:pt modelId="{4E886FC6-6090-41C1-B2A9-C27686BF737C}" type="sibTrans" cxnId="{687FF6F5-93CB-4467-8738-AAABC45EC8B2}">
      <dgm:prSet/>
      <dgm:spPr/>
      <dgm:t>
        <a:bodyPr/>
        <a:lstStyle/>
        <a:p>
          <a:endParaRPr lang="en-US"/>
        </a:p>
      </dgm:t>
    </dgm:pt>
    <dgm:pt modelId="{E64BCE76-0677-4E13-A7B0-2FFE172130D0}">
      <dgm:prSet phldrT="[Text]"/>
      <dgm:spPr/>
      <dgm:t>
        <a:bodyPr/>
        <a:lstStyle/>
        <a:p>
          <a:r>
            <a:rPr lang="en-US" dirty="0"/>
            <a:t>Pay the fee</a:t>
          </a:r>
        </a:p>
      </dgm:t>
    </dgm:pt>
    <dgm:pt modelId="{7855375F-1C9E-4531-8F5B-660941D8303A}" type="parTrans" cxnId="{85B3F0E6-EE87-4922-B642-DE782F111109}">
      <dgm:prSet/>
      <dgm:spPr/>
      <dgm:t>
        <a:bodyPr/>
        <a:lstStyle/>
        <a:p>
          <a:endParaRPr lang="en-US"/>
        </a:p>
      </dgm:t>
    </dgm:pt>
    <dgm:pt modelId="{4E79C36C-ADD1-47B3-80C8-AABB8FCED14A}" type="sibTrans" cxnId="{85B3F0E6-EE87-4922-B642-DE782F111109}">
      <dgm:prSet/>
      <dgm:spPr/>
      <dgm:t>
        <a:bodyPr/>
        <a:lstStyle/>
        <a:p>
          <a:endParaRPr lang="en-US"/>
        </a:p>
      </dgm:t>
    </dgm:pt>
    <dgm:pt modelId="{DC01CB07-31D6-46A0-B048-D44D617F192C}" type="pres">
      <dgm:prSet presAssocID="{0B1C279C-4D13-4D00-B0C3-1D2F7D195235}" presName="Name0" presStyleCnt="0">
        <dgm:presLayoutVars>
          <dgm:dir/>
          <dgm:animLvl val="lvl"/>
          <dgm:resizeHandles val="exact"/>
        </dgm:presLayoutVars>
      </dgm:prSet>
      <dgm:spPr/>
    </dgm:pt>
    <dgm:pt modelId="{C7E955D5-22EF-4736-8C7C-28DABB8A7B31}" type="pres">
      <dgm:prSet presAssocID="{E9D865C6-8A77-4895-8842-26E5973B9D2F}" presName="linNode" presStyleCnt="0"/>
      <dgm:spPr/>
    </dgm:pt>
    <dgm:pt modelId="{86021C33-2194-492A-B070-088EE92A1BB1}" type="pres">
      <dgm:prSet presAssocID="{E9D865C6-8A77-4895-8842-26E5973B9D2F}" presName="parentText" presStyleLbl="node1" presStyleIdx="0" presStyleCnt="2">
        <dgm:presLayoutVars>
          <dgm:chMax val="1"/>
          <dgm:bulletEnabled val="1"/>
        </dgm:presLayoutVars>
      </dgm:prSet>
      <dgm:spPr/>
    </dgm:pt>
    <dgm:pt modelId="{39275460-CDEE-432A-B308-D04FA132E0AE}" type="pres">
      <dgm:prSet presAssocID="{E9D865C6-8A77-4895-8842-26E5973B9D2F}" presName="descendantText" presStyleLbl="alignAccFollowNode1" presStyleIdx="0" presStyleCnt="2">
        <dgm:presLayoutVars>
          <dgm:bulletEnabled val="1"/>
        </dgm:presLayoutVars>
      </dgm:prSet>
      <dgm:spPr/>
    </dgm:pt>
    <dgm:pt modelId="{A681C733-B18F-44DD-B01B-A5CFD601EF37}" type="pres">
      <dgm:prSet presAssocID="{E3935012-2949-434D-892F-3EA0C2226A15}" presName="sp" presStyleCnt="0"/>
      <dgm:spPr/>
    </dgm:pt>
    <dgm:pt modelId="{A9AB66CE-6B05-4D7B-8A08-BC5A92FE4F97}" type="pres">
      <dgm:prSet presAssocID="{61664FCE-4ED7-41D8-8CCD-90B310B8C20B}" presName="linNode" presStyleCnt="0"/>
      <dgm:spPr/>
    </dgm:pt>
    <dgm:pt modelId="{A7CB810E-F3AB-4400-9294-88540EE3661F}" type="pres">
      <dgm:prSet presAssocID="{61664FCE-4ED7-41D8-8CCD-90B310B8C20B}" presName="parentText" presStyleLbl="node1" presStyleIdx="1" presStyleCnt="2">
        <dgm:presLayoutVars>
          <dgm:chMax val="1"/>
          <dgm:bulletEnabled val="1"/>
        </dgm:presLayoutVars>
      </dgm:prSet>
      <dgm:spPr/>
    </dgm:pt>
    <dgm:pt modelId="{DD94E503-FEE8-4BCE-A1EB-E7442381345E}" type="pres">
      <dgm:prSet presAssocID="{61664FCE-4ED7-41D8-8CCD-90B310B8C20B}" presName="descendantText" presStyleLbl="alignAccFollowNode1" presStyleIdx="1" presStyleCnt="2">
        <dgm:presLayoutVars>
          <dgm:bulletEnabled val="1"/>
        </dgm:presLayoutVars>
      </dgm:prSet>
      <dgm:spPr/>
    </dgm:pt>
  </dgm:ptLst>
  <dgm:cxnLst>
    <dgm:cxn modelId="{860D651F-C4DB-40EB-865B-F1EF356897C4}" type="presOf" srcId="{8A147FA3-C813-42AA-B217-190F187ED633}" destId="{DD94E503-FEE8-4BCE-A1EB-E7442381345E}" srcOrd="0" destOrd="2" presId="urn:microsoft.com/office/officeart/2005/8/layout/vList5"/>
    <dgm:cxn modelId="{C6178520-52A3-4BC7-876C-4E74C3CA3C28}" type="presOf" srcId="{128418A2-413C-4805-BB24-48557524C346}" destId="{DD94E503-FEE8-4BCE-A1EB-E7442381345E}" srcOrd="0" destOrd="1" presId="urn:microsoft.com/office/officeart/2005/8/layout/vList5"/>
    <dgm:cxn modelId="{37606826-0E5C-4848-BB19-49588277D79F}" srcId="{61664FCE-4ED7-41D8-8CCD-90B310B8C20B}" destId="{128418A2-413C-4805-BB24-48557524C346}" srcOrd="1" destOrd="0" parTransId="{CE194FE1-C985-4766-93BB-3F23EFB1C429}" sibTransId="{4FD17FCB-4F76-45E6-8059-10FB1B052A96}"/>
    <dgm:cxn modelId="{44561B28-C2C5-4815-B9B1-3598D14F387D}" type="presOf" srcId="{3CA17838-DB5D-4442-8333-7B0B38408FE7}" destId="{DD94E503-FEE8-4BCE-A1EB-E7442381345E}" srcOrd="0" destOrd="0" presId="urn:microsoft.com/office/officeart/2005/8/layout/vList5"/>
    <dgm:cxn modelId="{9564012E-68C8-4729-9F1A-ED35EF49CCA5}" type="presOf" srcId="{75331193-21DF-4F5F-8EE1-41A03DF9816B}" destId="{39275460-CDEE-432A-B308-D04FA132E0AE}" srcOrd="0" destOrd="0" presId="urn:microsoft.com/office/officeart/2005/8/layout/vList5"/>
    <dgm:cxn modelId="{64402836-1FFC-4293-BEAF-47C03A7707CF}" srcId="{61664FCE-4ED7-41D8-8CCD-90B310B8C20B}" destId="{8A147FA3-C813-42AA-B217-190F187ED633}" srcOrd="2" destOrd="0" parTransId="{715038B7-BE73-4626-9491-63045DBEAE33}" sibTransId="{93F0CEB9-6AB6-4B75-9669-5972603EB113}"/>
    <dgm:cxn modelId="{B91BF769-19E6-40EE-96B6-5896A5E9E144}" srcId="{0B1C279C-4D13-4D00-B0C3-1D2F7D195235}" destId="{E9D865C6-8A77-4895-8842-26E5973B9D2F}" srcOrd="0" destOrd="0" parTransId="{F774D4DD-D99E-4EBA-97BB-FDCC7950521A}" sibTransId="{E3935012-2949-434D-892F-3EA0C2226A15}"/>
    <dgm:cxn modelId="{B0013389-E86C-4AD9-ADC0-BFFB71F53854}" srcId="{0B1C279C-4D13-4D00-B0C3-1D2F7D195235}" destId="{61664FCE-4ED7-41D8-8CCD-90B310B8C20B}" srcOrd="1" destOrd="0" parTransId="{E4AD7F40-6E86-4ECC-91C2-1A7F1C1ABAE3}" sibTransId="{9D197A07-9A21-47BB-8D35-1720D5162FD0}"/>
    <dgm:cxn modelId="{80B59092-7235-4F85-A55E-8BFE5D86381E}" srcId="{61664FCE-4ED7-41D8-8CCD-90B310B8C20B}" destId="{3CA17838-DB5D-4442-8333-7B0B38408FE7}" srcOrd="0" destOrd="0" parTransId="{92EB1245-9B68-4BE8-BD29-2DF5C27324AD}" sibTransId="{11DA0761-877F-4DB7-9664-B1EE9B2968C6}"/>
    <dgm:cxn modelId="{A460359A-60DC-4014-9D18-4F92B3F9B5E5}" type="presOf" srcId="{0B1C279C-4D13-4D00-B0C3-1D2F7D195235}" destId="{DC01CB07-31D6-46A0-B048-D44D617F192C}" srcOrd="0" destOrd="0" presId="urn:microsoft.com/office/officeart/2005/8/layout/vList5"/>
    <dgm:cxn modelId="{D95F72A2-9D7A-4B27-87D6-A3028A80F4BC}" type="presOf" srcId="{E64BCE76-0677-4E13-A7B0-2FFE172130D0}" destId="{DD94E503-FEE8-4BCE-A1EB-E7442381345E}" srcOrd="0" destOrd="4" presId="urn:microsoft.com/office/officeart/2005/8/layout/vList5"/>
    <dgm:cxn modelId="{525A3AA3-056E-4033-BB7B-1F9DDDAB16B1}" srcId="{E9D865C6-8A77-4895-8842-26E5973B9D2F}" destId="{75331193-21DF-4F5F-8EE1-41A03DF9816B}" srcOrd="0" destOrd="0" parTransId="{90396A34-1A49-4682-8A63-CC03E0C019AB}" sibTransId="{1B13384F-5671-4F19-A3B5-4276AA1E66C8}"/>
    <dgm:cxn modelId="{33869EB9-1DA5-4AB2-B988-1021A43AC7B1}" type="presOf" srcId="{17013A3A-FDB2-4482-A050-FC24A5A30C16}" destId="{DD94E503-FEE8-4BCE-A1EB-E7442381345E}" srcOrd="0" destOrd="3" presId="urn:microsoft.com/office/officeart/2005/8/layout/vList5"/>
    <dgm:cxn modelId="{199DC9BB-047E-42A4-BEB2-35540A60C62C}" type="presOf" srcId="{E9D865C6-8A77-4895-8842-26E5973B9D2F}" destId="{86021C33-2194-492A-B070-088EE92A1BB1}" srcOrd="0" destOrd="0" presId="urn:microsoft.com/office/officeart/2005/8/layout/vList5"/>
    <dgm:cxn modelId="{3EC950DC-5F78-49A9-95EF-3C1782D4CCE8}" type="presOf" srcId="{61664FCE-4ED7-41D8-8CCD-90B310B8C20B}" destId="{A7CB810E-F3AB-4400-9294-88540EE3661F}" srcOrd="0" destOrd="0" presId="urn:microsoft.com/office/officeart/2005/8/layout/vList5"/>
    <dgm:cxn modelId="{85B3F0E6-EE87-4922-B642-DE782F111109}" srcId="{61664FCE-4ED7-41D8-8CCD-90B310B8C20B}" destId="{E64BCE76-0677-4E13-A7B0-2FFE172130D0}" srcOrd="4" destOrd="0" parTransId="{7855375F-1C9E-4531-8F5B-660941D8303A}" sibTransId="{4E79C36C-ADD1-47B3-80C8-AABB8FCED14A}"/>
    <dgm:cxn modelId="{687FF6F5-93CB-4467-8738-AAABC45EC8B2}" srcId="{61664FCE-4ED7-41D8-8CCD-90B310B8C20B}" destId="{17013A3A-FDB2-4482-A050-FC24A5A30C16}" srcOrd="3" destOrd="0" parTransId="{926A6604-365D-4332-9450-AFC9B199536E}" sibTransId="{4E886FC6-6090-41C1-B2A9-C27686BF737C}"/>
    <dgm:cxn modelId="{6632047B-BB63-4AA5-978F-F6B32B32FB11}" type="presParOf" srcId="{DC01CB07-31D6-46A0-B048-D44D617F192C}" destId="{C7E955D5-22EF-4736-8C7C-28DABB8A7B31}" srcOrd="0" destOrd="0" presId="urn:microsoft.com/office/officeart/2005/8/layout/vList5"/>
    <dgm:cxn modelId="{D59F8790-03D9-4813-B20D-ECCC5C17584C}" type="presParOf" srcId="{C7E955D5-22EF-4736-8C7C-28DABB8A7B31}" destId="{86021C33-2194-492A-B070-088EE92A1BB1}" srcOrd="0" destOrd="0" presId="urn:microsoft.com/office/officeart/2005/8/layout/vList5"/>
    <dgm:cxn modelId="{8ABE8B4A-0123-4974-B970-B0306EBB860C}" type="presParOf" srcId="{C7E955D5-22EF-4736-8C7C-28DABB8A7B31}" destId="{39275460-CDEE-432A-B308-D04FA132E0AE}" srcOrd="1" destOrd="0" presId="urn:microsoft.com/office/officeart/2005/8/layout/vList5"/>
    <dgm:cxn modelId="{0F4720FA-401B-4762-8833-B54F0213C08E}" type="presParOf" srcId="{DC01CB07-31D6-46A0-B048-D44D617F192C}" destId="{A681C733-B18F-44DD-B01B-A5CFD601EF37}" srcOrd="1" destOrd="0" presId="urn:microsoft.com/office/officeart/2005/8/layout/vList5"/>
    <dgm:cxn modelId="{2E7C300F-1D45-4461-B15A-56E94465F993}" type="presParOf" srcId="{DC01CB07-31D6-46A0-B048-D44D617F192C}" destId="{A9AB66CE-6B05-4D7B-8A08-BC5A92FE4F97}" srcOrd="2" destOrd="0" presId="urn:microsoft.com/office/officeart/2005/8/layout/vList5"/>
    <dgm:cxn modelId="{5B141548-BA7F-48B1-B37D-5B56EBAF1C30}" type="presParOf" srcId="{A9AB66CE-6B05-4D7B-8A08-BC5A92FE4F97}" destId="{A7CB810E-F3AB-4400-9294-88540EE3661F}" srcOrd="0" destOrd="0" presId="urn:microsoft.com/office/officeart/2005/8/layout/vList5"/>
    <dgm:cxn modelId="{FC73913A-4FB6-4D64-BD22-3912612BD183}" type="presParOf" srcId="{A9AB66CE-6B05-4D7B-8A08-BC5A92FE4F97}" destId="{DD94E503-FEE8-4BCE-A1EB-E7442381345E}"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AD8011-F2CD-43A2-861F-C150E8602F91}"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en-US"/>
        </a:p>
      </dgm:t>
    </dgm:pt>
    <dgm:pt modelId="{D556C868-CBB2-4420-A298-52A45547827F}">
      <dgm:prSet phldrT="[Text]"/>
      <dgm:spPr/>
      <dgm:t>
        <a:bodyPr/>
        <a:lstStyle/>
        <a:p>
          <a:r>
            <a:rPr lang="en-US" dirty="0"/>
            <a:t>Functional Requirements</a:t>
          </a:r>
        </a:p>
      </dgm:t>
    </dgm:pt>
    <dgm:pt modelId="{B208F82E-6D1A-4C4E-B973-AB6BE7B6EF9F}" type="parTrans" cxnId="{730B8C44-BDEB-4A3F-858A-9993749CF1BC}">
      <dgm:prSet/>
      <dgm:spPr/>
      <dgm:t>
        <a:bodyPr/>
        <a:lstStyle/>
        <a:p>
          <a:endParaRPr lang="en-US"/>
        </a:p>
      </dgm:t>
    </dgm:pt>
    <dgm:pt modelId="{CB2A9FB9-9DFA-446C-9EDD-2D8C6E2021DE}" type="sibTrans" cxnId="{730B8C44-BDEB-4A3F-858A-9993749CF1BC}">
      <dgm:prSet/>
      <dgm:spPr/>
      <dgm:t>
        <a:bodyPr/>
        <a:lstStyle/>
        <a:p>
          <a:endParaRPr lang="en-US"/>
        </a:p>
      </dgm:t>
    </dgm:pt>
    <dgm:pt modelId="{0898E29D-61C0-4E23-8C7B-684473E4E912}">
      <dgm:prSet phldrT="[Text]" custT="1"/>
      <dgm:spPr/>
      <dgm:t>
        <a:bodyPr/>
        <a:lstStyle/>
        <a:p>
          <a:r>
            <a:rPr lang="en-GB" sz="1600" b="1" kern="1200" dirty="0"/>
            <a:t>List the services provided by the system.</a:t>
          </a:r>
          <a:endParaRPr lang="en-US" sz="1600" b="1" kern="1200" dirty="0"/>
        </a:p>
      </dgm:t>
    </dgm:pt>
    <dgm:pt modelId="{23F2DD8F-A4FD-4384-BD2A-0785602B7F15}" type="parTrans" cxnId="{F8D92667-E81D-4204-B1BB-E5241663930D}">
      <dgm:prSet/>
      <dgm:spPr/>
      <dgm:t>
        <a:bodyPr/>
        <a:lstStyle/>
        <a:p>
          <a:endParaRPr lang="en-US"/>
        </a:p>
      </dgm:t>
    </dgm:pt>
    <dgm:pt modelId="{61117458-2139-4638-AEF5-7F64D1241439}" type="sibTrans" cxnId="{F8D92667-E81D-4204-B1BB-E5241663930D}">
      <dgm:prSet/>
      <dgm:spPr/>
      <dgm:t>
        <a:bodyPr/>
        <a:lstStyle/>
        <a:p>
          <a:endParaRPr lang="en-US"/>
        </a:p>
      </dgm:t>
    </dgm:pt>
    <dgm:pt modelId="{AA3C6518-4170-4A03-BDD0-C8D34B425951}">
      <dgm:prSet phldrT="[Text]"/>
      <dgm:spPr/>
      <dgm:t>
        <a:bodyPr/>
        <a:lstStyle/>
        <a:p>
          <a:r>
            <a:rPr lang="en-US" dirty="0"/>
            <a:t>Non-functional Requirements</a:t>
          </a:r>
        </a:p>
      </dgm:t>
    </dgm:pt>
    <dgm:pt modelId="{A35B91F7-CC71-4227-8680-EF9FDDB5AF55}" type="parTrans" cxnId="{9F75997A-D3A5-4056-BCE1-AEE6BFB84DFA}">
      <dgm:prSet/>
      <dgm:spPr/>
      <dgm:t>
        <a:bodyPr/>
        <a:lstStyle/>
        <a:p>
          <a:endParaRPr lang="en-US"/>
        </a:p>
      </dgm:t>
    </dgm:pt>
    <dgm:pt modelId="{ABA0423E-230D-48DF-9A46-5E4C530D00F9}" type="sibTrans" cxnId="{9F75997A-D3A5-4056-BCE1-AEE6BFB84DFA}">
      <dgm:prSet/>
      <dgm:spPr/>
      <dgm:t>
        <a:bodyPr/>
        <a:lstStyle/>
        <a:p>
          <a:endParaRPr lang="en-US"/>
        </a:p>
      </dgm:t>
    </dgm:pt>
    <dgm:pt modelId="{6B8C3BD2-7A71-4F81-9580-03DC3BC9401F}">
      <dgm:prSet phldrT="[Text]" custT="1"/>
      <dgm:spPr/>
      <dgm:t>
        <a:bodyPr/>
        <a:lstStyle/>
        <a:p>
          <a:r>
            <a:rPr lang="en-GB" sz="1600" b="1" dirty="0"/>
            <a:t>Constraints on the services offered by the system</a:t>
          </a:r>
          <a:endParaRPr lang="en-US" sz="1600" b="1" dirty="0"/>
        </a:p>
      </dgm:t>
    </dgm:pt>
    <dgm:pt modelId="{678A35DF-BA6C-492C-8DE8-562937B68604}" type="parTrans" cxnId="{ED9A7215-573D-46EC-9CCB-CD3333F9082B}">
      <dgm:prSet/>
      <dgm:spPr/>
      <dgm:t>
        <a:bodyPr/>
        <a:lstStyle/>
        <a:p>
          <a:endParaRPr lang="en-US"/>
        </a:p>
      </dgm:t>
    </dgm:pt>
    <dgm:pt modelId="{D786FB1E-C2A7-42C9-9BF4-1169243C300C}" type="sibTrans" cxnId="{ED9A7215-573D-46EC-9CCB-CD3333F9082B}">
      <dgm:prSet/>
      <dgm:spPr/>
      <dgm:t>
        <a:bodyPr/>
        <a:lstStyle/>
        <a:p>
          <a:endParaRPr lang="en-US"/>
        </a:p>
      </dgm:t>
    </dgm:pt>
    <dgm:pt modelId="{8F1032FF-9D9C-481F-9B50-ACC1550A5DD3}">
      <dgm:prSet custT="1"/>
      <dgm:spPr/>
      <dgm:t>
        <a:bodyPr/>
        <a:lstStyle/>
        <a:p>
          <a:r>
            <a:rPr lang="en-GB" sz="1600" b="1" kern="1200" dirty="0"/>
            <a:t>System’s response to a particular inputs </a:t>
          </a:r>
          <a:r>
            <a:rPr lang="en-GB" sz="1600" kern="1200" dirty="0"/>
            <a:t>/ adverse scenario.</a:t>
          </a:r>
        </a:p>
      </dgm:t>
    </dgm:pt>
    <dgm:pt modelId="{3594D264-3E05-46A1-8046-1FD29A733831}" type="parTrans" cxnId="{A761C1CA-0DD1-4684-A751-4D385B806F7A}">
      <dgm:prSet/>
      <dgm:spPr/>
      <dgm:t>
        <a:bodyPr/>
        <a:lstStyle/>
        <a:p>
          <a:endParaRPr lang="en-US"/>
        </a:p>
      </dgm:t>
    </dgm:pt>
    <dgm:pt modelId="{CB4ABA44-83C9-4AFF-843B-E2BB51FA0A63}" type="sibTrans" cxnId="{A761C1CA-0DD1-4684-A751-4D385B806F7A}">
      <dgm:prSet/>
      <dgm:spPr/>
      <dgm:t>
        <a:bodyPr/>
        <a:lstStyle/>
        <a:p>
          <a:endParaRPr lang="en-US"/>
        </a:p>
      </dgm:t>
    </dgm:pt>
    <dgm:pt modelId="{F45B59A0-D54D-4790-9B3F-D6FED6E0E063}">
      <dgm:prSet custT="1"/>
      <dgm:spPr/>
      <dgm:t>
        <a:bodyPr/>
        <a:lstStyle/>
        <a:p>
          <a:r>
            <a:rPr lang="en-GB" sz="1600" kern="1200" dirty="0"/>
            <a:t>May state </a:t>
          </a:r>
          <a:r>
            <a:rPr lang="en-GB" sz="1600" b="1" kern="1200" dirty="0"/>
            <a:t>what the system should or should not do.</a:t>
          </a:r>
        </a:p>
      </dgm:t>
    </dgm:pt>
    <dgm:pt modelId="{BE73C0CC-5208-4C2B-8DC1-1A1899ACDF5F}" type="parTrans" cxnId="{9D07DC64-7889-4386-B11A-B6AD4CA8495A}">
      <dgm:prSet/>
      <dgm:spPr/>
      <dgm:t>
        <a:bodyPr/>
        <a:lstStyle/>
        <a:p>
          <a:endParaRPr lang="en-US"/>
        </a:p>
      </dgm:t>
    </dgm:pt>
    <dgm:pt modelId="{47C18E1D-B649-480F-AA00-0E49FDFD4E62}" type="sibTrans" cxnId="{9D07DC64-7889-4386-B11A-B6AD4CA8495A}">
      <dgm:prSet/>
      <dgm:spPr/>
      <dgm:t>
        <a:bodyPr/>
        <a:lstStyle/>
        <a:p>
          <a:endParaRPr lang="en-US"/>
        </a:p>
      </dgm:t>
    </dgm:pt>
    <dgm:pt modelId="{D8571CCA-A706-4071-B315-7FF8E2B8EDA6}">
      <dgm:prSet custT="1"/>
      <dgm:spPr/>
      <dgm:t>
        <a:bodyPr/>
        <a:lstStyle/>
        <a:p>
          <a:r>
            <a:rPr lang="en-GB" sz="1600" dirty="0"/>
            <a:t>Includes </a:t>
          </a:r>
          <a:r>
            <a:rPr lang="en-GB" sz="1600" b="1" dirty="0"/>
            <a:t>timing constraints</a:t>
          </a:r>
          <a:r>
            <a:rPr lang="en-GB" sz="1600" dirty="0"/>
            <a:t>, </a:t>
          </a:r>
          <a:r>
            <a:rPr lang="en-GB" sz="1600" b="1" dirty="0"/>
            <a:t>constraints on the development process</a:t>
          </a:r>
          <a:r>
            <a:rPr lang="en-GB" sz="1600" dirty="0"/>
            <a:t>, </a:t>
          </a:r>
          <a:r>
            <a:rPr lang="en-GB" sz="1600" b="1" dirty="0"/>
            <a:t>standards</a:t>
          </a:r>
          <a:r>
            <a:rPr lang="en-GB" sz="1600" dirty="0"/>
            <a:t> etc.</a:t>
          </a:r>
        </a:p>
      </dgm:t>
    </dgm:pt>
    <dgm:pt modelId="{6B467886-F8BD-46ED-A6FE-D1E6997BD70F}" type="parTrans" cxnId="{6BBCD379-E439-4423-A6E1-63A5DF511A02}">
      <dgm:prSet/>
      <dgm:spPr/>
      <dgm:t>
        <a:bodyPr/>
        <a:lstStyle/>
        <a:p>
          <a:endParaRPr lang="en-US"/>
        </a:p>
      </dgm:t>
    </dgm:pt>
    <dgm:pt modelId="{350DA855-4003-4C4D-A8D8-6536C382F5A8}" type="sibTrans" cxnId="{6BBCD379-E439-4423-A6E1-63A5DF511A02}">
      <dgm:prSet/>
      <dgm:spPr/>
      <dgm:t>
        <a:bodyPr/>
        <a:lstStyle/>
        <a:p>
          <a:endParaRPr lang="en-US"/>
        </a:p>
      </dgm:t>
    </dgm:pt>
    <dgm:pt modelId="{7FB85371-B097-4825-9F1F-8F833EAB1C4B}">
      <dgm:prSet custT="1"/>
      <dgm:spPr/>
      <dgm:t>
        <a:bodyPr/>
        <a:lstStyle/>
        <a:p>
          <a:r>
            <a:rPr lang="en-GB" sz="1600" u="sng" dirty="0"/>
            <a:t>Often </a:t>
          </a:r>
          <a:r>
            <a:rPr lang="en-GB" sz="1600" b="1" u="sng" dirty="0"/>
            <a:t>apply to the system as a whole rather than individual services</a:t>
          </a:r>
          <a:r>
            <a:rPr lang="en-GB" sz="1600" b="1" dirty="0"/>
            <a:t>.</a:t>
          </a:r>
        </a:p>
      </dgm:t>
    </dgm:pt>
    <dgm:pt modelId="{6E2FC2DC-3D8F-4647-B4D0-0C3F082CC3DB}" type="parTrans" cxnId="{A806F794-4133-4662-890E-AE4CADD939B7}">
      <dgm:prSet/>
      <dgm:spPr/>
      <dgm:t>
        <a:bodyPr/>
        <a:lstStyle/>
        <a:p>
          <a:endParaRPr lang="en-US"/>
        </a:p>
      </dgm:t>
    </dgm:pt>
    <dgm:pt modelId="{B3F0585A-CCD7-4815-9A1E-9D886ABEDC3D}" type="sibTrans" cxnId="{A806F794-4133-4662-890E-AE4CADD939B7}">
      <dgm:prSet/>
      <dgm:spPr/>
      <dgm:t>
        <a:bodyPr/>
        <a:lstStyle/>
        <a:p>
          <a:endParaRPr lang="en-US"/>
        </a:p>
      </dgm:t>
    </dgm:pt>
    <dgm:pt modelId="{8CC4BB40-FD42-4ADD-A854-A90ACE8817B4}">
      <dgm:prSet/>
      <dgm:spPr/>
      <dgm:t>
        <a:bodyPr/>
        <a:lstStyle/>
        <a:p>
          <a:r>
            <a:rPr lang="en-GB" dirty="0"/>
            <a:t>Domain Requirements</a:t>
          </a:r>
        </a:p>
      </dgm:t>
    </dgm:pt>
    <dgm:pt modelId="{C24AD926-757B-4B56-B58C-F26023EB62EE}" type="parTrans" cxnId="{2176564A-F6A1-4CA4-9855-EF872218737D}">
      <dgm:prSet/>
      <dgm:spPr/>
      <dgm:t>
        <a:bodyPr/>
        <a:lstStyle/>
        <a:p>
          <a:endParaRPr lang="en-US"/>
        </a:p>
      </dgm:t>
    </dgm:pt>
    <dgm:pt modelId="{87F9D558-F462-43FD-8262-3FC7C6764304}" type="sibTrans" cxnId="{2176564A-F6A1-4CA4-9855-EF872218737D}">
      <dgm:prSet/>
      <dgm:spPr/>
      <dgm:t>
        <a:bodyPr/>
        <a:lstStyle/>
        <a:p>
          <a:endParaRPr lang="en-US"/>
        </a:p>
      </dgm:t>
    </dgm:pt>
    <dgm:pt modelId="{A1EA57EA-D0A1-40ED-AE4D-9A34ACAF5C6F}">
      <dgm:prSet custT="1"/>
      <dgm:spPr/>
      <dgm:t>
        <a:bodyPr/>
        <a:lstStyle/>
        <a:p>
          <a:r>
            <a:rPr lang="en-GB" sz="1600" dirty="0"/>
            <a:t>Special constraints on system enforced in case of a specific domain application</a:t>
          </a:r>
        </a:p>
      </dgm:t>
    </dgm:pt>
    <dgm:pt modelId="{D1E64987-41C0-4328-BF7C-48EC39898D57}" type="parTrans" cxnId="{6246B4B3-3A8E-4D07-B781-C866205F2911}">
      <dgm:prSet/>
      <dgm:spPr/>
      <dgm:t>
        <a:bodyPr/>
        <a:lstStyle/>
        <a:p>
          <a:endParaRPr lang="en-US"/>
        </a:p>
      </dgm:t>
    </dgm:pt>
    <dgm:pt modelId="{40284F7D-F11C-4D33-B974-F073B927D63C}" type="sibTrans" cxnId="{6246B4B3-3A8E-4D07-B781-C866205F2911}">
      <dgm:prSet/>
      <dgm:spPr/>
      <dgm:t>
        <a:bodyPr/>
        <a:lstStyle/>
        <a:p>
          <a:endParaRPr lang="en-US"/>
        </a:p>
      </dgm:t>
    </dgm:pt>
    <dgm:pt modelId="{1D110E91-EB32-4BB0-8E99-6958F856987B}">
      <dgm:prSet custT="1"/>
      <dgm:spPr/>
      <dgm:t>
        <a:bodyPr/>
        <a:lstStyle/>
        <a:p>
          <a:r>
            <a:rPr lang="en-GB" sz="1600" kern="1200" dirty="0">
              <a:solidFill>
                <a:prstClr val="black">
                  <a:hueOff val="0"/>
                  <a:satOff val="0"/>
                  <a:lumOff val="0"/>
                  <a:alphaOff val="0"/>
                </a:prstClr>
              </a:solidFill>
              <a:latin typeface="Calibri"/>
              <a:ea typeface="+mn-ea"/>
              <a:cs typeface="+mn-cs"/>
            </a:rPr>
            <a:t>Depend on:</a:t>
          </a:r>
        </a:p>
      </dgm:t>
    </dgm:pt>
    <dgm:pt modelId="{A453E99A-5463-415D-926C-BC11D0359D0F}" type="parTrans" cxnId="{C6769EA2-AB39-4E3A-B228-BBC827DC3EE0}">
      <dgm:prSet/>
      <dgm:spPr/>
      <dgm:t>
        <a:bodyPr/>
        <a:lstStyle/>
        <a:p>
          <a:endParaRPr lang="en-US"/>
        </a:p>
      </dgm:t>
    </dgm:pt>
    <dgm:pt modelId="{495515A6-9035-496B-9829-A726A7F28590}" type="sibTrans" cxnId="{C6769EA2-AB39-4E3A-B228-BBC827DC3EE0}">
      <dgm:prSet/>
      <dgm:spPr/>
      <dgm:t>
        <a:bodyPr/>
        <a:lstStyle/>
        <a:p>
          <a:endParaRPr lang="en-US"/>
        </a:p>
      </dgm:t>
    </dgm:pt>
    <dgm:pt modelId="{B7A0AC6B-234C-457E-B392-4032DE772ED9}">
      <dgm:prSet custT="1"/>
      <dgm:spPr/>
      <dgm:t>
        <a:bodyPr/>
        <a:lstStyle/>
        <a:p>
          <a:r>
            <a:rPr lang="en-GB" sz="1600" kern="1200" dirty="0">
              <a:solidFill>
                <a:prstClr val="black">
                  <a:hueOff val="0"/>
                  <a:satOff val="0"/>
                  <a:lumOff val="0"/>
                  <a:alphaOff val="0"/>
                </a:prstClr>
              </a:solidFill>
              <a:latin typeface="Calibri"/>
              <a:ea typeface="+mn-ea"/>
              <a:cs typeface="+mn-cs"/>
            </a:rPr>
            <a:t>type of software being developed</a:t>
          </a:r>
        </a:p>
      </dgm:t>
    </dgm:pt>
    <dgm:pt modelId="{BFB309FD-1E58-480B-ACE1-1586CF391643}" type="parTrans" cxnId="{9AA113CF-A4F4-41EC-A6E5-897DD4330CEF}">
      <dgm:prSet/>
      <dgm:spPr/>
      <dgm:t>
        <a:bodyPr/>
        <a:lstStyle/>
        <a:p>
          <a:endParaRPr lang="en-US"/>
        </a:p>
      </dgm:t>
    </dgm:pt>
    <dgm:pt modelId="{EDF9DEBB-FD73-4D0E-AA73-9017EFF64CC1}" type="sibTrans" cxnId="{9AA113CF-A4F4-41EC-A6E5-897DD4330CEF}">
      <dgm:prSet/>
      <dgm:spPr/>
      <dgm:t>
        <a:bodyPr/>
        <a:lstStyle/>
        <a:p>
          <a:endParaRPr lang="en-US"/>
        </a:p>
      </dgm:t>
    </dgm:pt>
    <dgm:pt modelId="{5ADBE932-6C54-46ED-8235-B6CEA1643987}">
      <dgm:prSet custT="1"/>
      <dgm:spPr/>
      <dgm:t>
        <a:bodyPr/>
        <a:lstStyle/>
        <a:p>
          <a:r>
            <a:rPr lang="en-GB" sz="1600" kern="1200" dirty="0">
              <a:solidFill>
                <a:prstClr val="black">
                  <a:hueOff val="0"/>
                  <a:satOff val="0"/>
                  <a:lumOff val="0"/>
                  <a:alphaOff val="0"/>
                </a:prstClr>
              </a:solidFill>
              <a:latin typeface="Calibri"/>
              <a:ea typeface="+mn-ea"/>
              <a:cs typeface="+mn-cs"/>
            </a:rPr>
            <a:t>Expected users </a:t>
          </a:r>
        </a:p>
      </dgm:t>
    </dgm:pt>
    <dgm:pt modelId="{B6C350D6-87D7-4933-82D1-890E94ED1BEE}" type="parTrans" cxnId="{FF87A3C7-0ACE-4737-994B-8A1D5156F4A4}">
      <dgm:prSet/>
      <dgm:spPr/>
      <dgm:t>
        <a:bodyPr/>
        <a:lstStyle/>
        <a:p>
          <a:endParaRPr lang="en-US"/>
        </a:p>
      </dgm:t>
    </dgm:pt>
    <dgm:pt modelId="{F68A02DE-3A17-4773-A23E-BA9AC18A60B5}" type="sibTrans" cxnId="{FF87A3C7-0ACE-4737-994B-8A1D5156F4A4}">
      <dgm:prSet/>
      <dgm:spPr/>
      <dgm:t>
        <a:bodyPr/>
        <a:lstStyle/>
        <a:p>
          <a:endParaRPr lang="en-US"/>
        </a:p>
      </dgm:t>
    </dgm:pt>
    <dgm:pt modelId="{FC5CAD08-3138-48C3-8453-9356A1E46D55}">
      <dgm:prSet custT="1"/>
      <dgm:spPr/>
      <dgm:t>
        <a:bodyPr/>
        <a:lstStyle/>
        <a:p>
          <a:r>
            <a:rPr lang="en-GB" sz="1600" dirty="0"/>
            <a:t>May relate to system properties like </a:t>
          </a:r>
          <a:r>
            <a:rPr lang="en-GB" sz="1600" b="1" dirty="0"/>
            <a:t>reliability, memory usage, response time, security, usability etc.</a:t>
          </a:r>
        </a:p>
      </dgm:t>
    </dgm:pt>
    <dgm:pt modelId="{E8F48672-199C-4647-A905-EE2EDDF83B05}" type="parTrans" cxnId="{A5388CE2-0D30-4AB3-986D-043AC5ACE2E2}">
      <dgm:prSet/>
      <dgm:spPr/>
      <dgm:t>
        <a:bodyPr/>
        <a:lstStyle/>
        <a:p>
          <a:endParaRPr lang="en-US"/>
        </a:p>
      </dgm:t>
    </dgm:pt>
    <dgm:pt modelId="{A88DA458-6BE3-4DE1-B7FF-9C8742D44BDF}" type="sibTrans" cxnId="{A5388CE2-0D30-4AB3-986D-043AC5ACE2E2}">
      <dgm:prSet/>
      <dgm:spPr/>
      <dgm:t>
        <a:bodyPr/>
        <a:lstStyle/>
        <a:p>
          <a:endParaRPr lang="en-US"/>
        </a:p>
      </dgm:t>
    </dgm:pt>
    <dgm:pt modelId="{A737FC0B-C4A9-4EFF-B255-89105405DCDF}">
      <dgm:prSet custT="1"/>
      <dgm:spPr/>
      <dgm:t>
        <a:bodyPr/>
        <a:lstStyle/>
        <a:p>
          <a:r>
            <a:rPr lang="en-GB" sz="1600" dirty="0"/>
            <a:t>NF requirements may be more critical than functional requirements. </a:t>
          </a:r>
          <a:r>
            <a:rPr lang="en-GB" sz="1600" b="1" dirty="0"/>
            <a:t>If these are not met, the system might be useless.</a:t>
          </a:r>
        </a:p>
      </dgm:t>
    </dgm:pt>
    <dgm:pt modelId="{BE390360-0FC1-4D1C-B24F-E055D7C6683F}" type="parTrans" cxnId="{7729F6C2-476A-407C-B0F8-C18D4357762D}">
      <dgm:prSet/>
      <dgm:spPr/>
      <dgm:t>
        <a:bodyPr/>
        <a:lstStyle/>
        <a:p>
          <a:endParaRPr lang="en-US"/>
        </a:p>
      </dgm:t>
    </dgm:pt>
    <dgm:pt modelId="{250D85BF-9698-414F-B5D0-531AEB7A9FED}" type="sibTrans" cxnId="{7729F6C2-476A-407C-B0F8-C18D4357762D}">
      <dgm:prSet/>
      <dgm:spPr/>
      <dgm:t>
        <a:bodyPr/>
        <a:lstStyle/>
        <a:p>
          <a:endParaRPr lang="en-US"/>
        </a:p>
      </dgm:t>
    </dgm:pt>
    <dgm:pt modelId="{FBC7227A-A87F-4105-8857-DC1F4DFE7CF1}">
      <dgm:prSet custT="1"/>
      <dgm:spPr/>
      <dgm:t>
        <a:bodyPr/>
        <a:lstStyle/>
        <a:p>
          <a:r>
            <a:rPr lang="en-GB" sz="1600" b="1" dirty="0">
              <a:solidFill>
                <a:srgbClr val="FF0000"/>
              </a:solidFill>
            </a:rPr>
            <a:t>Example</a:t>
          </a:r>
          <a:r>
            <a:rPr lang="en-GB" sz="1600" dirty="0">
              <a:solidFill>
                <a:srgbClr val="FF0000"/>
              </a:solidFill>
            </a:rPr>
            <a:t>: </a:t>
          </a:r>
        </a:p>
      </dgm:t>
    </dgm:pt>
    <dgm:pt modelId="{D81965A6-83B3-4442-87CC-1DB827328F91}" type="parTrans" cxnId="{89D81563-55E5-4B51-9131-0882DE5FFE02}">
      <dgm:prSet/>
      <dgm:spPr/>
      <dgm:t>
        <a:bodyPr/>
        <a:lstStyle/>
        <a:p>
          <a:endParaRPr lang="en-US"/>
        </a:p>
      </dgm:t>
    </dgm:pt>
    <dgm:pt modelId="{97FAA164-F576-41A5-9753-B7693C964C2D}" type="sibTrans" cxnId="{89D81563-55E5-4B51-9131-0882DE5FFE02}">
      <dgm:prSet/>
      <dgm:spPr/>
      <dgm:t>
        <a:bodyPr/>
        <a:lstStyle/>
        <a:p>
          <a:endParaRPr lang="en-US"/>
        </a:p>
      </dgm:t>
    </dgm:pt>
    <dgm:pt modelId="{D9A78A10-26A6-4609-AEA2-F49DA4CBE766}">
      <dgm:prSet custT="1"/>
      <dgm:spPr/>
      <dgm:t>
        <a:bodyPr/>
        <a:lstStyle/>
        <a:p>
          <a:r>
            <a:rPr lang="en-GB" sz="1600" b="1" dirty="0">
              <a:solidFill>
                <a:srgbClr val="FF0000"/>
              </a:solidFill>
            </a:rPr>
            <a:t>a banking application</a:t>
          </a:r>
          <a:r>
            <a:rPr lang="en-GB" sz="1600" dirty="0">
              <a:solidFill>
                <a:srgbClr val="FF0000"/>
              </a:solidFill>
            </a:rPr>
            <a:t>, to ensure security, may give the authorization to user only after authentication.</a:t>
          </a:r>
        </a:p>
      </dgm:t>
    </dgm:pt>
    <dgm:pt modelId="{6D1F7D58-7903-4BA7-8679-A0ED87B79A2A}" type="parTrans" cxnId="{F8C9F86E-6BAC-4204-94FC-483C7854C296}">
      <dgm:prSet/>
      <dgm:spPr/>
      <dgm:t>
        <a:bodyPr/>
        <a:lstStyle/>
        <a:p>
          <a:endParaRPr lang="en-US"/>
        </a:p>
      </dgm:t>
    </dgm:pt>
    <dgm:pt modelId="{3E2A172F-5CA9-4735-AF00-464D8FE1969E}" type="sibTrans" cxnId="{F8C9F86E-6BAC-4204-94FC-483C7854C296}">
      <dgm:prSet/>
      <dgm:spPr/>
      <dgm:t>
        <a:bodyPr/>
        <a:lstStyle/>
        <a:p>
          <a:endParaRPr lang="en-US"/>
        </a:p>
      </dgm:t>
    </dgm:pt>
    <dgm:pt modelId="{34EFCA0B-DAB8-4D7D-82D2-1029C473F607}">
      <dgm:prSet custT="1"/>
      <dgm:spPr/>
      <dgm:t>
        <a:bodyPr/>
        <a:lstStyle/>
        <a:p>
          <a:r>
            <a:rPr lang="en-GB" sz="1600" dirty="0">
              <a:solidFill>
                <a:srgbClr val="FF0000"/>
              </a:solidFill>
            </a:rPr>
            <a:t>To </a:t>
          </a:r>
          <a:r>
            <a:rPr lang="en-GB" sz="1600" b="1" dirty="0">
              <a:solidFill>
                <a:srgbClr val="FF0000"/>
              </a:solidFill>
            </a:rPr>
            <a:t>reduce response time in an embedded system</a:t>
          </a:r>
          <a:r>
            <a:rPr lang="en-GB" sz="1600" dirty="0">
              <a:solidFill>
                <a:srgbClr val="FF0000"/>
              </a:solidFill>
            </a:rPr>
            <a:t>, minimum hardware components are used to perform a task.</a:t>
          </a:r>
        </a:p>
      </dgm:t>
    </dgm:pt>
    <dgm:pt modelId="{AB6F1D47-6970-48BD-9DAC-4CADC05526A3}" type="parTrans" cxnId="{569FF73B-8B06-47BE-93D9-4AB27463208B}">
      <dgm:prSet/>
      <dgm:spPr/>
      <dgm:t>
        <a:bodyPr/>
        <a:lstStyle/>
        <a:p>
          <a:endParaRPr lang="en-US"/>
        </a:p>
      </dgm:t>
    </dgm:pt>
    <dgm:pt modelId="{0448A981-8AEE-45B9-AAAF-4CA9B111BFDF}" type="sibTrans" cxnId="{569FF73B-8B06-47BE-93D9-4AB27463208B}">
      <dgm:prSet/>
      <dgm:spPr/>
      <dgm:t>
        <a:bodyPr/>
        <a:lstStyle/>
        <a:p>
          <a:endParaRPr lang="en-US"/>
        </a:p>
      </dgm:t>
    </dgm:pt>
    <dgm:pt modelId="{7B5B54DA-EF9B-4B79-B46D-FA1FA7370129}">
      <dgm:prSet custT="1"/>
      <dgm:spPr/>
      <dgm:t>
        <a:bodyPr/>
        <a:lstStyle/>
        <a:p>
          <a:r>
            <a:rPr lang="en-GB" sz="1600" dirty="0"/>
            <a:t>Example:</a:t>
          </a:r>
        </a:p>
      </dgm:t>
    </dgm:pt>
    <dgm:pt modelId="{90463073-203E-4F72-A099-3299BD68526C}" type="parTrans" cxnId="{030BDD24-F87E-4C2E-9078-EC02FBB0C815}">
      <dgm:prSet/>
      <dgm:spPr/>
      <dgm:t>
        <a:bodyPr/>
        <a:lstStyle/>
        <a:p>
          <a:endParaRPr lang="en-US"/>
        </a:p>
      </dgm:t>
    </dgm:pt>
    <dgm:pt modelId="{DD2B50C4-A629-4D13-99D9-45AFDF96A4A9}" type="sibTrans" cxnId="{030BDD24-F87E-4C2E-9078-EC02FBB0C815}">
      <dgm:prSet/>
      <dgm:spPr/>
      <dgm:t>
        <a:bodyPr/>
        <a:lstStyle/>
        <a:p>
          <a:endParaRPr lang="en-US"/>
        </a:p>
      </dgm:t>
    </dgm:pt>
    <dgm:pt modelId="{F88650EE-B275-480A-A631-325F42D8920E}">
      <dgm:prSet custT="1"/>
      <dgm:spPr/>
      <dgm:t>
        <a:bodyPr/>
        <a:lstStyle/>
        <a:p>
          <a:r>
            <a:rPr lang="en-GB" sz="1600" dirty="0"/>
            <a:t>System availability or Network BW in case of a live streaming website.</a:t>
          </a:r>
        </a:p>
      </dgm:t>
    </dgm:pt>
    <dgm:pt modelId="{19186F65-FFFF-4B20-BFD9-AF3CEE4AD304}" type="parTrans" cxnId="{E4130C76-3249-4642-81B7-17E6B8C43415}">
      <dgm:prSet/>
      <dgm:spPr/>
      <dgm:t>
        <a:bodyPr/>
        <a:lstStyle/>
        <a:p>
          <a:endParaRPr lang="en-US"/>
        </a:p>
      </dgm:t>
    </dgm:pt>
    <dgm:pt modelId="{77312C78-E6A9-4AA1-84BE-3F6D330DB196}" type="sibTrans" cxnId="{E4130C76-3249-4642-81B7-17E6B8C43415}">
      <dgm:prSet/>
      <dgm:spPr/>
      <dgm:t>
        <a:bodyPr/>
        <a:lstStyle/>
        <a:p>
          <a:endParaRPr lang="en-US"/>
        </a:p>
      </dgm:t>
    </dgm:pt>
    <dgm:pt modelId="{4C4D8EF1-D6DC-4502-833A-BABEBEFD4D88}" type="pres">
      <dgm:prSet presAssocID="{B6AD8011-F2CD-43A2-861F-C150E8602F91}" presName="linear" presStyleCnt="0">
        <dgm:presLayoutVars>
          <dgm:animLvl val="lvl"/>
          <dgm:resizeHandles val="exact"/>
        </dgm:presLayoutVars>
      </dgm:prSet>
      <dgm:spPr/>
    </dgm:pt>
    <dgm:pt modelId="{936482F2-528A-4270-A6B6-AA38487537B0}" type="pres">
      <dgm:prSet presAssocID="{D556C868-CBB2-4420-A298-52A45547827F}" presName="parentText" presStyleLbl="node1" presStyleIdx="0" presStyleCnt="3">
        <dgm:presLayoutVars>
          <dgm:chMax val="0"/>
          <dgm:bulletEnabled val="1"/>
        </dgm:presLayoutVars>
      </dgm:prSet>
      <dgm:spPr/>
    </dgm:pt>
    <dgm:pt modelId="{E396C8BF-76B2-4FBE-B7B9-8795CE8845FF}" type="pres">
      <dgm:prSet presAssocID="{D556C868-CBB2-4420-A298-52A45547827F}" presName="childText" presStyleLbl="revTx" presStyleIdx="0" presStyleCnt="3">
        <dgm:presLayoutVars>
          <dgm:bulletEnabled val="1"/>
        </dgm:presLayoutVars>
      </dgm:prSet>
      <dgm:spPr/>
    </dgm:pt>
    <dgm:pt modelId="{F7D067F9-D8EB-47C0-9B1B-80177672E2CE}" type="pres">
      <dgm:prSet presAssocID="{AA3C6518-4170-4A03-BDD0-C8D34B425951}" presName="parentText" presStyleLbl="node1" presStyleIdx="1" presStyleCnt="3">
        <dgm:presLayoutVars>
          <dgm:chMax val="0"/>
          <dgm:bulletEnabled val="1"/>
        </dgm:presLayoutVars>
      </dgm:prSet>
      <dgm:spPr/>
    </dgm:pt>
    <dgm:pt modelId="{2958449B-B322-4E2E-BE98-A7D2CA51A5EA}" type="pres">
      <dgm:prSet presAssocID="{AA3C6518-4170-4A03-BDD0-C8D34B425951}" presName="childText" presStyleLbl="revTx" presStyleIdx="1" presStyleCnt="3">
        <dgm:presLayoutVars>
          <dgm:bulletEnabled val="1"/>
        </dgm:presLayoutVars>
      </dgm:prSet>
      <dgm:spPr/>
    </dgm:pt>
    <dgm:pt modelId="{F7D332C7-B82B-4B3D-A4BF-F102C5D7D756}" type="pres">
      <dgm:prSet presAssocID="{8CC4BB40-FD42-4ADD-A854-A90ACE8817B4}" presName="parentText" presStyleLbl="node1" presStyleIdx="2" presStyleCnt="3">
        <dgm:presLayoutVars>
          <dgm:chMax val="0"/>
          <dgm:bulletEnabled val="1"/>
        </dgm:presLayoutVars>
      </dgm:prSet>
      <dgm:spPr/>
    </dgm:pt>
    <dgm:pt modelId="{006E8922-5A7A-4E7D-A503-9EE698D9F272}" type="pres">
      <dgm:prSet presAssocID="{8CC4BB40-FD42-4ADD-A854-A90ACE8817B4}" presName="childText" presStyleLbl="revTx" presStyleIdx="2" presStyleCnt="3">
        <dgm:presLayoutVars>
          <dgm:bulletEnabled val="1"/>
        </dgm:presLayoutVars>
      </dgm:prSet>
      <dgm:spPr/>
    </dgm:pt>
  </dgm:ptLst>
  <dgm:cxnLst>
    <dgm:cxn modelId="{F2ED7F02-C880-4C4E-85BE-8549E594EBB0}" type="presOf" srcId="{A737FC0B-C4A9-4EFF-B255-89105405DCDF}" destId="{2958449B-B322-4E2E-BE98-A7D2CA51A5EA}" srcOrd="0" destOrd="4" presId="urn:microsoft.com/office/officeart/2005/8/layout/vList2"/>
    <dgm:cxn modelId="{1AF5FE0C-EA71-4DD4-8A0E-B4BFEC078DEF}" type="presOf" srcId="{B7A0AC6B-234C-457E-B392-4032DE772ED9}" destId="{E396C8BF-76B2-4FBE-B7B9-8795CE8845FF}" srcOrd="0" destOrd="4" presId="urn:microsoft.com/office/officeart/2005/8/layout/vList2"/>
    <dgm:cxn modelId="{D9692213-EE1C-45ED-A7C6-D925A51D02B7}" type="presOf" srcId="{6B8C3BD2-7A71-4F81-9580-03DC3BC9401F}" destId="{2958449B-B322-4E2E-BE98-A7D2CA51A5EA}" srcOrd="0" destOrd="0" presId="urn:microsoft.com/office/officeart/2005/8/layout/vList2"/>
    <dgm:cxn modelId="{ED9A7215-573D-46EC-9CCB-CD3333F9082B}" srcId="{AA3C6518-4170-4A03-BDD0-C8D34B425951}" destId="{6B8C3BD2-7A71-4F81-9580-03DC3BC9401F}" srcOrd="0" destOrd="0" parTransId="{678A35DF-BA6C-492C-8DE8-562937B68604}" sibTransId="{D786FB1E-C2A7-42C9-9BF4-1169243C300C}"/>
    <dgm:cxn modelId="{030BDD24-F87E-4C2E-9078-EC02FBB0C815}" srcId="{A1EA57EA-D0A1-40ED-AE4D-9A34ACAF5C6F}" destId="{7B5B54DA-EF9B-4B79-B46D-FA1FA7370129}" srcOrd="0" destOrd="0" parTransId="{90463073-203E-4F72-A099-3299BD68526C}" sibTransId="{DD2B50C4-A629-4D13-99D9-45AFDF96A4A9}"/>
    <dgm:cxn modelId="{6745312B-84CA-4563-AFB8-56F4B0AF8CDF}" type="presOf" srcId="{7FB85371-B097-4825-9F1F-8F833EAB1C4B}" destId="{2958449B-B322-4E2E-BE98-A7D2CA51A5EA}" srcOrd="0" destOrd="2" presId="urn:microsoft.com/office/officeart/2005/8/layout/vList2"/>
    <dgm:cxn modelId="{3CDC1933-1EA3-489A-9B94-375A1AD95648}" type="presOf" srcId="{5ADBE932-6C54-46ED-8235-B6CEA1643987}" destId="{E396C8BF-76B2-4FBE-B7B9-8795CE8845FF}" srcOrd="0" destOrd="5" presId="urn:microsoft.com/office/officeart/2005/8/layout/vList2"/>
    <dgm:cxn modelId="{569FF73B-8B06-47BE-93D9-4AB27463208B}" srcId="{FBC7227A-A87F-4105-8857-DC1F4DFE7CF1}" destId="{34EFCA0B-DAB8-4D7D-82D2-1029C473F607}" srcOrd="1" destOrd="0" parTransId="{AB6F1D47-6970-48BD-9DAC-4CADC05526A3}" sibTransId="{0448A981-8AEE-45B9-AAAF-4CA9B111BFDF}"/>
    <dgm:cxn modelId="{F9BE213D-655C-439A-958A-5D0A0CECB100}" type="presOf" srcId="{FBC7227A-A87F-4105-8857-DC1F4DFE7CF1}" destId="{2958449B-B322-4E2E-BE98-A7D2CA51A5EA}" srcOrd="0" destOrd="5" presId="urn:microsoft.com/office/officeart/2005/8/layout/vList2"/>
    <dgm:cxn modelId="{AF38A242-FD98-495B-BB5D-9B770758F911}" type="presOf" srcId="{D8571CCA-A706-4071-B315-7FF8E2B8EDA6}" destId="{2958449B-B322-4E2E-BE98-A7D2CA51A5EA}" srcOrd="0" destOrd="1" presId="urn:microsoft.com/office/officeart/2005/8/layout/vList2"/>
    <dgm:cxn modelId="{89D81563-55E5-4B51-9131-0882DE5FFE02}" srcId="{AA3C6518-4170-4A03-BDD0-C8D34B425951}" destId="{FBC7227A-A87F-4105-8857-DC1F4DFE7CF1}" srcOrd="5" destOrd="0" parTransId="{D81965A6-83B3-4442-87CC-1DB827328F91}" sibTransId="{97FAA164-F576-41A5-9753-B7693C964C2D}"/>
    <dgm:cxn modelId="{071F5E44-C1A0-4372-9C28-7F8B89FB32EF}" type="presOf" srcId="{F88650EE-B275-480A-A631-325F42D8920E}" destId="{006E8922-5A7A-4E7D-A503-9EE698D9F272}" srcOrd="0" destOrd="2" presId="urn:microsoft.com/office/officeart/2005/8/layout/vList2"/>
    <dgm:cxn modelId="{730B8C44-BDEB-4A3F-858A-9993749CF1BC}" srcId="{B6AD8011-F2CD-43A2-861F-C150E8602F91}" destId="{D556C868-CBB2-4420-A298-52A45547827F}" srcOrd="0" destOrd="0" parTransId="{B208F82E-6D1A-4C4E-B973-AB6BE7B6EF9F}" sibTransId="{CB2A9FB9-9DFA-446C-9EDD-2D8C6E2021DE}"/>
    <dgm:cxn modelId="{9D07DC64-7889-4386-B11A-B6AD4CA8495A}" srcId="{D556C868-CBB2-4420-A298-52A45547827F}" destId="{F45B59A0-D54D-4790-9B3F-D6FED6E0E063}" srcOrd="2" destOrd="0" parTransId="{BE73C0CC-5208-4C2B-8DC1-1A1899ACDF5F}" sibTransId="{47C18E1D-B649-480F-AA00-0E49FDFD4E62}"/>
    <dgm:cxn modelId="{E170E246-E668-40F7-B59A-E755A0BD80D5}" type="presOf" srcId="{A1EA57EA-D0A1-40ED-AE4D-9A34ACAF5C6F}" destId="{006E8922-5A7A-4E7D-A503-9EE698D9F272}" srcOrd="0" destOrd="0" presId="urn:microsoft.com/office/officeart/2005/8/layout/vList2"/>
    <dgm:cxn modelId="{F8D92667-E81D-4204-B1BB-E5241663930D}" srcId="{D556C868-CBB2-4420-A298-52A45547827F}" destId="{0898E29D-61C0-4E23-8C7B-684473E4E912}" srcOrd="0" destOrd="0" parTransId="{23F2DD8F-A4FD-4384-BD2A-0785602B7F15}" sibTransId="{61117458-2139-4638-AEF5-7F64D1241439}"/>
    <dgm:cxn modelId="{2176564A-F6A1-4CA4-9855-EF872218737D}" srcId="{B6AD8011-F2CD-43A2-861F-C150E8602F91}" destId="{8CC4BB40-FD42-4ADD-A854-A90ACE8817B4}" srcOrd="2" destOrd="0" parTransId="{C24AD926-757B-4B56-B58C-F26023EB62EE}" sibTransId="{87F9D558-F462-43FD-8262-3FC7C6764304}"/>
    <dgm:cxn modelId="{88F7C44E-D012-4557-9914-1E156657D3B2}" type="presOf" srcId="{D556C868-CBB2-4420-A298-52A45547827F}" destId="{936482F2-528A-4270-A6B6-AA38487537B0}" srcOrd="0" destOrd="0" presId="urn:microsoft.com/office/officeart/2005/8/layout/vList2"/>
    <dgm:cxn modelId="{F8C9F86E-6BAC-4204-94FC-483C7854C296}" srcId="{FBC7227A-A87F-4105-8857-DC1F4DFE7CF1}" destId="{D9A78A10-26A6-4609-AEA2-F49DA4CBE766}" srcOrd="0" destOrd="0" parTransId="{6D1F7D58-7903-4BA7-8679-A0ED87B79A2A}" sibTransId="{3E2A172F-5CA9-4735-AF00-464D8FE1969E}"/>
    <dgm:cxn modelId="{9CEC5250-D491-4F70-9951-AD815D40908B}" type="presOf" srcId="{34EFCA0B-DAB8-4D7D-82D2-1029C473F607}" destId="{2958449B-B322-4E2E-BE98-A7D2CA51A5EA}" srcOrd="0" destOrd="7" presId="urn:microsoft.com/office/officeart/2005/8/layout/vList2"/>
    <dgm:cxn modelId="{E4130C76-3249-4642-81B7-17E6B8C43415}" srcId="{7B5B54DA-EF9B-4B79-B46D-FA1FA7370129}" destId="{F88650EE-B275-480A-A631-325F42D8920E}" srcOrd="0" destOrd="0" parTransId="{19186F65-FFFF-4B20-BFD9-AF3CEE4AD304}" sibTransId="{77312C78-E6A9-4AA1-84BE-3F6D330DB196}"/>
    <dgm:cxn modelId="{6BBCD379-E439-4423-A6E1-63A5DF511A02}" srcId="{AA3C6518-4170-4A03-BDD0-C8D34B425951}" destId="{D8571CCA-A706-4071-B315-7FF8E2B8EDA6}" srcOrd="1" destOrd="0" parTransId="{6B467886-F8BD-46ED-A6FE-D1E6997BD70F}" sibTransId="{350DA855-4003-4C4D-A8D8-6536C382F5A8}"/>
    <dgm:cxn modelId="{9F75997A-D3A5-4056-BCE1-AEE6BFB84DFA}" srcId="{B6AD8011-F2CD-43A2-861F-C150E8602F91}" destId="{AA3C6518-4170-4A03-BDD0-C8D34B425951}" srcOrd="1" destOrd="0" parTransId="{A35B91F7-CC71-4227-8680-EF9FDDB5AF55}" sibTransId="{ABA0423E-230D-48DF-9A46-5E4C530D00F9}"/>
    <dgm:cxn modelId="{48B41384-AE81-4025-AA8B-149C67811A2C}" type="presOf" srcId="{0898E29D-61C0-4E23-8C7B-684473E4E912}" destId="{E396C8BF-76B2-4FBE-B7B9-8795CE8845FF}" srcOrd="0" destOrd="0" presId="urn:microsoft.com/office/officeart/2005/8/layout/vList2"/>
    <dgm:cxn modelId="{C46FE192-DB5E-46C6-BAA1-3247AE01542E}" type="presOf" srcId="{B6AD8011-F2CD-43A2-861F-C150E8602F91}" destId="{4C4D8EF1-D6DC-4502-833A-BABEBEFD4D88}" srcOrd="0" destOrd="0" presId="urn:microsoft.com/office/officeart/2005/8/layout/vList2"/>
    <dgm:cxn modelId="{1C1EBC94-61C7-4D2A-B817-C867C730BD40}" type="presOf" srcId="{AA3C6518-4170-4A03-BDD0-C8D34B425951}" destId="{F7D067F9-D8EB-47C0-9B1B-80177672E2CE}" srcOrd="0" destOrd="0" presId="urn:microsoft.com/office/officeart/2005/8/layout/vList2"/>
    <dgm:cxn modelId="{A806F794-4133-4662-890E-AE4CADD939B7}" srcId="{AA3C6518-4170-4A03-BDD0-C8D34B425951}" destId="{7FB85371-B097-4825-9F1F-8F833EAB1C4B}" srcOrd="2" destOrd="0" parTransId="{6E2FC2DC-3D8F-4647-B4D0-0C3F082CC3DB}" sibTransId="{B3F0585A-CCD7-4815-9A1E-9D886ABEDC3D}"/>
    <dgm:cxn modelId="{E9E54097-7594-43BA-8D57-0632CCAF1862}" type="presOf" srcId="{1D110E91-EB32-4BB0-8E99-6958F856987B}" destId="{E396C8BF-76B2-4FBE-B7B9-8795CE8845FF}" srcOrd="0" destOrd="3" presId="urn:microsoft.com/office/officeart/2005/8/layout/vList2"/>
    <dgm:cxn modelId="{C6769EA2-AB39-4E3A-B228-BBC827DC3EE0}" srcId="{D556C868-CBB2-4420-A298-52A45547827F}" destId="{1D110E91-EB32-4BB0-8E99-6958F856987B}" srcOrd="3" destOrd="0" parTransId="{A453E99A-5463-415D-926C-BC11D0359D0F}" sibTransId="{495515A6-9035-496B-9829-A726A7F28590}"/>
    <dgm:cxn modelId="{7DD50DAE-F30A-438A-8286-3690D759765C}" type="presOf" srcId="{D9A78A10-26A6-4609-AEA2-F49DA4CBE766}" destId="{2958449B-B322-4E2E-BE98-A7D2CA51A5EA}" srcOrd="0" destOrd="6" presId="urn:microsoft.com/office/officeart/2005/8/layout/vList2"/>
    <dgm:cxn modelId="{6246B4B3-3A8E-4D07-B781-C866205F2911}" srcId="{8CC4BB40-FD42-4ADD-A854-A90ACE8817B4}" destId="{A1EA57EA-D0A1-40ED-AE4D-9A34ACAF5C6F}" srcOrd="0" destOrd="0" parTransId="{D1E64987-41C0-4328-BF7C-48EC39898D57}" sibTransId="{40284F7D-F11C-4D33-B974-F073B927D63C}"/>
    <dgm:cxn modelId="{7729F6C2-476A-407C-B0F8-C18D4357762D}" srcId="{AA3C6518-4170-4A03-BDD0-C8D34B425951}" destId="{A737FC0B-C4A9-4EFF-B255-89105405DCDF}" srcOrd="4" destOrd="0" parTransId="{BE390360-0FC1-4D1C-B24F-E055D7C6683F}" sibTransId="{250D85BF-9698-414F-B5D0-531AEB7A9FED}"/>
    <dgm:cxn modelId="{FF87A3C7-0ACE-4737-994B-8A1D5156F4A4}" srcId="{1D110E91-EB32-4BB0-8E99-6958F856987B}" destId="{5ADBE932-6C54-46ED-8235-B6CEA1643987}" srcOrd="1" destOrd="0" parTransId="{B6C350D6-87D7-4933-82D1-890E94ED1BEE}" sibTransId="{F68A02DE-3A17-4773-A23E-BA9AC18A60B5}"/>
    <dgm:cxn modelId="{A761C1CA-0DD1-4684-A751-4D385B806F7A}" srcId="{D556C868-CBB2-4420-A298-52A45547827F}" destId="{8F1032FF-9D9C-481F-9B50-ACC1550A5DD3}" srcOrd="1" destOrd="0" parTransId="{3594D264-3E05-46A1-8046-1FD29A733831}" sibTransId="{CB4ABA44-83C9-4AFF-843B-E2BB51FA0A63}"/>
    <dgm:cxn modelId="{9AA113CF-A4F4-41EC-A6E5-897DD4330CEF}" srcId="{1D110E91-EB32-4BB0-8E99-6958F856987B}" destId="{B7A0AC6B-234C-457E-B392-4032DE772ED9}" srcOrd="0" destOrd="0" parTransId="{BFB309FD-1E58-480B-ACE1-1586CF391643}" sibTransId="{EDF9DEBB-FD73-4D0E-AA73-9017EFF64CC1}"/>
    <dgm:cxn modelId="{439697DB-E14B-48D8-8F55-13AB217FD386}" type="presOf" srcId="{8F1032FF-9D9C-481F-9B50-ACC1550A5DD3}" destId="{E396C8BF-76B2-4FBE-B7B9-8795CE8845FF}" srcOrd="0" destOrd="1" presId="urn:microsoft.com/office/officeart/2005/8/layout/vList2"/>
    <dgm:cxn modelId="{AACFDCDE-B627-4C42-8B6A-19BB5CD1C27D}" type="presOf" srcId="{F45B59A0-D54D-4790-9B3F-D6FED6E0E063}" destId="{E396C8BF-76B2-4FBE-B7B9-8795CE8845FF}" srcOrd="0" destOrd="2" presId="urn:microsoft.com/office/officeart/2005/8/layout/vList2"/>
    <dgm:cxn modelId="{A5388CE2-0D30-4AB3-986D-043AC5ACE2E2}" srcId="{AA3C6518-4170-4A03-BDD0-C8D34B425951}" destId="{FC5CAD08-3138-48C3-8453-9356A1E46D55}" srcOrd="3" destOrd="0" parTransId="{E8F48672-199C-4647-A905-EE2EDDF83B05}" sibTransId="{A88DA458-6BE3-4DE1-B7FF-9C8742D44BDF}"/>
    <dgm:cxn modelId="{B07447F8-1569-43FE-80C5-D3F0566C19F3}" type="presOf" srcId="{7B5B54DA-EF9B-4B79-B46D-FA1FA7370129}" destId="{006E8922-5A7A-4E7D-A503-9EE698D9F272}" srcOrd="0" destOrd="1" presId="urn:microsoft.com/office/officeart/2005/8/layout/vList2"/>
    <dgm:cxn modelId="{1426D1FA-209C-43C3-8FC7-C88EBB39C361}" type="presOf" srcId="{FC5CAD08-3138-48C3-8453-9356A1E46D55}" destId="{2958449B-B322-4E2E-BE98-A7D2CA51A5EA}" srcOrd="0" destOrd="3" presId="urn:microsoft.com/office/officeart/2005/8/layout/vList2"/>
    <dgm:cxn modelId="{BD83E7FB-3AB3-4E78-9B1A-A0CB835B0378}" type="presOf" srcId="{8CC4BB40-FD42-4ADD-A854-A90ACE8817B4}" destId="{F7D332C7-B82B-4B3D-A4BF-F102C5D7D756}" srcOrd="0" destOrd="0" presId="urn:microsoft.com/office/officeart/2005/8/layout/vList2"/>
    <dgm:cxn modelId="{700EB115-B3BD-41E8-877B-5F545F9F6E7E}" type="presParOf" srcId="{4C4D8EF1-D6DC-4502-833A-BABEBEFD4D88}" destId="{936482F2-528A-4270-A6B6-AA38487537B0}" srcOrd="0" destOrd="0" presId="urn:microsoft.com/office/officeart/2005/8/layout/vList2"/>
    <dgm:cxn modelId="{F751AED9-220B-49BD-89FA-F77640279299}" type="presParOf" srcId="{4C4D8EF1-D6DC-4502-833A-BABEBEFD4D88}" destId="{E396C8BF-76B2-4FBE-B7B9-8795CE8845FF}" srcOrd="1" destOrd="0" presId="urn:microsoft.com/office/officeart/2005/8/layout/vList2"/>
    <dgm:cxn modelId="{601BFF0E-C204-469A-84D9-53FC7E688E68}" type="presParOf" srcId="{4C4D8EF1-D6DC-4502-833A-BABEBEFD4D88}" destId="{F7D067F9-D8EB-47C0-9B1B-80177672E2CE}" srcOrd="2" destOrd="0" presId="urn:microsoft.com/office/officeart/2005/8/layout/vList2"/>
    <dgm:cxn modelId="{EA4E25D9-B270-4B2F-A51B-A9ED4E2A2E51}" type="presParOf" srcId="{4C4D8EF1-D6DC-4502-833A-BABEBEFD4D88}" destId="{2958449B-B322-4E2E-BE98-A7D2CA51A5EA}" srcOrd="3" destOrd="0" presId="urn:microsoft.com/office/officeart/2005/8/layout/vList2"/>
    <dgm:cxn modelId="{DB2F7255-D6EB-4309-8292-F871C3146E93}" type="presParOf" srcId="{4C4D8EF1-D6DC-4502-833A-BABEBEFD4D88}" destId="{F7D332C7-B82B-4B3D-A4BF-F102C5D7D756}" srcOrd="4" destOrd="0" presId="urn:microsoft.com/office/officeart/2005/8/layout/vList2"/>
    <dgm:cxn modelId="{2F8EFDC0-0321-4CA2-8948-DB55AFEF7842}" type="presParOf" srcId="{4C4D8EF1-D6DC-4502-833A-BABEBEFD4D88}" destId="{006E8922-5A7A-4E7D-A503-9EE698D9F272}"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453C616-A63C-44C0-B035-FB631DDD965D}" type="doc">
      <dgm:prSet loTypeId="urn:microsoft.com/office/officeart/2005/8/layout/hList6" loCatId="list" qsTypeId="urn:microsoft.com/office/officeart/2005/8/quickstyle/simple1" qsCatId="simple" csTypeId="urn:microsoft.com/office/officeart/2005/8/colors/colorful2" csCatId="colorful" phldr="1"/>
      <dgm:spPr/>
      <dgm:t>
        <a:bodyPr/>
        <a:lstStyle/>
        <a:p>
          <a:endParaRPr lang="en-US"/>
        </a:p>
      </dgm:t>
    </dgm:pt>
    <dgm:pt modelId="{74070096-12EE-4BB9-AA4F-2E122B6D8932}">
      <dgm:prSet phldrT="[Text]" custT="1"/>
      <dgm:spPr/>
      <dgm:t>
        <a:bodyPr/>
        <a:lstStyle/>
        <a:p>
          <a:r>
            <a:rPr lang="en-US" sz="2000" b="1" dirty="0"/>
            <a:t>Speed</a:t>
          </a:r>
        </a:p>
      </dgm:t>
    </dgm:pt>
    <dgm:pt modelId="{E4F450F9-ED88-43FD-9BD0-33A5800A0CCB}" type="parTrans" cxnId="{7DFAE18E-DAB0-401E-AABF-189CF99ED097}">
      <dgm:prSet/>
      <dgm:spPr/>
      <dgm:t>
        <a:bodyPr/>
        <a:lstStyle/>
        <a:p>
          <a:endParaRPr lang="en-US"/>
        </a:p>
      </dgm:t>
    </dgm:pt>
    <dgm:pt modelId="{6199315E-6473-4B6B-8938-3D95B0EC2DB4}" type="sibTrans" cxnId="{7DFAE18E-DAB0-401E-AABF-189CF99ED097}">
      <dgm:prSet/>
      <dgm:spPr/>
      <dgm:t>
        <a:bodyPr/>
        <a:lstStyle/>
        <a:p>
          <a:endParaRPr lang="en-US"/>
        </a:p>
      </dgm:t>
    </dgm:pt>
    <dgm:pt modelId="{0771AB19-20F9-413A-85C1-722EADC1A391}">
      <dgm:prSet phldrT="[Text]" custT="1"/>
      <dgm:spPr/>
      <dgm:t>
        <a:bodyPr/>
        <a:lstStyle/>
        <a:p>
          <a:r>
            <a:rPr lang="en-US" sz="1600" dirty="0"/>
            <a:t>Transaction time,</a:t>
          </a:r>
        </a:p>
      </dgm:t>
    </dgm:pt>
    <dgm:pt modelId="{F6384F9C-8680-4F91-98C3-A8196E0D8FFB}" type="parTrans" cxnId="{CB9C712A-504E-44E7-B722-4BD50FF8C14A}">
      <dgm:prSet/>
      <dgm:spPr/>
      <dgm:t>
        <a:bodyPr/>
        <a:lstStyle/>
        <a:p>
          <a:endParaRPr lang="en-US"/>
        </a:p>
      </dgm:t>
    </dgm:pt>
    <dgm:pt modelId="{C3F8F944-CF92-4282-8EBB-5EF66F76D004}" type="sibTrans" cxnId="{CB9C712A-504E-44E7-B722-4BD50FF8C14A}">
      <dgm:prSet/>
      <dgm:spPr/>
      <dgm:t>
        <a:bodyPr/>
        <a:lstStyle/>
        <a:p>
          <a:endParaRPr lang="en-US"/>
        </a:p>
      </dgm:t>
    </dgm:pt>
    <dgm:pt modelId="{7474268F-D4F8-4A8A-AAC1-2C531E241335}">
      <dgm:prSet phldrT="[Text]" custT="1"/>
      <dgm:spPr/>
      <dgm:t>
        <a:bodyPr/>
        <a:lstStyle/>
        <a:p>
          <a:r>
            <a:rPr lang="en-US" sz="2000" b="1" dirty="0"/>
            <a:t>Size</a:t>
          </a:r>
        </a:p>
      </dgm:t>
    </dgm:pt>
    <dgm:pt modelId="{5D2384B9-9987-448C-A9FE-8B90C4E07165}" type="parTrans" cxnId="{52464684-34E6-4CA2-840D-C48B0CA28E7D}">
      <dgm:prSet/>
      <dgm:spPr/>
      <dgm:t>
        <a:bodyPr/>
        <a:lstStyle/>
        <a:p>
          <a:endParaRPr lang="en-US"/>
        </a:p>
      </dgm:t>
    </dgm:pt>
    <dgm:pt modelId="{8E267348-C4C5-45FA-B06A-DF5B5731E7C2}" type="sibTrans" cxnId="{52464684-34E6-4CA2-840D-C48B0CA28E7D}">
      <dgm:prSet/>
      <dgm:spPr/>
      <dgm:t>
        <a:bodyPr/>
        <a:lstStyle/>
        <a:p>
          <a:endParaRPr lang="en-US"/>
        </a:p>
      </dgm:t>
    </dgm:pt>
    <dgm:pt modelId="{A8BE6759-9566-4B6A-B8DC-E0F60FEC7FA7}">
      <dgm:prSet phldrT="[Text]" custT="1"/>
      <dgm:spPr/>
      <dgm:t>
        <a:bodyPr/>
        <a:lstStyle/>
        <a:p>
          <a:r>
            <a:rPr lang="en-US" sz="1600" dirty="0"/>
            <a:t>Memory usage </a:t>
          </a:r>
        </a:p>
      </dgm:t>
    </dgm:pt>
    <dgm:pt modelId="{AE82D98E-1D93-4EA3-BF38-6C44E32C8382}" type="parTrans" cxnId="{F66D56B3-7A7E-472F-B6C2-65CAA98E2DB0}">
      <dgm:prSet/>
      <dgm:spPr/>
      <dgm:t>
        <a:bodyPr/>
        <a:lstStyle/>
        <a:p>
          <a:endParaRPr lang="en-US"/>
        </a:p>
      </dgm:t>
    </dgm:pt>
    <dgm:pt modelId="{82D62D0B-BEEA-4E1A-8B57-197C04138A25}" type="sibTrans" cxnId="{F66D56B3-7A7E-472F-B6C2-65CAA98E2DB0}">
      <dgm:prSet/>
      <dgm:spPr/>
      <dgm:t>
        <a:bodyPr/>
        <a:lstStyle/>
        <a:p>
          <a:endParaRPr lang="en-US"/>
        </a:p>
      </dgm:t>
    </dgm:pt>
    <dgm:pt modelId="{7647EFD5-20BB-45E7-A014-A179D21CC701}">
      <dgm:prSet phldrT="[Text]" custT="1"/>
      <dgm:spPr/>
      <dgm:t>
        <a:bodyPr/>
        <a:lstStyle/>
        <a:p>
          <a:r>
            <a:rPr lang="en-US" sz="2000" b="1" dirty="0"/>
            <a:t>Ease of use</a:t>
          </a:r>
        </a:p>
      </dgm:t>
    </dgm:pt>
    <dgm:pt modelId="{466ADE82-5E28-452B-8EA9-E68605CA66BC}" type="parTrans" cxnId="{69C65E43-69CD-4B73-B2D8-4EC0AFC3F892}">
      <dgm:prSet/>
      <dgm:spPr/>
      <dgm:t>
        <a:bodyPr/>
        <a:lstStyle/>
        <a:p>
          <a:endParaRPr lang="en-US"/>
        </a:p>
      </dgm:t>
    </dgm:pt>
    <dgm:pt modelId="{C00BC04A-135F-4B89-A4F4-2DE97DED605F}" type="sibTrans" cxnId="{69C65E43-69CD-4B73-B2D8-4EC0AFC3F892}">
      <dgm:prSet/>
      <dgm:spPr/>
      <dgm:t>
        <a:bodyPr/>
        <a:lstStyle/>
        <a:p>
          <a:endParaRPr lang="en-US"/>
        </a:p>
      </dgm:t>
    </dgm:pt>
    <dgm:pt modelId="{4B77C394-C20F-4CFF-8017-09B9D95939DE}">
      <dgm:prSet phldrT="[Text]" custT="1"/>
      <dgm:spPr/>
      <dgm:t>
        <a:bodyPr/>
        <a:lstStyle/>
        <a:p>
          <a:r>
            <a:rPr lang="en-US" sz="1600" dirty="0"/>
            <a:t>Training time required for product usage</a:t>
          </a:r>
        </a:p>
      </dgm:t>
    </dgm:pt>
    <dgm:pt modelId="{09F8BB79-4608-427B-9BD5-5CE122F12BD4}" type="parTrans" cxnId="{B5490BAC-EE41-4FFD-BF9E-67B35F396287}">
      <dgm:prSet/>
      <dgm:spPr/>
      <dgm:t>
        <a:bodyPr/>
        <a:lstStyle/>
        <a:p>
          <a:endParaRPr lang="en-US"/>
        </a:p>
      </dgm:t>
    </dgm:pt>
    <dgm:pt modelId="{FE887EB9-E129-48C7-B680-FAD5DA512C40}" type="sibTrans" cxnId="{B5490BAC-EE41-4FFD-BF9E-67B35F396287}">
      <dgm:prSet/>
      <dgm:spPr/>
      <dgm:t>
        <a:bodyPr/>
        <a:lstStyle/>
        <a:p>
          <a:endParaRPr lang="en-US"/>
        </a:p>
      </dgm:t>
    </dgm:pt>
    <dgm:pt modelId="{7111ADEA-BF29-4721-A8AB-4A0ABC061510}">
      <dgm:prSet phldrT="[Text]" custT="1"/>
      <dgm:spPr/>
      <dgm:t>
        <a:bodyPr/>
        <a:lstStyle/>
        <a:p>
          <a:r>
            <a:rPr lang="en-US" sz="2000" b="1" dirty="0"/>
            <a:t>Reliability</a:t>
          </a:r>
        </a:p>
      </dgm:t>
    </dgm:pt>
    <dgm:pt modelId="{28044D9D-1AF9-4900-87B7-479A01BFB3FD}" type="parTrans" cxnId="{32D328B2-1893-4284-8586-3C32B24CBC58}">
      <dgm:prSet/>
      <dgm:spPr/>
      <dgm:t>
        <a:bodyPr/>
        <a:lstStyle/>
        <a:p>
          <a:endParaRPr lang="en-US"/>
        </a:p>
      </dgm:t>
    </dgm:pt>
    <dgm:pt modelId="{CEE27682-3C77-408B-A5BC-78BA80D807E0}" type="sibTrans" cxnId="{32D328B2-1893-4284-8586-3C32B24CBC58}">
      <dgm:prSet/>
      <dgm:spPr/>
      <dgm:t>
        <a:bodyPr/>
        <a:lstStyle/>
        <a:p>
          <a:endParaRPr lang="en-US"/>
        </a:p>
      </dgm:t>
    </dgm:pt>
    <dgm:pt modelId="{F53E146E-7850-4553-A7A3-050CDF4137E0}">
      <dgm:prSet phldrT="[Text]" custT="1"/>
      <dgm:spPr/>
      <dgm:t>
        <a:bodyPr/>
        <a:lstStyle/>
        <a:p>
          <a:r>
            <a:rPr lang="en-US" sz="2000" b="1" dirty="0"/>
            <a:t>Robustness</a:t>
          </a:r>
        </a:p>
      </dgm:t>
    </dgm:pt>
    <dgm:pt modelId="{D1565C7B-0E1A-4941-9145-B9274287D51E}" type="parTrans" cxnId="{43B54B98-BFD5-46BE-88E6-BE05CDF65803}">
      <dgm:prSet/>
      <dgm:spPr/>
      <dgm:t>
        <a:bodyPr/>
        <a:lstStyle/>
        <a:p>
          <a:endParaRPr lang="en-US"/>
        </a:p>
      </dgm:t>
    </dgm:pt>
    <dgm:pt modelId="{058F9315-D9F1-4350-ADE7-3883074CA417}" type="sibTrans" cxnId="{43B54B98-BFD5-46BE-88E6-BE05CDF65803}">
      <dgm:prSet/>
      <dgm:spPr/>
      <dgm:t>
        <a:bodyPr/>
        <a:lstStyle/>
        <a:p>
          <a:endParaRPr lang="en-US"/>
        </a:p>
      </dgm:t>
    </dgm:pt>
    <dgm:pt modelId="{18D87A2C-C409-4D61-B5AA-7001986B2658}">
      <dgm:prSet phldrT="[Text]" custT="1"/>
      <dgm:spPr/>
      <dgm:t>
        <a:bodyPr/>
        <a:lstStyle/>
        <a:p>
          <a:r>
            <a:rPr lang="en-US" sz="2000" b="1" dirty="0"/>
            <a:t>Portability</a:t>
          </a:r>
        </a:p>
      </dgm:t>
    </dgm:pt>
    <dgm:pt modelId="{62474406-8089-4974-8AAE-D1E0F3FC22D6}" type="parTrans" cxnId="{3E2AB9DF-7F96-435C-B97F-603D8C271FF7}">
      <dgm:prSet/>
      <dgm:spPr/>
      <dgm:t>
        <a:bodyPr/>
        <a:lstStyle/>
        <a:p>
          <a:endParaRPr lang="en-US"/>
        </a:p>
      </dgm:t>
    </dgm:pt>
    <dgm:pt modelId="{803622BB-2A8B-41FD-AB9D-917E8380C157}" type="sibTrans" cxnId="{3E2AB9DF-7F96-435C-B97F-603D8C271FF7}">
      <dgm:prSet/>
      <dgm:spPr/>
      <dgm:t>
        <a:bodyPr/>
        <a:lstStyle/>
        <a:p>
          <a:endParaRPr lang="en-US"/>
        </a:p>
      </dgm:t>
    </dgm:pt>
    <dgm:pt modelId="{3F5F6ED7-4DD8-4005-80C1-3AB2E2B10F9A}">
      <dgm:prSet phldrT="[Text]" custT="1"/>
      <dgm:spPr/>
      <dgm:t>
        <a:bodyPr/>
        <a:lstStyle/>
        <a:p>
          <a:r>
            <a:rPr lang="en-US" sz="1600" dirty="0"/>
            <a:t>MTTF / system availability time</a:t>
          </a:r>
        </a:p>
      </dgm:t>
    </dgm:pt>
    <dgm:pt modelId="{1788C0CC-A355-43D6-8599-CD3AADF9A058}" type="parTrans" cxnId="{03308E40-F9D6-4875-A533-74D40C052B57}">
      <dgm:prSet/>
      <dgm:spPr/>
      <dgm:t>
        <a:bodyPr/>
        <a:lstStyle/>
        <a:p>
          <a:endParaRPr lang="en-US"/>
        </a:p>
      </dgm:t>
    </dgm:pt>
    <dgm:pt modelId="{1A558B49-F709-4E84-B6F8-40204E89BA13}" type="sibTrans" cxnId="{03308E40-F9D6-4875-A533-74D40C052B57}">
      <dgm:prSet/>
      <dgm:spPr/>
      <dgm:t>
        <a:bodyPr/>
        <a:lstStyle/>
        <a:p>
          <a:endParaRPr lang="en-US"/>
        </a:p>
      </dgm:t>
    </dgm:pt>
    <dgm:pt modelId="{3CCCD69F-D67E-426B-A6EB-BE37787598A1}">
      <dgm:prSet phldrT="[Text]" custT="1"/>
      <dgm:spPr/>
      <dgm:t>
        <a:bodyPr/>
        <a:lstStyle/>
        <a:p>
          <a:r>
            <a:rPr lang="en-US" sz="1600" dirty="0"/>
            <a:t>%age of failure occurrence</a:t>
          </a:r>
        </a:p>
      </dgm:t>
    </dgm:pt>
    <dgm:pt modelId="{23C76455-C30B-47A8-A3DB-F6030F3D538C}" type="parTrans" cxnId="{54016DBD-982E-400A-A358-3D50AB5D4FF5}">
      <dgm:prSet/>
      <dgm:spPr/>
      <dgm:t>
        <a:bodyPr/>
        <a:lstStyle/>
        <a:p>
          <a:endParaRPr lang="en-US"/>
        </a:p>
      </dgm:t>
    </dgm:pt>
    <dgm:pt modelId="{18988341-BBDD-40E4-A9B5-E36545850DE3}" type="sibTrans" cxnId="{54016DBD-982E-400A-A358-3D50AB5D4FF5}">
      <dgm:prSet/>
      <dgm:spPr/>
      <dgm:t>
        <a:bodyPr/>
        <a:lstStyle/>
        <a:p>
          <a:endParaRPr lang="en-US"/>
        </a:p>
      </dgm:t>
    </dgm:pt>
    <dgm:pt modelId="{81510D2D-70B9-4F58-A57A-84C9FBB39649}">
      <dgm:prSet phldrT="[Text]" custT="1"/>
      <dgm:spPr/>
      <dgm:t>
        <a:bodyPr/>
        <a:lstStyle/>
        <a:p>
          <a:r>
            <a:rPr lang="en-US" sz="1600" dirty="0"/>
            <a:t>Diverse devices over which a system could run</a:t>
          </a:r>
        </a:p>
      </dgm:t>
    </dgm:pt>
    <dgm:pt modelId="{071D5763-575D-489C-BC5F-32F02C9A4E0B}" type="parTrans" cxnId="{04674457-6FEF-48D0-BFBE-08F63D66943C}">
      <dgm:prSet/>
      <dgm:spPr/>
      <dgm:t>
        <a:bodyPr/>
        <a:lstStyle/>
        <a:p>
          <a:endParaRPr lang="en-US"/>
        </a:p>
      </dgm:t>
    </dgm:pt>
    <dgm:pt modelId="{6AA1CA79-ADD8-4AA2-9C5B-6086D4EB1463}" type="sibTrans" cxnId="{04674457-6FEF-48D0-BFBE-08F63D66943C}">
      <dgm:prSet/>
      <dgm:spPr/>
      <dgm:t>
        <a:bodyPr/>
        <a:lstStyle/>
        <a:p>
          <a:endParaRPr lang="en-US"/>
        </a:p>
      </dgm:t>
    </dgm:pt>
    <dgm:pt modelId="{70D7B5EF-0A45-43E1-BC79-AFB1209373DB}">
      <dgm:prSet phldrT="[Text]" custT="1"/>
      <dgm:spPr/>
      <dgm:t>
        <a:bodyPr/>
        <a:lstStyle/>
        <a:p>
          <a:r>
            <a:rPr lang="en-US" sz="1600" dirty="0"/>
            <a:t>Probability of data corruption after failure</a:t>
          </a:r>
        </a:p>
      </dgm:t>
    </dgm:pt>
    <dgm:pt modelId="{C10129F8-E91D-4C12-947A-DE6227FB4FDB}" type="parTrans" cxnId="{93A87F2B-E755-4BAE-BF2E-B10ADDDC3102}">
      <dgm:prSet/>
      <dgm:spPr/>
      <dgm:t>
        <a:bodyPr/>
        <a:lstStyle/>
        <a:p>
          <a:endParaRPr lang="en-US"/>
        </a:p>
      </dgm:t>
    </dgm:pt>
    <dgm:pt modelId="{8EA33072-D10E-42E4-ADF2-2DE8EC9CADCF}" type="sibTrans" cxnId="{93A87F2B-E755-4BAE-BF2E-B10ADDDC3102}">
      <dgm:prSet/>
      <dgm:spPr/>
      <dgm:t>
        <a:bodyPr/>
        <a:lstStyle/>
        <a:p>
          <a:endParaRPr lang="en-US"/>
        </a:p>
      </dgm:t>
    </dgm:pt>
    <dgm:pt modelId="{48F83A38-A65E-4905-9899-BDE4E2DC45FF}">
      <dgm:prSet phldrT="[Text]" custT="1"/>
      <dgm:spPr/>
      <dgm:t>
        <a:bodyPr/>
        <a:lstStyle/>
        <a:p>
          <a:r>
            <a:rPr lang="en-US" sz="1600" dirty="0"/>
            <a:t>Transaction roll back/not?</a:t>
          </a:r>
        </a:p>
      </dgm:t>
    </dgm:pt>
    <dgm:pt modelId="{FDA696E0-584F-4F1B-8930-40D2439D158E}" type="parTrans" cxnId="{A3AF3B2C-8D29-4FAC-B7EF-E4423AD35092}">
      <dgm:prSet/>
      <dgm:spPr/>
      <dgm:t>
        <a:bodyPr/>
        <a:lstStyle/>
        <a:p>
          <a:endParaRPr lang="en-US"/>
        </a:p>
      </dgm:t>
    </dgm:pt>
    <dgm:pt modelId="{D8A3C7E3-0CF4-496B-9E25-F823EC0C433D}" type="sibTrans" cxnId="{A3AF3B2C-8D29-4FAC-B7EF-E4423AD35092}">
      <dgm:prSet/>
      <dgm:spPr/>
      <dgm:t>
        <a:bodyPr/>
        <a:lstStyle/>
        <a:p>
          <a:endParaRPr lang="en-US"/>
        </a:p>
      </dgm:t>
    </dgm:pt>
    <dgm:pt modelId="{F7F0DE59-3411-4415-9CFA-A996FFCD8272}">
      <dgm:prSet phldrT="[Text]" custT="1"/>
      <dgm:spPr/>
      <dgm:t>
        <a:bodyPr/>
        <a:lstStyle/>
        <a:p>
          <a:r>
            <a:rPr lang="en-US" sz="1600" dirty="0"/>
            <a:t>event response time</a:t>
          </a:r>
        </a:p>
      </dgm:t>
    </dgm:pt>
    <dgm:pt modelId="{E9D86433-7CCF-4584-BBD9-142D5421EF6C}" type="parTrans" cxnId="{7E0BAA16-9990-449D-9759-E3E584D23264}">
      <dgm:prSet/>
      <dgm:spPr/>
      <dgm:t>
        <a:bodyPr/>
        <a:lstStyle/>
        <a:p>
          <a:endParaRPr lang="en-US"/>
        </a:p>
      </dgm:t>
    </dgm:pt>
    <dgm:pt modelId="{C237347A-10DF-4655-89BC-E27D9DEF5CF7}" type="sibTrans" cxnId="{7E0BAA16-9990-449D-9759-E3E584D23264}">
      <dgm:prSet/>
      <dgm:spPr/>
      <dgm:t>
        <a:bodyPr/>
        <a:lstStyle/>
        <a:p>
          <a:endParaRPr lang="en-US"/>
        </a:p>
      </dgm:t>
    </dgm:pt>
    <dgm:pt modelId="{49917864-237F-491D-99C3-3CD996EAD049}">
      <dgm:prSet phldrT="[Text]" custT="1"/>
      <dgm:spPr/>
      <dgm:t>
        <a:bodyPr/>
        <a:lstStyle/>
        <a:p>
          <a:r>
            <a:rPr lang="en-US" sz="1600" dirty="0"/>
            <a:t>max. downtime in case of failure</a:t>
          </a:r>
        </a:p>
      </dgm:t>
    </dgm:pt>
    <dgm:pt modelId="{FB2EB3E8-1831-48E9-94D7-ADCC49EB57F2}" type="parTrans" cxnId="{96292530-D8F4-405C-AAE0-3F6BA36375D9}">
      <dgm:prSet/>
      <dgm:spPr/>
      <dgm:t>
        <a:bodyPr/>
        <a:lstStyle/>
        <a:p>
          <a:endParaRPr lang="en-US"/>
        </a:p>
      </dgm:t>
    </dgm:pt>
    <dgm:pt modelId="{1F353FB7-207E-41B4-857B-0B9490C9AF01}" type="sibTrans" cxnId="{96292530-D8F4-405C-AAE0-3F6BA36375D9}">
      <dgm:prSet/>
      <dgm:spPr/>
      <dgm:t>
        <a:bodyPr/>
        <a:lstStyle/>
        <a:p>
          <a:endParaRPr lang="en-US"/>
        </a:p>
      </dgm:t>
    </dgm:pt>
    <dgm:pt modelId="{378AB192-EAD7-4B16-92A1-A7EE287C8129}" type="pres">
      <dgm:prSet presAssocID="{8453C616-A63C-44C0-B035-FB631DDD965D}" presName="Name0" presStyleCnt="0">
        <dgm:presLayoutVars>
          <dgm:dir/>
          <dgm:resizeHandles val="exact"/>
        </dgm:presLayoutVars>
      </dgm:prSet>
      <dgm:spPr/>
    </dgm:pt>
    <dgm:pt modelId="{ED3ED0DC-2A51-4BC9-BB1E-E07CF546D374}" type="pres">
      <dgm:prSet presAssocID="{74070096-12EE-4BB9-AA4F-2E122B6D8932}" presName="node" presStyleLbl="node1" presStyleIdx="0" presStyleCnt="6">
        <dgm:presLayoutVars>
          <dgm:bulletEnabled val="1"/>
        </dgm:presLayoutVars>
      </dgm:prSet>
      <dgm:spPr/>
    </dgm:pt>
    <dgm:pt modelId="{DBD25A73-C6F7-41EA-9A8C-B9995F3F6366}" type="pres">
      <dgm:prSet presAssocID="{6199315E-6473-4B6B-8938-3D95B0EC2DB4}" presName="sibTrans" presStyleCnt="0"/>
      <dgm:spPr/>
    </dgm:pt>
    <dgm:pt modelId="{8D048204-BB84-410E-A751-D876C1504519}" type="pres">
      <dgm:prSet presAssocID="{7474268F-D4F8-4A8A-AAC1-2C531E241335}" presName="node" presStyleLbl="node1" presStyleIdx="1" presStyleCnt="6">
        <dgm:presLayoutVars>
          <dgm:bulletEnabled val="1"/>
        </dgm:presLayoutVars>
      </dgm:prSet>
      <dgm:spPr/>
    </dgm:pt>
    <dgm:pt modelId="{E8D0842F-F023-4517-8AF7-0202719D52A8}" type="pres">
      <dgm:prSet presAssocID="{8E267348-C4C5-45FA-B06A-DF5B5731E7C2}" presName="sibTrans" presStyleCnt="0"/>
      <dgm:spPr/>
    </dgm:pt>
    <dgm:pt modelId="{A2BBEA7D-FE90-4383-BA0A-2EB623F72452}" type="pres">
      <dgm:prSet presAssocID="{7647EFD5-20BB-45E7-A014-A179D21CC701}" presName="node" presStyleLbl="node1" presStyleIdx="2" presStyleCnt="6">
        <dgm:presLayoutVars>
          <dgm:bulletEnabled val="1"/>
        </dgm:presLayoutVars>
      </dgm:prSet>
      <dgm:spPr/>
    </dgm:pt>
    <dgm:pt modelId="{E8D6C1E6-A640-4C3C-ADED-9570C89BFD74}" type="pres">
      <dgm:prSet presAssocID="{C00BC04A-135F-4B89-A4F4-2DE97DED605F}" presName="sibTrans" presStyleCnt="0"/>
      <dgm:spPr/>
    </dgm:pt>
    <dgm:pt modelId="{7BC4E304-7F22-4FC3-9794-AF346B0E6B26}" type="pres">
      <dgm:prSet presAssocID="{7111ADEA-BF29-4721-A8AB-4A0ABC061510}" presName="node" presStyleLbl="node1" presStyleIdx="3" presStyleCnt="6">
        <dgm:presLayoutVars>
          <dgm:bulletEnabled val="1"/>
        </dgm:presLayoutVars>
      </dgm:prSet>
      <dgm:spPr/>
    </dgm:pt>
    <dgm:pt modelId="{8083806A-3C03-4BEA-AEEE-025DFC927379}" type="pres">
      <dgm:prSet presAssocID="{CEE27682-3C77-408B-A5BC-78BA80D807E0}" presName="sibTrans" presStyleCnt="0"/>
      <dgm:spPr/>
    </dgm:pt>
    <dgm:pt modelId="{74156EB7-67A6-44C3-A6A2-7B9CEA51975A}" type="pres">
      <dgm:prSet presAssocID="{F53E146E-7850-4553-A7A3-050CDF4137E0}" presName="node" presStyleLbl="node1" presStyleIdx="4" presStyleCnt="6">
        <dgm:presLayoutVars>
          <dgm:bulletEnabled val="1"/>
        </dgm:presLayoutVars>
      </dgm:prSet>
      <dgm:spPr/>
    </dgm:pt>
    <dgm:pt modelId="{92846FD5-AE93-40FE-BE0A-816FC8B075D5}" type="pres">
      <dgm:prSet presAssocID="{058F9315-D9F1-4350-ADE7-3883074CA417}" presName="sibTrans" presStyleCnt="0"/>
      <dgm:spPr/>
    </dgm:pt>
    <dgm:pt modelId="{DC970B3C-6C3D-4CFA-AE5B-C71DA5BBE428}" type="pres">
      <dgm:prSet presAssocID="{18D87A2C-C409-4D61-B5AA-7001986B2658}" presName="node" presStyleLbl="node1" presStyleIdx="5" presStyleCnt="6">
        <dgm:presLayoutVars>
          <dgm:bulletEnabled val="1"/>
        </dgm:presLayoutVars>
      </dgm:prSet>
      <dgm:spPr/>
    </dgm:pt>
  </dgm:ptLst>
  <dgm:cxnLst>
    <dgm:cxn modelId="{EE0ABC02-F57A-4A90-A90B-779F9C83B182}" type="presOf" srcId="{3CCCD69F-D67E-426B-A6EB-BE37787598A1}" destId="{74156EB7-67A6-44C3-A6A2-7B9CEA51975A}" srcOrd="0" destOrd="2" presId="urn:microsoft.com/office/officeart/2005/8/layout/hList6"/>
    <dgm:cxn modelId="{9DA2F610-B4E5-41B5-8CA6-1C3D97B4FD28}" type="presOf" srcId="{A8BE6759-9566-4B6A-B8DC-E0F60FEC7FA7}" destId="{8D048204-BB84-410E-A751-D876C1504519}" srcOrd="0" destOrd="1" presId="urn:microsoft.com/office/officeart/2005/8/layout/hList6"/>
    <dgm:cxn modelId="{7E0BAA16-9990-449D-9759-E3E584D23264}" srcId="{74070096-12EE-4BB9-AA4F-2E122B6D8932}" destId="{F7F0DE59-3411-4415-9CFA-A996FFCD8272}" srcOrd="1" destOrd="0" parTransId="{E9D86433-7CCF-4584-BBD9-142D5421EF6C}" sibTransId="{C237347A-10DF-4655-89BC-E27D9DEF5CF7}"/>
    <dgm:cxn modelId="{11CC4720-CD3F-46BE-8A04-5A6F2A4EE951}" type="presOf" srcId="{7474268F-D4F8-4A8A-AAC1-2C531E241335}" destId="{8D048204-BB84-410E-A751-D876C1504519}" srcOrd="0" destOrd="0" presId="urn:microsoft.com/office/officeart/2005/8/layout/hList6"/>
    <dgm:cxn modelId="{CB9C712A-504E-44E7-B722-4BD50FF8C14A}" srcId="{74070096-12EE-4BB9-AA4F-2E122B6D8932}" destId="{0771AB19-20F9-413A-85C1-722EADC1A391}" srcOrd="0" destOrd="0" parTransId="{F6384F9C-8680-4F91-98C3-A8196E0D8FFB}" sibTransId="{C3F8F944-CF92-4282-8EBB-5EF66F76D004}"/>
    <dgm:cxn modelId="{86A1812A-0B0D-498E-9654-0007DC6587EA}" type="presOf" srcId="{F53E146E-7850-4553-A7A3-050CDF4137E0}" destId="{74156EB7-67A6-44C3-A6A2-7B9CEA51975A}" srcOrd="0" destOrd="0" presId="urn:microsoft.com/office/officeart/2005/8/layout/hList6"/>
    <dgm:cxn modelId="{9C8A872A-D97B-4048-8F23-D430DE6363D0}" type="presOf" srcId="{8453C616-A63C-44C0-B035-FB631DDD965D}" destId="{378AB192-EAD7-4B16-92A1-A7EE287C8129}" srcOrd="0" destOrd="0" presId="urn:microsoft.com/office/officeart/2005/8/layout/hList6"/>
    <dgm:cxn modelId="{93A87F2B-E755-4BAE-BF2E-B10ADDDC3102}" srcId="{F53E146E-7850-4553-A7A3-050CDF4137E0}" destId="{70D7B5EF-0A45-43E1-BC79-AFB1209373DB}" srcOrd="2" destOrd="0" parTransId="{C10129F8-E91D-4C12-947A-DE6227FB4FDB}" sibTransId="{8EA33072-D10E-42E4-ADF2-2DE8EC9CADCF}"/>
    <dgm:cxn modelId="{A3AF3B2C-8D29-4FAC-B7EF-E4423AD35092}" srcId="{F53E146E-7850-4553-A7A3-050CDF4137E0}" destId="{48F83A38-A65E-4905-9899-BDE4E2DC45FF}" srcOrd="3" destOrd="0" parTransId="{FDA696E0-584F-4F1B-8930-40D2439D158E}" sibTransId="{D8A3C7E3-0CF4-496B-9E25-F823EC0C433D}"/>
    <dgm:cxn modelId="{96292530-D8F4-405C-AAE0-3F6BA36375D9}" srcId="{F53E146E-7850-4553-A7A3-050CDF4137E0}" destId="{49917864-237F-491D-99C3-3CD996EAD049}" srcOrd="0" destOrd="0" parTransId="{FB2EB3E8-1831-48E9-94D7-ADCC49EB57F2}" sibTransId="{1F353FB7-207E-41B4-857B-0B9490C9AF01}"/>
    <dgm:cxn modelId="{BFDCEA31-3150-4786-8E6A-9D13AAC08AE5}" type="presOf" srcId="{0771AB19-20F9-413A-85C1-722EADC1A391}" destId="{ED3ED0DC-2A51-4BC9-BB1E-E07CF546D374}" srcOrd="0" destOrd="1" presId="urn:microsoft.com/office/officeart/2005/8/layout/hList6"/>
    <dgm:cxn modelId="{01F74735-0601-4EBA-8FC3-49CF9F5B2E23}" type="presOf" srcId="{7647EFD5-20BB-45E7-A014-A179D21CC701}" destId="{A2BBEA7D-FE90-4383-BA0A-2EB623F72452}" srcOrd="0" destOrd="0" presId="urn:microsoft.com/office/officeart/2005/8/layout/hList6"/>
    <dgm:cxn modelId="{0C4F0F36-1DC8-4767-99ED-855A61950F9B}" type="presOf" srcId="{48F83A38-A65E-4905-9899-BDE4E2DC45FF}" destId="{74156EB7-67A6-44C3-A6A2-7B9CEA51975A}" srcOrd="0" destOrd="4" presId="urn:microsoft.com/office/officeart/2005/8/layout/hList6"/>
    <dgm:cxn modelId="{03308E40-F9D6-4875-A533-74D40C052B57}" srcId="{7111ADEA-BF29-4721-A8AB-4A0ABC061510}" destId="{3F5F6ED7-4DD8-4005-80C1-3AB2E2B10F9A}" srcOrd="0" destOrd="0" parTransId="{1788C0CC-A355-43D6-8599-CD3AADF9A058}" sibTransId="{1A558B49-F709-4E84-B6F8-40204E89BA13}"/>
    <dgm:cxn modelId="{69C65E43-69CD-4B73-B2D8-4EC0AFC3F892}" srcId="{8453C616-A63C-44C0-B035-FB631DDD965D}" destId="{7647EFD5-20BB-45E7-A014-A179D21CC701}" srcOrd="2" destOrd="0" parTransId="{466ADE82-5E28-452B-8EA9-E68605CA66BC}" sibTransId="{C00BC04A-135F-4B89-A4F4-2DE97DED605F}"/>
    <dgm:cxn modelId="{F45AE16A-4879-4252-959A-8CC8D98ABA55}" type="presOf" srcId="{49917864-237F-491D-99C3-3CD996EAD049}" destId="{74156EB7-67A6-44C3-A6A2-7B9CEA51975A}" srcOrd="0" destOrd="1" presId="urn:microsoft.com/office/officeart/2005/8/layout/hList6"/>
    <dgm:cxn modelId="{08CF896E-A657-4F74-BCB9-B205A592DECF}" type="presOf" srcId="{81510D2D-70B9-4F58-A57A-84C9FBB39649}" destId="{DC970B3C-6C3D-4CFA-AE5B-C71DA5BBE428}" srcOrd="0" destOrd="1" presId="urn:microsoft.com/office/officeart/2005/8/layout/hList6"/>
    <dgm:cxn modelId="{80A76357-1F44-4894-B1E3-73F2C6338D65}" type="presOf" srcId="{F7F0DE59-3411-4415-9CFA-A996FFCD8272}" destId="{ED3ED0DC-2A51-4BC9-BB1E-E07CF546D374}" srcOrd="0" destOrd="2" presId="urn:microsoft.com/office/officeart/2005/8/layout/hList6"/>
    <dgm:cxn modelId="{04674457-6FEF-48D0-BFBE-08F63D66943C}" srcId="{18D87A2C-C409-4D61-B5AA-7001986B2658}" destId="{81510D2D-70B9-4F58-A57A-84C9FBB39649}" srcOrd="0" destOrd="0" parTransId="{071D5763-575D-489C-BC5F-32F02C9A4E0B}" sibTransId="{6AA1CA79-ADD8-4AA2-9C5B-6086D4EB1463}"/>
    <dgm:cxn modelId="{ABBEA858-E753-4FDD-9DAA-2B7CB79E3DFD}" type="presOf" srcId="{4B77C394-C20F-4CFF-8017-09B9D95939DE}" destId="{A2BBEA7D-FE90-4383-BA0A-2EB623F72452}" srcOrd="0" destOrd="1" presId="urn:microsoft.com/office/officeart/2005/8/layout/hList6"/>
    <dgm:cxn modelId="{D413C358-A4FB-4006-9FF3-367C8322B7EA}" type="presOf" srcId="{18D87A2C-C409-4D61-B5AA-7001986B2658}" destId="{DC970B3C-6C3D-4CFA-AE5B-C71DA5BBE428}" srcOrd="0" destOrd="0" presId="urn:microsoft.com/office/officeart/2005/8/layout/hList6"/>
    <dgm:cxn modelId="{768DD67E-9CDA-4B2F-BDEB-BE41BA1EA4C2}" type="presOf" srcId="{7111ADEA-BF29-4721-A8AB-4A0ABC061510}" destId="{7BC4E304-7F22-4FC3-9794-AF346B0E6B26}" srcOrd="0" destOrd="0" presId="urn:microsoft.com/office/officeart/2005/8/layout/hList6"/>
    <dgm:cxn modelId="{52464684-34E6-4CA2-840D-C48B0CA28E7D}" srcId="{8453C616-A63C-44C0-B035-FB631DDD965D}" destId="{7474268F-D4F8-4A8A-AAC1-2C531E241335}" srcOrd="1" destOrd="0" parTransId="{5D2384B9-9987-448C-A9FE-8B90C4E07165}" sibTransId="{8E267348-C4C5-45FA-B06A-DF5B5731E7C2}"/>
    <dgm:cxn modelId="{7DFAE18E-DAB0-401E-AABF-189CF99ED097}" srcId="{8453C616-A63C-44C0-B035-FB631DDD965D}" destId="{74070096-12EE-4BB9-AA4F-2E122B6D8932}" srcOrd="0" destOrd="0" parTransId="{E4F450F9-ED88-43FD-9BD0-33A5800A0CCB}" sibTransId="{6199315E-6473-4B6B-8938-3D95B0EC2DB4}"/>
    <dgm:cxn modelId="{43B54B98-BFD5-46BE-88E6-BE05CDF65803}" srcId="{8453C616-A63C-44C0-B035-FB631DDD965D}" destId="{F53E146E-7850-4553-A7A3-050CDF4137E0}" srcOrd="4" destOrd="0" parTransId="{D1565C7B-0E1A-4941-9145-B9274287D51E}" sibTransId="{058F9315-D9F1-4350-ADE7-3883074CA417}"/>
    <dgm:cxn modelId="{B5490BAC-EE41-4FFD-BF9E-67B35F396287}" srcId="{7647EFD5-20BB-45E7-A014-A179D21CC701}" destId="{4B77C394-C20F-4CFF-8017-09B9D95939DE}" srcOrd="0" destOrd="0" parTransId="{09F8BB79-4608-427B-9BD5-5CE122F12BD4}" sibTransId="{FE887EB9-E129-48C7-B680-FAD5DA512C40}"/>
    <dgm:cxn modelId="{32D328B2-1893-4284-8586-3C32B24CBC58}" srcId="{8453C616-A63C-44C0-B035-FB631DDD965D}" destId="{7111ADEA-BF29-4721-A8AB-4A0ABC061510}" srcOrd="3" destOrd="0" parTransId="{28044D9D-1AF9-4900-87B7-479A01BFB3FD}" sibTransId="{CEE27682-3C77-408B-A5BC-78BA80D807E0}"/>
    <dgm:cxn modelId="{F66D56B3-7A7E-472F-B6C2-65CAA98E2DB0}" srcId="{7474268F-D4F8-4A8A-AAC1-2C531E241335}" destId="{A8BE6759-9566-4B6A-B8DC-E0F60FEC7FA7}" srcOrd="0" destOrd="0" parTransId="{AE82D98E-1D93-4EA3-BF38-6C44E32C8382}" sibTransId="{82D62D0B-BEEA-4E1A-8B57-197C04138A25}"/>
    <dgm:cxn modelId="{54016DBD-982E-400A-A358-3D50AB5D4FF5}" srcId="{F53E146E-7850-4553-A7A3-050CDF4137E0}" destId="{3CCCD69F-D67E-426B-A6EB-BE37787598A1}" srcOrd="1" destOrd="0" parTransId="{23C76455-C30B-47A8-A3DB-F6030F3D538C}" sibTransId="{18988341-BBDD-40E4-A9B5-E36545850DE3}"/>
    <dgm:cxn modelId="{5482AAC7-DA30-4878-8207-751C911C48DA}" type="presOf" srcId="{70D7B5EF-0A45-43E1-BC79-AFB1209373DB}" destId="{74156EB7-67A6-44C3-A6A2-7B9CEA51975A}" srcOrd="0" destOrd="3" presId="urn:microsoft.com/office/officeart/2005/8/layout/hList6"/>
    <dgm:cxn modelId="{3E2AB9DF-7F96-435C-B97F-603D8C271FF7}" srcId="{8453C616-A63C-44C0-B035-FB631DDD965D}" destId="{18D87A2C-C409-4D61-B5AA-7001986B2658}" srcOrd="5" destOrd="0" parTransId="{62474406-8089-4974-8AAE-D1E0F3FC22D6}" sibTransId="{803622BB-2A8B-41FD-AB9D-917E8380C157}"/>
    <dgm:cxn modelId="{EEB136F0-97DA-416D-A7D7-9C3CEA806185}" type="presOf" srcId="{3F5F6ED7-4DD8-4005-80C1-3AB2E2B10F9A}" destId="{7BC4E304-7F22-4FC3-9794-AF346B0E6B26}" srcOrd="0" destOrd="1" presId="urn:microsoft.com/office/officeart/2005/8/layout/hList6"/>
    <dgm:cxn modelId="{42AC7DFE-727E-40BF-A604-310F478B9DB3}" type="presOf" srcId="{74070096-12EE-4BB9-AA4F-2E122B6D8932}" destId="{ED3ED0DC-2A51-4BC9-BB1E-E07CF546D374}" srcOrd="0" destOrd="0" presId="urn:microsoft.com/office/officeart/2005/8/layout/hList6"/>
    <dgm:cxn modelId="{99BA57F9-F138-4C58-B52F-D6B2889F65E4}" type="presParOf" srcId="{378AB192-EAD7-4B16-92A1-A7EE287C8129}" destId="{ED3ED0DC-2A51-4BC9-BB1E-E07CF546D374}" srcOrd="0" destOrd="0" presId="urn:microsoft.com/office/officeart/2005/8/layout/hList6"/>
    <dgm:cxn modelId="{0CD0BBB3-1144-4B0B-B657-F2088224C987}" type="presParOf" srcId="{378AB192-EAD7-4B16-92A1-A7EE287C8129}" destId="{DBD25A73-C6F7-41EA-9A8C-B9995F3F6366}" srcOrd="1" destOrd="0" presId="urn:microsoft.com/office/officeart/2005/8/layout/hList6"/>
    <dgm:cxn modelId="{3C800653-FB5B-49C8-903D-EC13BD18BEEF}" type="presParOf" srcId="{378AB192-EAD7-4B16-92A1-A7EE287C8129}" destId="{8D048204-BB84-410E-A751-D876C1504519}" srcOrd="2" destOrd="0" presId="urn:microsoft.com/office/officeart/2005/8/layout/hList6"/>
    <dgm:cxn modelId="{E051A571-69DC-4346-BCBF-6A0111AD271E}" type="presParOf" srcId="{378AB192-EAD7-4B16-92A1-A7EE287C8129}" destId="{E8D0842F-F023-4517-8AF7-0202719D52A8}" srcOrd="3" destOrd="0" presId="urn:microsoft.com/office/officeart/2005/8/layout/hList6"/>
    <dgm:cxn modelId="{48024C52-E8DC-49B8-9E6A-9C189915CA03}" type="presParOf" srcId="{378AB192-EAD7-4B16-92A1-A7EE287C8129}" destId="{A2BBEA7D-FE90-4383-BA0A-2EB623F72452}" srcOrd="4" destOrd="0" presId="urn:microsoft.com/office/officeart/2005/8/layout/hList6"/>
    <dgm:cxn modelId="{5878587C-FE8C-4657-B0B4-EF07AA7C274D}" type="presParOf" srcId="{378AB192-EAD7-4B16-92A1-A7EE287C8129}" destId="{E8D6C1E6-A640-4C3C-ADED-9570C89BFD74}" srcOrd="5" destOrd="0" presId="urn:microsoft.com/office/officeart/2005/8/layout/hList6"/>
    <dgm:cxn modelId="{7A23CBB0-392E-468F-9E67-3BCAC9D85A73}" type="presParOf" srcId="{378AB192-EAD7-4B16-92A1-A7EE287C8129}" destId="{7BC4E304-7F22-4FC3-9794-AF346B0E6B26}" srcOrd="6" destOrd="0" presId="urn:microsoft.com/office/officeart/2005/8/layout/hList6"/>
    <dgm:cxn modelId="{639E1DBF-5F72-4271-9A35-DAA263F0BEE5}" type="presParOf" srcId="{378AB192-EAD7-4B16-92A1-A7EE287C8129}" destId="{8083806A-3C03-4BEA-AEEE-025DFC927379}" srcOrd="7" destOrd="0" presId="urn:microsoft.com/office/officeart/2005/8/layout/hList6"/>
    <dgm:cxn modelId="{29B643A7-448C-4DF5-80EC-5BB2A1A59267}" type="presParOf" srcId="{378AB192-EAD7-4B16-92A1-A7EE287C8129}" destId="{74156EB7-67A6-44C3-A6A2-7B9CEA51975A}" srcOrd="8" destOrd="0" presId="urn:microsoft.com/office/officeart/2005/8/layout/hList6"/>
    <dgm:cxn modelId="{A9D095CF-34AE-43EF-BEB9-5E832D6D480F}" type="presParOf" srcId="{378AB192-EAD7-4B16-92A1-A7EE287C8129}" destId="{92846FD5-AE93-40FE-BE0A-816FC8B075D5}" srcOrd="9" destOrd="0" presId="urn:microsoft.com/office/officeart/2005/8/layout/hList6"/>
    <dgm:cxn modelId="{274BF926-AB71-4106-AE9D-95841F02546F}" type="presParOf" srcId="{378AB192-EAD7-4B16-92A1-A7EE287C8129}" destId="{DC970B3C-6C3D-4CFA-AE5B-C71DA5BBE428}" srcOrd="10"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3E113D8-A71B-410B-94C6-75974F221AF4}" type="doc">
      <dgm:prSet loTypeId="urn:microsoft.com/office/officeart/2008/layout/VerticalCircleList" loCatId="list" qsTypeId="urn:microsoft.com/office/officeart/2005/8/quickstyle/simple1" qsCatId="simple" csTypeId="urn:microsoft.com/office/officeart/2005/8/colors/colorful1" csCatId="colorful" phldr="1"/>
      <dgm:spPr/>
    </dgm:pt>
    <dgm:pt modelId="{366A66D9-ABD0-47B3-ABC1-C56B57AA16E9}">
      <dgm:prSet phldrT="[Text]"/>
      <dgm:spPr/>
      <dgm:t>
        <a:bodyPr/>
        <a:lstStyle/>
        <a:p>
          <a:r>
            <a:rPr lang="en-US" dirty="0"/>
            <a:t>High level requirements view in inner rounds</a:t>
          </a:r>
        </a:p>
      </dgm:t>
    </dgm:pt>
    <dgm:pt modelId="{1BA52F77-037C-43AA-B8E9-0AC3114C8A5A}" type="parTrans" cxnId="{CD67A01E-3484-4F00-887B-76DE8AD5C5DE}">
      <dgm:prSet/>
      <dgm:spPr/>
      <dgm:t>
        <a:bodyPr/>
        <a:lstStyle/>
        <a:p>
          <a:endParaRPr lang="en-US"/>
        </a:p>
      </dgm:t>
    </dgm:pt>
    <dgm:pt modelId="{4124CB5F-81E1-4697-A41C-34CD6ADC04CA}" type="sibTrans" cxnId="{CD67A01E-3484-4F00-887B-76DE8AD5C5DE}">
      <dgm:prSet/>
      <dgm:spPr/>
      <dgm:t>
        <a:bodyPr/>
        <a:lstStyle/>
        <a:p>
          <a:endParaRPr lang="en-US"/>
        </a:p>
      </dgm:t>
    </dgm:pt>
    <dgm:pt modelId="{9DB41A46-5A22-4E24-912A-B8887FC0D25E}">
      <dgm:prSet phldrT="[Text]"/>
      <dgm:spPr/>
      <dgm:t>
        <a:bodyPr/>
        <a:lstStyle/>
        <a:p>
          <a:r>
            <a:rPr lang="en-US" dirty="0"/>
            <a:t>Risk analysis </a:t>
          </a:r>
        </a:p>
      </dgm:t>
    </dgm:pt>
    <dgm:pt modelId="{9242D45A-48C0-48E8-82C5-CC8FEF966B27}" type="parTrans" cxnId="{6B9119E1-B338-45D3-B0F6-038BF265E82F}">
      <dgm:prSet/>
      <dgm:spPr/>
      <dgm:t>
        <a:bodyPr/>
        <a:lstStyle/>
        <a:p>
          <a:endParaRPr lang="en-US"/>
        </a:p>
      </dgm:t>
    </dgm:pt>
    <dgm:pt modelId="{4E529DC9-130C-49C2-B923-289898698E0D}" type="sibTrans" cxnId="{6B9119E1-B338-45D3-B0F6-038BF265E82F}">
      <dgm:prSet/>
      <dgm:spPr/>
      <dgm:t>
        <a:bodyPr/>
        <a:lstStyle/>
        <a:p>
          <a:endParaRPr lang="en-US"/>
        </a:p>
      </dgm:t>
    </dgm:pt>
    <dgm:pt modelId="{A65688FB-B04C-4137-A77D-E873A9DCFF43}">
      <dgm:prSet phldrT="[Text]"/>
      <dgm:spPr/>
      <dgm:t>
        <a:bodyPr/>
        <a:lstStyle/>
        <a:p>
          <a:r>
            <a:rPr lang="en-US" dirty="0"/>
            <a:t>Time and effort invested</a:t>
          </a:r>
        </a:p>
      </dgm:t>
    </dgm:pt>
    <dgm:pt modelId="{2A2235B7-B4C8-4C56-A698-11AB7C7C2328}" type="parTrans" cxnId="{E8489284-C396-4F03-910F-149C3F9E3388}">
      <dgm:prSet/>
      <dgm:spPr/>
      <dgm:t>
        <a:bodyPr/>
        <a:lstStyle/>
        <a:p>
          <a:endParaRPr lang="en-US"/>
        </a:p>
      </dgm:t>
    </dgm:pt>
    <dgm:pt modelId="{7B2DADA6-5248-4F96-B022-A4447F27BFE4}" type="sibTrans" cxnId="{E8489284-C396-4F03-910F-149C3F9E3388}">
      <dgm:prSet/>
      <dgm:spPr/>
      <dgm:t>
        <a:bodyPr/>
        <a:lstStyle/>
        <a:p>
          <a:endParaRPr lang="en-US"/>
        </a:p>
      </dgm:t>
    </dgm:pt>
    <dgm:pt modelId="{8B4A9F11-0684-4365-B975-9361B1A2CB02}">
      <dgm:prSet phldrT="[Text]"/>
      <dgm:spPr/>
      <dgm:t>
        <a:bodyPr/>
        <a:lstStyle/>
        <a:p>
          <a:r>
            <a:rPr lang="en-US" dirty="0"/>
            <a:t>Complex requirements in outer ones</a:t>
          </a:r>
        </a:p>
      </dgm:t>
    </dgm:pt>
    <dgm:pt modelId="{09AB308E-2539-47DD-8E39-35FA135B0C85}" type="parTrans" cxnId="{B68D7628-E449-4DFB-BA88-F6EB4B5B809D}">
      <dgm:prSet/>
      <dgm:spPr/>
      <dgm:t>
        <a:bodyPr/>
        <a:lstStyle/>
        <a:p>
          <a:endParaRPr lang="en-US"/>
        </a:p>
      </dgm:t>
    </dgm:pt>
    <dgm:pt modelId="{1FAAA39A-BF20-4E3B-BAC8-812EBFFC5375}" type="sibTrans" cxnId="{B68D7628-E449-4DFB-BA88-F6EB4B5B809D}">
      <dgm:prSet/>
      <dgm:spPr/>
      <dgm:t>
        <a:bodyPr/>
        <a:lstStyle/>
        <a:p>
          <a:endParaRPr lang="en-US"/>
        </a:p>
      </dgm:t>
    </dgm:pt>
    <dgm:pt modelId="{7404E64C-0D0D-4D3B-98A3-415F2BFFE4A6}" type="pres">
      <dgm:prSet presAssocID="{E3E113D8-A71B-410B-94C6-75974F221AF4}" presName="Name0" presStyleCnt="0">
        <dgm:presLayoutVars>
          <dgm:dir/>
        </dgm:presLayoutVars>
      </dgm:prSet>
      <dgm:spPr/>
    </dgm:pt>
    <dgm:pt modelId="{BDBF08FC-AF6F-4525-9994-84FAF2BAC67E}" type="pres">
      <dgm:prSet presAssocID="{366A66D9-ABD0-47B3-ABC1-C56B57AA16E9}" presName="noChildren" presStyleCnt="0"/>
      <dgm:spPr/>
    </dgm:pt>
    <dgm:pt modelId="{F3669FFC-7AB1-4BF4-BA3C-461550ED1B17}" type="pres">
      <dgm:prSet presAssocID="{366A66D9-ABD0-47B3-ABC1-C56B57AA16E9}" presName="gap" presStyleCnt="0"/>
      <dgm:spPr/>
    </dgm:pt>
    <dgm:pt modelId="{FB3EB323-A766-4536-B45E-4292C4FACAC7}" type="pres">
      <dgm:prSet presAssocID="{366A66D9-ABD0-47B3-ABC1-C56B57AA16E9}" presName="medCircle2" presStyleLbl="vennNode1" presStyleIdx="0" presStyleCnt="4"/>
      <dgm:spPr/>
    </dgm:pt>
    <dgm:pt modelId="{C48B0252-8F2E-452B-BFD9-60934C92E5B1}" type="pres">
      <dgm:prSet presAssocID="{366A66D9-ABD0-47B3-ABC1-C56B57AA16E9}" presName="txLvlOnly1" presStyleLbl="revTx" presStyleIdx="0" presStyleCnt="4"/>
      <dgm:spPr/>
    </dgm:pt>
    <dgm:pt modelId="{4E995240-8556-4C43-97D5-C7FDECD0D35E}" type="pres">
      <dgm:prSet presAssocID="{8B4A9F11-0684-4365-B975-9361B1A2CB02}" presName="noChildren" presStyleCnt="0"/>
      <dgm:spPr/>
    </dgm:pt>
    <dgm:pt modelId="{033BAB1E-2E01-4359-9ED7-7FF443547F1E}" type="pres">
      <dgm:prSet presAssocID="{8B4A9F11-0684-4365-B975-9361B1A2CB02}" presName="gap" presStyleCnt="0"/>
      <dgm:spPr/>
    </dgm:pt>
    <dgm:pt modelId="{40789B7E-95C8-4B25-B6AC-2595E519AE74}" type="pres">
      <dgm:prSet presAssocID="{8B4A9F11-0684-4365-B975-9361B1A2CB02}" presName="medCircle2" presStyleLbl="vennNode1" presStyleIdx="1" presStyleCnt="4"/>
      <dgm:spPr/>
    </dgm:pt>
    <dgm:pt modelId="{436BDDD5-DAEE-447B-8A03-B502A9C3C10E}" type="pres">
      <dgm:prSet presAssocID="{8B4A9F11-0684-4365-B975-9361B1A2CB02}" presName="txLvlOnly1" presStyleLbl="revTx" presStyleIdx="1" presStyleCnt="4"/>
      <dgm:spPr/>
    </dgm:pt>
    <dgm:pt modelId="{8C7AC8E7-85D7-4703-93B9-9E3858389A9D}" type="pres">
      <dgm:prSet presAssocID="{9DB41A46-5A22-4E24-912A-B8887FC0D25E}" presName="noChildren" presStyleCnt="0"/>
      <dgm:spPr/>
    </dgm:pt>
    <dgm:pt modelId="{1E9730ED-C4CF-4910-B55B-33E3C60B0314}" type="pres">
      <dgm:prSet presAssocID="{9DB41A46-5A22-4E24-912A-B8887FC0D25E}" presName="gap" presStyleCnt="0"/>
      <dgm:spPr/>
    </dgm:pt>
    <dgm:pt modelId="{708EDB69-05D5-4EBD-8293-FA64961F51BD}" type="pres">
      <dgm:prSet presAssocID="{9DB41A46-5A22-4E24-912A-B8887FC0D25E}" presName="medCircle2" presStyleLbl="vennNode1" presStyleIdx="2" presStyleCnt="4"/>
      <dgm:spPr/>
    </dgm:pt>
    <dgm:pt modelId="{36E2F1A3-7741-4C53-89B1-4F8C7210934A}" type="pres">
      <dgm:prSet presAssocID="{9DB41A46-5A22-4E24-912A-B8887FC0D25E}" presName="txLvlOnly1" presStyleLbl="revTx" presStyleIdx="2" presStyleCnt="4"/>
      <dgm:spPr/>
    </dgm:pt>
    <dgm:pt modelId="{1446657B-B92B-466A-BBE1-C671FF8DBC19}" type="pres">
      <dgm:prSet presAssocID="{A65688FB-B04C-4137-A77D-E873A9DCFF43}" presName="noChildren" presStyleCnt="0"/>
      <dgm:spPr/>
    </dgm:pt>
    <dgm:pt modelId="{4368D961-3412-4ABE-A570-C79243812F81}" type="pres">
      <dgm:prSet presAssocID="{A65688FB-B04C-4137-A77D-E873A9DCFF43}" presName="gap" presStyleCnt="0"/>
      <dgm:spPr/>
    </dgm:pt>
    <dgm:pt modelId="{4957573B-F844-40BC-BE54-665ECE9FAAEF}" type="pres">
      <dgm:prSet presAssocID="{A65688FB-B04C-4137-A77D-E873A9DCFF43}" presName="medCircle2" presStyleLbl="vennNode1" presStyleIdx="3" presStyleCnt="4"/>
      <dgm:spPr/>
    </dgm:pt>
    <dgm:pt modelId="{EA994F97-7AE6-4AAC-B7E7-20370F9CDB80}" type="pres">
      <dgm:prSet presAssocID="{A65688FB-B04C-4137-A77D-E873A9DCFF43}" presName="txLvlOnly1" presStyleLbl="revTx" presStyleIdx="3" presStyleCnt="4"/>
      <dgm:spPr/>
    </dgm:pt>
  </dgm:ptLst>
  <dgm:cxnLst>
    <dgm:cxn modelId="{CD67A01E-3484-4F00-887B-76DE8AD5C5DE}" srcId="{E3E113D8-A71B-410B-94C6-75974F221AF4}" destId="{366A66D9-ABD0-47B3-ABC1-C56B57AA16E9}" srcOrd="0" destOrd="0" parTransId="{1BA52F77-037C-43AA-B8E9-0AC3114C8A5A}" sibTransId="{4124CB5F-81E1-4697-A41C-34CD6ADC04CA}"/>
    <dgm:cxn modelId="{B68D7628-E449-4DFB-BA88-F6EB4B5B809D}" srcId="{E3E113D8-A71B-410B-94C6-75974F221AF4}" destId="{8B4A9F11-0684-4365-B975-9361B1A2CB02}" srcOrd="1" destOrd="0" parTransId="{09AB308E-2539-47DD-8E39-35FA135B0C85}" sibTransId="{1FAAA39A-BF20-4E3B-BAC8-812EBFFC5375}"/>
    <dgm:cxn modelId="{B35F4B47-2DCB-4A00-A4DE-8702FEC89A70}" type="presOf" srcId="{366A66D9-ABD0-47B3-ABC1-C56B57AA16E9}" destId="{C48B0252-8F2E-452B-BFD9-60934C92E5B1}" srcOrd="0" destOrd="0" presId="urn:microsoft.com/office/officeart/2008/layout/VerticalCircleList"/>
    <dgm:cxn modelId="{5A0BB54B-2B3B-40F9-A77F-3B7076299672}" type="presOf" srcId="{A65688FB-B04C-4137-A77D-E873A9DCFF43}" destId="{EA994F97-7AE6-4AAC-B7E7-20370F9CDB80}" srcOrd="0" destOrd="0" presId="urn:microsoft.com/office/officeart/2008/layout/VerticalCircleList"/>
    <dgm:cxn modelId="{E8489284-C396-4F03-910F-149C3F9E3388}" srcId="{E3E113D8-A71B-410B-94C6-75974F221AF4}" destId="{A65688FB-B04C-4137-A77D-E873A9DCFF43}" srcOrd="3" destOrd="0" parTransId="{2A2235B7-B4C8-4C56-A698-11AB7C7C2328}" sibTransId="{7B2DADA6-5248-4F96-B022-A4447F27BFE4}"/>
    <dgm:cxn modelId="{C6779A89-9AA8-4AA1-812A-5BC56EF1931C}" type="presOf" srcId="{9DB41A46-5A22-4E24-912A-B8887FC0D25E}" destId="{36E2F1A3-7741-4C53-89B1-4F8C7210934A}" srcOrd="0" destOrd="0" presId="urn:microsoft.com/office/officeart/2008/layout/VerticalCircleList"/>
    <dgm:cxn modelId="{1EFFC2B4-6B6E-4330-94C9-5354BD63BE2B}" type="presOf" srcId="{E3E113D8-A71B-410B-94C6-75974F221AF4}" destId="{7404E64C-0D0D-4D3B-98A3-415F2BFFE4A6}" srcOrd="0" destOrd="0" presId="urn:microsoft.com/office/officeart/2008/layout/VerticalCircleList"/>
    <dgm:cxn modelId="{DEB7E0BA-A678-472A-8357-478E2D2DB529}" type="presOf" srcId="{8B4A9F11-0684-4365-B975-9361B1A2CB02}" destId="{436BDDD5-DAEE-447B-8A03-B502A9C3C10E}" srcOrd="0" destOrd="0" presId="urn:microsoft.com/office/officeart/2008/layout/VerticalCircleList"/>
    <dgm:cxn modelId="{6B9119E1-B338-45D3-B0F6-038BF265E82F}" srcId="{E3E113D8-A71B-410B-94C6-75974F221AF4}" destId="{9DB41A46-5A22-4E24-912A-B8887FC0D25E}" srcOrd="2" destOrd="0" parTransId="{9242D45A-48C0-48E8-82C5-CC8FEF966B27}" sibTransId="{4E529DC9-130C-49C2-B923-289898698E0D}"/>
    <dgm:cxn modelId="{7CC2F64C-2695-4991-8B4C-0B6F46EB07C5}" type="presParOf" srcId="{7404E64C-0D0D-4D3B-98A3-415F2BFFE4A6}" destId="{BDBF08FC-AF6F-4525-9994-84FAF2BAC67E}" srcOrd="0" destOrd="0" presId="urn:microsoft.com/office/officeart/2008/layout/VerticalCircleList"/>
    <dgm:cxn modelId="{F7E4C714-FFC9-49FB-8DA2-F4858B001007}" type="presParOf" srcId="{BDBF08FC-AF6F-4525-9994-84FAF2BAC67E}" destId="{F3669FFC-7AB1-4BF4-BA3C-461550ED1B17}" srcOrd="0" destOrd="0" presId="urn:microsoft.com/office/officeart/2008/layout/VerticalCircleList"/>
    <dgm:cxn modelId="{8EE9313B-DFBE-4BA4-8E7D-4F2DEB427785}" type="presParOf" srcId="{BDBF08FC-AF6F-4525-9994-84FAF2BAC67E}" destId="{FB3EB323-A766-4536-B45E-4292C4FACAC7}" srcOrd="1" destOrd="0" presId="urn:microsoft.com/office/officeart/2008/layout/VerticalCircleList"/>
    <dgm:cxn modelId="{AA3F53A9-3F5B-40C1-B6A2-1553D20EDDCC}" type="presParOf" srcId="{BDBF08FC-AF6F-4525-9994-84FAF2BAC67E}" destId="{C48B0252-8F2E-452B-BFD9-60934C92E5B1}" srcOrd="2" destOrd="0" presId="urn:microsoft.com/office/officeart/2008/layout/VerticalCircleList"/>
    <dgm:cxn modelId="{517AE7F0-5720-4935-B536-A7F25CCB27B7}" type="presParOf" srcId="{7404E64C-0D0D-4D3B-98A3-415F2BFFE4A6}" destId="{4E995240-8556-4C43-97D5-C7FDECD0D35E}" srcOrd="1" destOrd="0" presId="urn:microsoft.com/office/officeart/2008/layout/VerticalCircleList"/>
    <dgm:cxn modelId="{9A3D261A-8A29-4FB2-8850-59D805F2A7B6}" type="presParOf" srcId="{4E995240-8556-4C43-97D5-C7FDECD0D35E}" destId="{033BAB1E-2E01-4359-9ED7-7FF443547F1E}" srcOrd="0" destOrd="0" presId="urn:microsoft.com/office/officeart/2008/layout/VerticalCircleList"/>
    <dgm:cxn modelId="{D0AFCBDF-61E5-4770-BC56-BFDD470CA5A6}" type="presParOf" srcId="{4E995240-8556-4C43-97D5-C7FDECD0D35E}" destId="{40789B7E-95C8-4B25-B6AC-2595E519AE74}" srcOrd="1" destOrd="0" presId="urn:microsoft.com/office/officeart/2008/layout/VerticalCircleList"/>
    <dgm:cxn modelId="{1881BCF3-527F-4AE4-9FC1-81C409E6DC8D}" type="presParOf" srcId="{4E995240-8556-4C43-97D5-C7FDECD0D35E}" destId="{436BDDD5-DAEE-447B-8A03-B502A9C3C10E}" srcOrd="2" destOrd="0" presId="urn:microsoft.com/office/officeart/2008/layout/VerticalCircleList"/>
    <dgm:cxn modelId="{C2BEA3FF-D282-4F13-BAA5-B882E2E7058B}" type="presParOf" srcId="{7404E64C-0D0D-4D3B-98A3-415F2BFFE4A6}" destId="{8C7AC8E7-85D7-4703-93B9-9E3858389A9D}" srcOrd="2" destOrd="0" presId="urn:microsoft.com/office/officeart/2008/layout/VerticalCircleList"/>
    <dgm:cxn modelId="{7F1237C2-1280-4719-915F-0E0D4B2A8590}" type="presParOf" srcId="{8C7AC8E7-85D7-4703-93B9-9E3858389A9D}" destId="{1E9730ED-C4CF-4910-B55B-33E3C60B0314}" srcOrd="0" destOrd="0" presId="urn:microsoft.com/office/officeart/2008/layout/VerticalCircleList"/>
    <dgm:cxn modelId="{BE4EADB0-53E5-41F0-B603-7FB5C39E989C}" type="presParOf" srcId="{8C7AC8E7-85D7-4703-93B9-9E3858389A9D}" destId="{708EDB69-05D5-4EBD-8293-FA64961F51BD}" srcOrd="1" destOrd="0" presId="urn:microsoft.com/office/officeart/2008/layout/VerticalCircleList"/>
    <dgm:cxn modelId="{FEC2ABDC-0642-47CF-B238-6CB5F15E2AC8}" type="presParOf" srcId="{8C7AC8E7-85D7-4703-93B9-9E3858389A9D}" destId="{36E2F1A3-7741-4C53-89B1-4F8C7210934A}" srcOrd="2" destOrd="0" presId="urn:microsoft.com/office/officeart/2008/layout/VerticalCircleList"/>
    <dgm:cxn modelId="{D613445F-1E5A-40B7-893E-AE9E286FFA5F}" type="presParOf" srcId="{7404E64C-0D0D-4D3B-98A3-415F2BFFE4A6}" destId="{1446657B-B92B-466A-BBE1-C671FF8DBC19}" srcOrd="3" destOrd="0" presId="urn:microsoft.com/office/officeart/2008/layout/VerticalCircleList"/>
    <dgm:cxn modelId="{67FB745B-84C8-4D24-A06B-8054C21ED4EC}" type="presParOf" srcId="{1446657B-B92B-466A-BBE1-C671FF8DBC19}" destId="{4368D961-3412-4ABE-A570-C79243812F81}" srcOrd="0" destOrd="0" presId="urn:microsoft.com/office/officeart/2008/layout/VerticalCircleList"/>
    <dgm:cxn modelId="{D9C49045-1328-4370-8464-B27F01AFA070}" type="presParOf" srcId="{1446657B-B92B-466A-BBE1-C671FF8DBC19}" destId="{4957573B-F844-40BC-BE54-665ECE9FAAEF}" srcOrd="1" destOrd="0" presId="urn:microsoft.com/office/officeart/2008/layout/VerticalCircleList"/>
    <dgm:cxn modelId="{EDFFF534-2043-4137-BD91-B7C67CF08EF0}" type="presParOf" srcId="{1446657B-B92B-466A-BBE1-C671FF8DBC19}" destId="{EA994F97-7AE6-4AAC-B7E7-20370F9CDB80}" srcOrd="2" destOrd="0" presId="urn:microsoft.com/office/officeart/2008/layout/Vertical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BB98987-211D-4054-AB15-61114FE77C8A}" type="doc">
      <dgm:prSet loTypeId="urn:microsoft.com/office/officeart/2005/8/layout/matrix3" loCatId="matrix" qsTypeId="urn:microsoft.com/office/officeart/2005/8/quickstyle/simple1" qsCatId="simple" csTypeId="urn:microsoft.com/office/officeart/2005/8/colors/colorful2" csCatId="colorful" phldr="1"/>
      <dgm:spPr/>
    </dgm:pt>
    <dgm:pt modelId="{05AFBDF7-C46E-4665-8FDE-E27A155DCB6F}">
      <dgm:prSet phldrT="[Text]"/>
      <dgm:spPr/>
      <dgm:t>
        <a:bodyPr/>
        <a:lstStyle/>
        <a:p>
          <a:r>
            <a:rPr lang="en-US" dirty="0"/>
            <a:t>Find requirements. List all business req.</a:t>
          </a:r>
        </a:p>
      </dgm:t>
    </dgm:pt>
    <dgm:pt modelId="{F4DB1844-57D4-484C-A560-4BF7C9FA4E16}" type="parTrans" cxnId="{5EF0202B-C2DC-4BC4-989F-89FACA570FD6}">
      <dgm:prSet/>
      <dgm:spPr/>
      <dgm:t>
        <a:bodyPr/>
        <a:lstStyle/>
        <a:p>
          <a:endParaRPr lang="en-US"/>
        </a:p>
      </dgm:t>
    </dgm:pt>
    <dgm:pt modelId="{63582A59-4962-4487-A58D-637FA0D12234}" type="sibTrans" cxnId="{5EF0202B-C2DC-4BC4-989F-89FACA570FD6}">
      <dgm:prSet/>
      <dgm:spPr/>
      <dgm:t>
        <a:bodyPr/>
        <a:lstStyle/>
        <a:p>
          <a:endParaRPr lang="en-US"/>
        </a:p>
      </dgm:t>
    </dgm:pt>
    <dgm:pt modelId="{52874008-B5C7-4744-AEDF-311FCB2F9868}">
      <dgm:prSet phldrT="[Text]"/>
      <dgm:spPr/>
      <dgm:t>
        <a:bodyPr/>
        <a:lstStyle/>
        <a:p>
          <a:r>
            <a:rPr lang="en-US" dirty="0"/>
            <a:t>Classify as FR / NFR</a:t>
          </a:r>
        </a:p>
      </dgm:t>
    </dgm:pt>
    <dgm:pt modelId="{25E6C1B5-8A9F-47F5-A406-2044F844D9B5}" type="parTrans" cxnId="{ADA5A2F3-7B08-418E-9E88-11480F71501F}">
      <dgm:prSet/>
      <dgm:spPr/>
      <dgm:t>
        <a:bodyPr/>
        <a:lstStyle/>
        <a:p>
          <a:endParaRPr lang="en-US"/>
        </a:p>
      </dgm:t>
    </dgm:pt>
    <dgm:pt modelId="{8633D334-737B-4F5E-BDF9-68B445459C18}" type="sibTrans" cxnId="{ADA5A2F3-7B08-418E-9E88-11480F71501F}">
      <dgm:prSet/>
      <dgm:spPr/>
      <dgm:t>
        <a:bodyPr/>
        <a:lstStyle/>
        <a:p>
          <a:endParaRPr lang="en-US"/>
        </a:p>
      </dgm:t>
    </dgm:pt>
    <dgm:pt modelId="{FD2D8312-A4BC-4B33-BCDA-3D8B9CF6F131}">
      <dgm:prSet phldrT="[Text]"/>
      <dgm:spPr/>
      <dgm:t>
        <a:bodyPr/>
        <a:lstStyle/>
        <a:p>
          <a:r>
            <a:rPr lang="en-US" b="1" dirty="0"/>
            <a:t>Prioritize </a:t>
          </a:r>
          <a:r>
            <a:rPr lang="en-US" dirty="0"/>
            <a:t>which module to implement first and </a:t>
          </a:r>
          <a:r>
            <a:rPr lang="en-US" b="1" dirty="0"/>
            <a:t>remove the conflicting requirements</a:t>
          </a:r>
        </a:p>
      </dgm:t>
    </dgm:pt>
    <dgm:pt modelId="{C647DA66-7B2B-4AA7-85CF-7D66AEE337CD}" type="parTrans" cxnId="{6DD63A40-5B09-446B-B608-B4AC149686D1}">
      <dgm:prSet/>
      <dgm:spPr/>
      <dgm:t>
        <a:bodyPr/>
        <a:lstStyle/>
        <a:p>
          <a:endParaRPr lang="en-US"/>
        </a:p>
      </dgm:t>
    </dgm:pt>
    <dgm:pt modelId="{93B0AE68-93A0-4F02-A6C7-A52D19489D58}" type="sibTrans" cxnId="{6DD63A40-5B09-446B-B608-B4AC149686D1}">
      <dgm:prSet/>
      <dgm:spPr/>
      <dgm:t>
        <a:bodyPr/>
        <a:lstStyle/>
        <a:p>
          <a:endParaRPr lang="en-US"/>
        </a:p>
      </dgm:t>
    </dgm:pt>
    <dgm:pt modelId="{32EF8A39-ECE1-442A-A68B-C3A73C50F69C}">
      <dgm:prSet phldrT="[Text]"/>
      <dgm:spPr/>
      <dgm:t>
        <a:bodyPr/>
        <a:lstStyle/>
        <a:p>
          <a:r>
            <a:rPr lang="en-US" dirty="0"/>
            <a:t>Requirements documented and move to next spiral round</a:t>
          </a:r>
        </a:p>
      </dgm:t>
    </dgm:pt>
    <dgm:pt modelId="{A17E1561-61E4-4905-B86D-3476830667C7}" type="parTrans" cxnId="{3C28993A-7296-446B-B026-01108D57DCF9}">
      <dgm:prSet/>
      <dgm:spPr/>
      <dgm:t>
        <a:bodyPr/>
        <a:lstStyle/>
        <a:p>
          <a:endParaRPr lang="en-US"/>
        </a:p>
      </dgm:t>
    </dgm:pt>
    <dgm:pt modelId="{5272B372-9420-4758-8A1D-060180EDAD54}" type="sibTrans" cxnId="{3C28993A-7296-446B-B026-01108D57DCF9}">
      <dgm:prSet/>
      <dgm:spPr/>
      <dgm:t>
        <a:bodyPr/>
        <a:lstStyle/>
        <a:p>
          <a:endParaRPr lang="en-US"/>
        </a:p>
      </dgm:t>
    </dgm:pt>
    <dgm:pt modelId="{0D04712C-BC2E-4EB0-A3E2-83C09162BBA6}" type="pres">
      <dgm:prSet presAssocID="{DBB98987-211D-4054-AB15-61114FE77C8A}" presName="matrix" presStyleCnt="0">
        <dgm:presLayoutVars>
          <dgm:chMax val="1"/>
          <dgm:dir/>
          <dgm:resizeHandles val="exact"/>
        </dgm:presLayoutVars>
      </dgm:prSet>
      <dgm:spPr/>
    </dgm:pt>
    <dgm:pt modelId="{34C8F58B-8A2F-4CDB-B5F6-B896E5AD1898}" type="pres">
      <dgm:prSet presAssocID="{DBB98987-211D-4054-AB15-61114FE77C8A}" presName="diamond" presStyleLbl="bgShp" presStyleIdx="0" presStyleCnt="1"/>
      <dgm:spPr/>
    </dgm:pt>
    <dgm:pt modelId="{A27AC821-0898-42DA-92A3-E141CB244CAF}" type="pres">
      <dgm:prSet presAssocID="{DBB98987-211D-4054-AB15-61114FE77C8A}" presName="quad1" presStyleLbl="node1" presStyleIdx="0" presStyleCnt="4">
        <dgm:presLayoutVars>
          <dgm:chMax val="0"/>
          <dgm:chPref val="0"/>
          <dgm:bulletEnabled val="1"/>
        </dgm:presLayoutVars>
      </dgm:prSet>
      <dgm:spPr/>
    </dgm:pt>
    <dgm:pt modelId="{7B562D49-A61A-48BB-8345-A3C8CD4D0B6D}" type="pres">
      <dgm:prSet presAssocID="{DBB98987-211D-4054-AB15-61114FE77C8A}" presName="quad2" presStyleLbl="node1" presStyleIdx="1" presStyleCnt="4">
        <dgm:presLayoutVars>
          <dgm:chMax val="0"/>
          <dgm:chPref val="0"/>
          <dgm:bulletEnabled val="1"/>
        </dgm:presLayoutVars>
      </dgm:prSet>
      <dgm:spPr/>
    </dgm:pt>
    <dgm:pt modelId="{C9F9089D-D3E1-49DE-BC1E-BF7BD64CBD42}" type="pres">
      <dgm:prSet presAssocID="{DBB98987-211D-4054-AB15-61114FE77C8A}" presName="quad3" presStyleLbl="node1" presStyleIdx="2" presStyleCnt="4">
        <dgm:presLayoutVars>
          <dgm:chMax val="0"/>
          <dgm:chPref val="0"/>
          <dgm:bulletEnabled val="1"/>
        </dgm:presLayoutVars>
      </dgm:prSet>
      <dgm:spPr/>
    </dgm:pt>
    <dgm:pt modelId="{DA8F8166-629B-4C89-9A59-2294BFF350C3}" type="pres">
      <dgm:prSet presAssocID="{DBB98987-211D-4054-AB15-61114FE77C8A}" presName="quad4" presStyleLbl="node1" presStyleIdx="3" presStyleCnt="4">
        <dgm:presLayoutVars>
          <dgm:chMax val="0"/>
          <dgm:chPref val="0"/>
          <dgm:bulletEnabled val="1"/>
        </dgm:presLayoutVars>
      </dgm:prSet>
      <dgm:spPr/>
    </dgm:pt>
  </dgm:ptLst>
  <dgm:cxnLst>
    <dgm:cxn modelId="{328B712A-F1BE-460B-96C9-7C5DB0EC6C18}" type="presOf" srcId="{05AFBDF7-C46E-4665-8FDE-E27A155DCB6F}" destId="{A27AC821-0898-42DA-92A3-E141CB244CAF}" srcOrd="0" destOrd="0" presId="urn:microsoft.com/office/officeart/2005/8/layout/matrix3"/>
    <dgm:cxn modelId="{5EF0202B-C2DC-4BC4-989F-89FACA570FD6}" srcId="{DBB98987-211D-4054-AB15-61114FE77C8A}" destId="{05AFBDF7-C46E-4665-8FDE-E27A155DCB6F}" srcOrd="0" destOrd="0" parTransId="{F4DB1844-57D4-484C-A560-4BF7C9FA4E16}" sibTransId="{63582A59-4962-4487-A58D-637FA0D12234}"/>
    <dgm:cxn modelId="{3C28993A-7296-446B-B026-01108D57DCF9}" srcId="{DBB98987-211D-4054-AB15-61114FE77C8A}" destId="{32EF8A39-ECE1-442A-A68B-C3A73C50F69C}" srcOrd="3" destOrd="0" parTransId="{A17E1561-61E4-4905-B86D-3476830667C7}" sibTransId="{5272B372-9420-4758-8A1D-060180EDAD54}"/>
    <dgm:cxn modelId="{6DD63A40-5B09-446B-B608-B4AC149686D1}" srcId="{DBB98987-211D-4054-AB15-61114FE77C8A}" destId="{FD2D8312-A4BC-4B33-BCDA-3D8B9CF6F131}" srcOrd="2" destOrd="0" parTransId="{C647DA66-7B2B-4AA7-85CF-7D66AEE337CD}" sibTransId="{93B0AE68-93A0-4F02-A6C7-A52D19489D58}"/>
    <dgm:cxn modelId="{49F3D97D-2E21-4696-B779-283BDCD3C235}" type="presOf" srcId="{FD2D8312-A4BC-4B33-BCDA-3D8B9CF6F131}" destId="{C9F9089D-D3E1-49DE-BC1E-BF7BD64CBD42}" srcOrd="0" destOrd="0" presId="urn:microsoft.com/office/officeart/2005/8/layout/matrix3"/>
    <dgm:cxn modelId="{8E59B27F-E29A-4C4D-92F6-E48CEADFFA07}" type="presOf" srcId="{52874008-B5C7-4744-AEDF-311FCB2F9868}" destId="{7B562D49-A61A-48BB-8345-A3C8CD4D0B6D}" srcOrd="0" destOrd="0" presId="urn:microsoft.com/office/officeart/2005/8/layout/matrix3"/>
    <dgm:cxn modelId="{8830F980-1265-42BD-92E6-18C867C515A1}" type="presOf" srcId="{DBB98987-211D-4054-AB15-61114FE77C8A}" destId="{0D04712C-BC2E-4EB0-A3E2-83C09162BBA6}" srcOrd="0" destOrd="0" presId="urn:microsoft.com/office/officeart/2005/8/layout/matrix3"/>
    <dgm:cxn modelId="{9BDC90D2-6AE7-41E1-9E50-0C3FE69DB770}" type="presOf" srcId="{32EF8A39-ECE1-442A-A68B-C3A73C50F69C}" destId="{DA8F8166-629B-4C89-9A59-2294BFF350C3}" srcOrd="0" destOrd="0" presId="urn:microsoft.com/office/officeart/2005/8/layout/matrix3"/>
    <dgm:cxn modelId="{ADA5A2F3-7B08-418E-9E88-11480F71501F}" srcId="{DBB98987-211D-4054-AB15-61114FE77C8A}" destId="{52874008-B5C7-4744-AEDF-311FCB2F9868}" srcOrd="1" destOrd="0" parTransId="{25E6C1B5-8A9F-47F5-A406-2044F844D9B5}" sibTransId="{8633D334-737B-4F5E-BDF9-68B445459C18}"/>
    <dgm:cxn modelId="{18B8877E-A05A-4A16-A5B6-75DE32EDB108}" type="presParOf" srcId="{0D04712C-BC2E-4EB0-A3E2-83C09162BBA6}" destId="{34C8F58B-8A2F-4CDB-B5F6-B896E5AD1898}" srcOrd="0" destOrd="0" presId="urn:microsoft.com/office/officeart/2005/8/layout/matrix3"/>
    <dgm:cxn modelId="{4F3E42C2-AF34-4F24-AC43-F014B2C0D4D6}" type="presParOf" srcId="{0D04712C-BC2E-4EB0-A3E2-83C09162BBA6}" destId="{A27AC821-0898-42DA-92A3-E141CB244CAF}" srcOrd="1" destOrd="0" presId="urn:microsoft.com/office/officeart/2005/8/layout/matrix3"/>
    <dgm:cxn modelId="{D30B7791-2D0C-4D0C-B603-9BDEBAFF5266}" type="presParOf" srcId="{0D04712C-BC2E-4EB0-A3E2-83C09162BBA6}" destId="{7B562D49-A61A-48BB-8345-A3C8CD4D0B6D}" srcOrd="2" destOrd="0" presId="urn:microsoft.com/office/officeart/2005/8/layout/matrix3"/>
    <dgm:cxn modelId="{6E16AC08-99D4-4C95-BD6A-AA136924FF59}" type="presParOf" srcId="{0D04712C-BC2E-4EB0-A3E2-83C09162BBA6}" destId="{C9F9089D-D3E1-49DE-BC1E-BF7BD64CBD42}" srcOrd="3" destOrd="0" presId="urn:microsoft.com/office/officeart/2005/8/layout/matrix3"/>
    <dgm:cxn modelId="{B9B02F8C-7A3E-4F6D-8B55-0001C7A2787F}" type="presParOf" srcId="{0D04712C-BC2E-4EB0-A3E2-83C09162BBA6}" destId="{DA8F8166-629B-4C89-9A59-2294BFF350C3}"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F39393D-882B-41FC-935B-4F46A711CC75}" type="doc">
      <dgm:prSet loTypeId="urn:microsoft.com/office/officeart/2005/8/layout/hList6" loCatId="list" qsTypeId="urn:microsoft.com/office/officeart/2005/8/quickstyle/simple1" qsCatId="simple" csTypeId="urn:microsoft.com/office/officeart/2005/8/colors/colorful2" csCatId="colorful" phldr="1"/>
      <dgm:spPr/>
      <dgm:t>
        <a:bodyPr/>
        <a:lstStyle/>
        <a:p>
          <a:endParaRPr lang="en-US"/>
        </a:p>
      </dgm:t>
    </dgm:pt>
    <dgm:pt modelId="{4ABB52A2-09B6-4779-AE2F-675F2644179F}">
      <dgm:prSet phldrT="[Text]"/>
      <dgm:spPr/>
      <dgm:t>
        <a:bodyPr/>
        <a:lstStyle/>
        <a:p>
          <a:r>
            <a:rPr lang="en-US" b="1" dirty="0"/>
            <a:t>Natural language</a:t>
          </a:r>
        </a:p>
      </dgm:t>
    </dgm:pt>
    <dgm:pt modelId="{CACC9DBA-F6A6-496E-9023-613867CB7D49}" type="parTrans" cxnId="{ED18A8E3-C177-4920-A0C3-AEB1A94604E0}">
      <dgm:prSet/>
      <dgm:spPr/>
      <dgm:t>
        <a:bodyPr/>
        <a:lstStyle/>
        <a:p>
          <a:endParaRPr lang="en-US"/>
        </a:p>
      </dgm:t>
    </dgm:pt>
    <dgm:pt modelId="{4660DE29-504B-464A-89ED-BEBDD7E64D8D}" type="sibTrans" cxnId="{ED18A8E3-C177-4920-A0C3-AEB1A94604E0}">
      <dgm:prSet/>
      <dgm:spPr/>
      <dgm:t>
        <a:bodyPr/>
        <a:lstStyle/>
        <a:p>
          <a:endParaRPr lang="en-US"/>
        </a:p>
      </dgm:t>
    </dgm:pt>
    <dgm:pt modelId="{EEE5022A-E3AD-462A-AE1E-C3E6DC58F34B}">
      <dgm:prSet phldrT="[Text]"/>
      <dgm:spPr/>
      <dgm:t>
        <a:bodyPr/>
        <a:lstStyle/>
        <a:p>
          <a:r>
            <a:rPr lang="en-US" b="1" dirty="0"/>
            <a:t>Structured natural language</a:t>
          </a:r>
        </a:p>
      </dgm:t>
    </dgm:pt>
    <dgm:pt modelId="{88E45529-FDFB-4D40-93F6-354469473480}" type="parTrans" cxnId="{C60DF3ED-80BE-4FD0-BB9D-A7A5AB79783C}">
      <dgm:prSet/>
      <dgm:spPr/>
      <dgm:t>
        <a:bodyPr/>
        <a:lstStyle/>
        <a:p>
          <a:endParaRPr lang="en-US"/>
        </a:p>
      </dgm:t>
    </dgm:pt>
    <dgm:pt modelId="{4E71DAF2-98C4-406C-A1DC-4A5BD99D49FA}" type="sibTrans" cxnId="{C60DF3ED-80BE-4FD0-BB9D-A7A5AB79783C}">
      <dgm:prSet/>
      <dgm:spPr/>
      <dgm:t>
        <a:bodyPr/>
        <a:lstStyle/>
        <a:p>
          <a:endParaRPr lang="en-US"/>
        </a:p>
      </dgm:t>
    </dgm:pt>
    <dgm:pt modelId="{3C8F5A44-7FCA-45DA-B24E-D12FB8801201}">
      <dgm:prSet phldrT="[Text]"/>
      <dgm:spPr/>
      <dgm:t>
        <a:bodyPr/>
        <a:lstStyle/>
        <a:p>
          <a:r>
            <a:rPr lang="en-US" b="1" dirty="0"/>
            <a:t>Graphical notations</a:t>
          </a:r>
        </a:p>
      </dgm:t>
    </dgm:pt>
    <dgm:pt modelId="{CADB7EC3-3877-494F-AC52-C4626B46A61D}" type="parTrans" cxnId="{6AED71B8-4864-4C70-A271-9BD23FDA5970}">
      <dgm:prSet/>
      <dgm:spPr/>
      <dgm:t>
        <a:bodyPr/>
        <a:lstStyle/>
        <a:p>
          <a:endParaRPr lang="en-US"/>
        </a:p>
      </dgm:t>
    </dgm:pt>
    <dgm:pt modelId="{F98E8FEA-7D0F-4D38-B32D-6F516FB20699}" type="sibTrans" cxnId="{6AED71B8-4864-4C70-A271-9BD23FDA5970}">
      <dgm:prSet/>
      <dgm:spPr/>
      <dgm:t>
        <a:bodyPr/>
        <a:lstStyle/>
        <a:p>
          <a:endParaRPr lang="en-US"/>
        </a:p>
      </dgm:t>
    </dgm:pt>
    <dgm:pt modelId="{7AEBDABF-4493-401B-AE17-A795532AFE56}">
      <dgm:prSet phldrT="[Text]"/>
      <dgm:spPr/>
      <dgm:t>
        <a:bodyPr/>
        <a:lstStyle/>
        <a:p>
          <a:r>
            <a:rPr lang="en-US" b="1" dirty="0"/>
            <a:t>Mathematical specifications</a:t>
          </a:r>
        </a:p>
      </dgm:t>
    </dgm:pt>
    <dgm:pt modelId="{0474AB80-D7AC-4142-AA8D-B1ACF286E4D4}" type="parTrans" cxnId="{B21A436D-35C3-4D66-A818-F89BC9B34312}">
      <dgm:prSet/>
      <dgm:spPr/>
      <dgm:t>
        <a:bodyPr/>
        <a:lstStyle/>
        <a:p>
          <a:endParaRPr lang="en-US"/>
        </a:p>
      </dgm:t>
    </dgm:pt>
    <dgm:pt modelId="{D58B59D7-02EC-4853-B2C4-D17D18835DF7}" type="sibTrans" cxnId="{B21A436D-35C3-4D66-A818-F89BC9B34312}">
      <dgm:prSet/>
      <dgm:spPr/>
      <dgm:t>
        <a:bodyPr/>
        <a:lstStyle/>
        <a:p>
          <a:endParaRPr lang="en-US"/>
        </a:p>
      </dgm:t>
    </dgm:pt>
    <dgm:pt modelId="{BF2068DC-1806-4BF8-BE26-ACC25D75A302}">
      <dgm:prSet phldrT="[Text]"/>
      <dgm:spPr/>
      <dgm:t>
        <a:bodyPr/>
        <a:lstStyle/>
        <a:p>
          <a:r>
            <a:rPr lang="en-US" dirty="0"/>
            <a:t>Written in sentences</a:t>
          </a:r>
        </a:p>
      </dgm:t>
    </dgm:pt>
    <dgm:pt modelId="{A8362BF5-FDF9-42DA-B68F-AB4B31E5BEF5}" type="parTrans" cxnId="{AFBA7B3B-22C7-419A-8814-9AE9C8D8E2F6}">
      <dgm:prSet/>
      <dgm:spPr/>
      <dgm:t>
        <a:bodyPr/>
        <a:lstStyle/>
        <a:p>
          <a:endParaRPr lang="en-US"/>
        </a:p>
      </dgm:t>
    </dgm:pt>
    <dgm:pt modelId="{4B8AAD88-5907-40EA-9456-AAF281E7258A}" type="sibTrans" cxnId="{AFBA7B3B-22C7-419A-8814-9AE9C8D8E2F6}">
      <dgm:prSet/>
      <dgm:spPr/>
      <dgm:t>
        <a:bodyPr/>
        <a:lstStyle/>
        <a:p>
          <a:endParaRPr lang="en-US"/>
        </a:p>
      </dgm:t>
    </dgm:pt>
    <dgm:pt modelId="{43DDD8FE-EC7C-4EDA-90D3-997C053CD3E1}">
      <dgm:prSet phldrT="[Text]"/>
      <dgm:spPr/>
      <dgm:t>
        <a:bodyPr/>
        <a:lstStyle/>
        <a:p>
          <a:r>
            <a:rPr lang="en-US" dirty="0"/>
            <a:t>Every sentence is a requirement</a:t>
          </a:r>
        </a:p>
      </dgm:t>
    </dgm:pt>
    <dgm:pt modelId="{DD392BAD-6DE9-4DCC-8034-F750D2959E5B}" type="parTrans" cxnId="{239662BF-EF2E-41A0-B32D-1EEE6A84FCFA}">
      <dgm:prSet/>
      <dgm:spPr/>
      <dgm:t>
        <a:bodyPr/>
        <a:lstStyle/>
        <a:p>
          <a:endParaRPr lang="en-US"/>
        </a:p>
      </dgm:t>
    </dgm:pt>
    <dgm:pt modelId="{A2872A66-D34D-46C1-8770-4F9044587EA7}" type="sibTrans" cxnId="{239662BF-EF2E-41A0-B32D-1EEE6A84FCFA}">
      <dgm:prSet/>
      <dgm:spPr/>
      <dgm:t>
        <a:bodyPr/>
        <a:lstStyle/>
        <a:p>
          <a:endParaRPr lang="en-US"/>
        </a:p>
      </dgm:t>
    </dgm:pt>
    <dgm:pt modelId="{6B3280E2-2020-4C2A-AD46-05CE2B9500E8}">
      <dgm:prSet phldrT="[Text]"/>
      <dgm:spPr/>
      <dgm:t>
        <a:bodyPr/>
        <a:lstStyle/>
        <a:p>
          <a:r>
            <a:rPr lang="en-US" dirty="0"/>
            <a:t>Written using standard template</a:t>
          </a:r>
        </a:p>
      </dgm:t>
    </dgm:pt>
    <dgm:pt modelId="{0BC5E089-AB19-4088-B9B5-3584B4B642AA}" type="parTrans" cxnId="{B19356D0-71EF-401C-BAB4-C8F25E550EFA}">
      <dgm:prSet/>
      <dgm:spPr/>
      <dgm:t>
        <a:bodyPr/>
        <a:lstStyle/>
        <a:p>
          <a:endParaRPr lang="en-US"/>
        </a:p>
      </dgm:t>
    </dgm:pt>
    <dgm:pt modelId="{C61AA476-C8BA-4C50-B523-808F648187DB}" type="sibTrans" cxnId="{B19356D0-71EF-401C-BAB4-C8F25E550EFA}">
      <dgm:prSet/>
      <dgm:spPr/>
      <dgm:t>
        <a:bodyPr/>
        <a:lstStyle/>
        <a:p>
          <a:endParaRPr lang="en-US"/>
        </a:p>
      </dgm:t>
    </dgm:pt>
    <dgm:pt modelId="{F64101F8-5BBB-47AD-85C1-B9D423D88941}">
      <dgm:prSet phldrT="[Text]"/>
      <dgm:spPr/>
      <dgm:t>
        <a:bodyPr/>
        <a:lstStyle/>
        <a:p>
          <a:r>
            <a:rPr lang="en-US" dirty="0"/>
            <a:t>Every sentence mentions details of requirements.</a:t>
          </a:r>
        </a:p>
      </dgm:t>
    </dgm:pt>
    <dgm:pt modelId="{122F52B2-EDBD-46D2-B486-19205AD8B635}" type="parTrans" cxnId="{3C1D5CD2-677E-4C0E-A4D5-568BF5C9495B}">
      <dgm:prSet/>
      <dgm:spPr/>
      <dgm:t>
        <a:bodyPr/>
        <a:lstStyle/>
        <a:p>
          <a:endParaRPr lang="en-US"/>
        </a:p>
      </dgm:t>
    </dgm:pt>
    <dgm:pt modelId="{3136411B-5004-4A35-9583-3D1854A2C18A}" type="sibTrans" cxnId="{3C1D5CD2-677E-4C0E-A4D5-568BF5C9495B}">
      <dgm:prSet/>
      <dgm:spPr/>
      <dgm:t>
        <a:bodyPr/>
        <a:lstStyle/>
        <a:p>
          <a:endParaRPr lang="en-US"/>
        </a:p>
      </dgm:t>
    </dgm:pt>
    <dgm:pt modelId="{A02A6454-6BF5-4D5E-9B6A-A82778FF459B}">
      <dgm:prSet phldrT="[Text]"/>
      <dgm:spPr/>
      <dgm:t>
        <a:bodyPr/>
        <a:lstStyle/>
        <a:p>
          <a:r>
            <a:rPr lang="en-US" dirty="0"/>
            <a:t>UML, use case and sequence diagrams</a:t>
          </a:r>
        </a:p>
      </dgm:t>
    </dgm:pt>
    <dgm:pt modelId="{C0AB4962-D9F5-4A79-AD58-A5EAD07BF182}" type="parTrans" cxnId="{43F92225-08F7-4EDB-8195-A672279963CA}">
      <dgm:prSet/>
      <dgm:spPr/>
      <dgm:t>
        <a:bodyPr/>
        <a:lstStyle/>
        <a:p>
          <a:endParaRPr lang="en-US"/>
        </a:p>
      </dgm:t>
    </dgm:pt>
    <dgm:pt modelId="{BE0773B6-38E4-4469-9EB3-B44ECB35D8CD}" type="sibTrans" cxnId="{43F92225-08F7-4EDB-8195-A672279963CA}">
      <dgm:prSet/>
      <dgm:spPr/>
      <dgm:t>
        <a:bodyPr/>
        <a:lstStyle/>
        <a:p>
          <a:endParaRPr lang="en-US"/>
        </a:p>
      </dgm:t>
    </dgm:pt>
    <dgm:pt modelId="{951DF793-20BA-4049-AD1C-7A3EE2C66917}">
      <dgm:prSet phldrT="[Text]"/>
      <dgm:spPr/>
      <dgm:t>
        <a:bodyPr/>
        <a:lstStyle/>
        <a:p>
          <a:r>
            <a:rPr lang="en-US" dirty="0"/>
            <a:t>Show via finite state machines</a:t>
          </a:r>
        </a:p>
      </dgm:t>
    </dgm:pt>
    <dgm:pt modelId="{6EDE2AAD-ECFF-4250-92E9-E9883489591B}" type="parTrans" cxnId="{DFBFA52F-728C-470A-B475-D5F7DEA9205E}">
      <dgm:prSet/>
      <dgm:spPr/>
      <dgm:t>
        <a:bodyPr/>
        <a:lstStyle/>
        <a:p>
          <a:endParaRPr lang="en-US"/>
        </a:p>
      </dgm:t>
    </dgm:pt>
    <dgm:pt modelId="{FC1C153A-7A30-4506-9FDE-805D47641209}" type="sibTrans" cxnId="{DFBFA52F-728C-470A-B475-D5F7DEA9205E}">
      <dgm:prSet/>
      <dgm:spPr/>
      <dgm:t>
        <a:bodyPr/>
        <a:lstStyle/>
        <a:p>
          <a:endParaRPr lang="en-US"/>
        </a:p>
      </dgm:t>
    </dgm:pt>
    <dgm:pt modelId="{A33BEA88-6F3F-49C4-B45D-F847A50AE439}" type="pres">
      <dgm:prSet presAssocID="{8F39393D-882B-41FC-935B-4F46A711CC75}" presName="Name0" presStyleCnt="0">
        <dgm:presLayoutVars>
          <dgm:dir/>
          <dgm:resizeHandles val="exact"/>
        </dgm:presLayoutVars>
      </dgm:prSet>
      <dgm:spPr/>
    </dgm:pt>
    <dgm:pt modelId="{4E88B1A3-959A-4618-B937-8570C8769415}" type="pres">
      <dgm:prSet presAssocID="{4ABB52A2-09B6-4779-AE2F-675F2644179F}" presName="node" presStyleLbl="node1" presStyleIdx="0" presStyleCnt="4">
        <dgm:presLayoutVars>
          <dgm:bulletEnabled val="1"/>
        </dgm:presLayoutVars>
      </dgm:prSet>
      <dgm:spPr/>
    </dgm:pt>
    <dgm:pt modelId="{EE3ADA78-B265-4807-A056-555F4348DF3D}" type="pres">
      <dgm:prSet presAssocID="{4660DE29-504B-464A-89ED-BEBDD7E64D8D}" presName="sibTrans" presStyleCnt="0"/>
      <dgm:spPr/>
    </dgm:pt>
    <dgm:pt modelId="{4DE6F185-3550-463F-95CA-4D940815D833}" type="pres">
      <dgm:prSet presAssocID="{EEE5022A-E3AD-462A-AE1E-C3E6DC58F34B}" presName="node" presStyleLbl="node1" presStyleIdx="1" presStyleCnt="4">
        <dgm:presLayoutVars>
          <dgm:bulletEnabled val="1"/>
        </dgm:presLayoutVars>
      </dgm:prSet>
      <dgm:spPr/>
    </dgm:pt>
    <dgm:pt modelId="{7617AB08-B306-47AD-A993-FF769829BAA6}" type="pres">
      <dgm:prSet presAssocID="{4E71DAF2-98C4-406C-A1DC-4A5BD99D49FA}" presName="sibTrans" presStyleCnt="0"/>
      <dgm:spPr/>
    </dgm:pt>
    <dgm:pt modelId="{F518CC3A-539C-4EE3-BB14-78F9DD676434}" type="pres">
      <dgm:prSet presAssocID="{3C8F5A44-7FCA-45DA-B24E-D12FB8801201}" presName="node" presStyleLbl="node1" presStyleIdx="2" presStyleCnt="4">
        <dgm:presLayoutVars>
          <dgm:bulletEnabled val="1"/>
        </dgm:presLayoutVars>
      </dgm:prSet>
      <dgm:spPr/>
    </dgm:pt>
    <dgm:pt modelId="{E5F48793-B38F-4833-A38E-1543197B3159}" type="pres">
      <dgm:prSet presAssocID="{F98E8FEA-7D0F-4D38-B32D-6F516FB20699}" presName="sibTrans" presStyleCnt="0"/>
      <dgm:spPr/>
    </dgm:pt>
    <dgm:pt modelId="{BCCC8A6A-F214-4C07-9E01-CFD264473676}" type="pres">
      <dgm:prSet presAssocID="{7AEBDABF-4493-401B-AE17-A795532AFE56}" presName="node" presStyleLbl="node1" presStyleIdx="3" presStyleCnt="4">
        <dgm:presLayoutVars>
          <dgm:bulletEnabled val="1"/>
        </dgm:presLayoutVars>
      </dgm:prSet>
      <dgm:spPr/>
    </dgm:pt>
  </dgm:ptLst>
  <dgm:cxnLst>
    <dgm:cxn modelId="{A1ACA821-F7D7-490D-8817-0C946C47F22B}" type="presOf" srcId="{A02A6454-6BF5-4D5E-9B6A-A82778FF459B}" destId="{F518CC3A-539C-4EE3-BB14-78F9DD676434}" srcOrd="0" destOrd="1" presId="urn:microsoft.com/office/officeart/2005/8/layout/hList6"/>
    <dgm:cxn modelId="{43F92225-08F7-4EDB-8195-A672279963CA}" srcId="{3C8F5A44-7FCA-45DA-B24E-D12FB8801201}" destId="{A02A6454-6BF5-4D5E-9B6A-A82778FF459B}" srcOrd="0" destOrd="0" parTransId="{C0AB4962-D9F5-4A79-AD58-A5EAD07BF182}" sibTransId="{BE0773B6-38E4-4469-9EB3-B44ECB35D8CD}"/>
    <dgm:cxn modelId="{DFBFA52F-728C-470A-B475-D5F7DEA9205E}" srcId="{7AEBDABF-4493-401B-AE17-A795532AFE56}" destId="{951DF793-20BA-4049-AD1C-7A3EE2C66917}" srcOrd="0" destOrd="0" parTransId="{6EDE2AAD-ECFF-4250-92E9-E9883489591B}" sibTransId="{FC1C153A-7A30-4506-9FDE-805D47641209}"/>
    <dgm:cxn modelId="{164B8435-0939-4041-A2E9-BE462E2130C0}" type="presOf" srcId="{3C8F5A44-7FCA-45DA-B24E-D12FB8801201}" destId="{F518CC3A-539C-4EE3-BB14-78F9DD676434}" srcOrd="0" destOrd="0" presId="urn:microsoft.com/office/officeart/2005/8/layout/hList6"/>
    <dgm:cxn modelId="{AFBA7B3B-22C7-419A-8814-9AE9C8D8E2F6}" srcId="{4ABB52A2-09B6-4779-AE2F-675F2644179F}" destId="{BF2068DC-1806-4BF8-BE26-ACC25D75A302}" srcOrd="0" destOrd="0" parTransId="{A8362BF5-FDF9-42DA-B68F-AB4B31E5BEF5}" sibTransId="{4B8AAD88-5907-40EA-9456-AAF281E7258A}"/>
    <dgm:cxn modelId="{3EB4C95B-9364-4346-9600-FD66E8F393B3}" type="presOf" srcId="{7AEBDABF-4493-401B-AE17-A795532AFE56}" destId="{BCCC8A6A-F214-4C07-9E01-CFD264473676}" srcOrd="0" destOrd="0" presId="urn:microsoft.com/office/officeart/2005/8/layout/hList6"/>
    <dgm:cxn modelId="{B21A436D-35C3-4D66-A818-F89BC9B34312}" srcId="{8F39393D-882B-41FC-935B-4F46A711CC75}" destId="{7AEBDABF-4493-401B-AE17-A795532AFE56}" srcOrd="3" destOrd="0" parTransId="{0474AB80-D7AC-4142-AA8D-B1ACF286E4D4}" sibTransId="{D58B59D7-02EC-4853-B2C4-D17D18835DF7}"/>
    <dgm:cxn modelId="{7DDAB471-8936-4396-9F00-B148674D9580}" type="presOf" srcId="{6B3280E2-2020-4C2A-AD46-05CE2B9500E8}" destId="{4DE6F185-3550-463F-95CA-4D940815D833}" srcOrd="0" destOrd="1" presId="urn:microsoft.com/office/officeart/2005/8/layout/hList6"/>
    <dgm:cxn modelId="{854F2393-EBB6-493A-8C08-C533B9A9860E}" type="presOf" srcId="{EEE5022A-E3AD-462A-AE1E-C3E6DC58F34B}" destId="{4DE6F185-3550-463F-95CA-4D940815D833}" srcOrd="0" destOrd="0" presId="urn:microsoft.com/office/officeart/2005/8/layout/hList6"/>
    <dgm:cxn modelId="{1B1C06A1-7CA9-47FF-B597-7DEFBDF2B755}" type="presOf" srcId="{951DF793-20BA-4049-AD1C-7A3EE2C66917}" destId="{BCCC8A6A-F214-4C07-9E01-CFD264473676}" srcOrd="0" destOrd="1" presId="urn:microsoft.com/office/officeart/2005/8/layout/hList6"/>
    <dgm:cxn modelId="{6AED71B8-4864-4C70-A271-9BD23FDA5970}" srcId="{8F39393D-882B-41FC-935B-4F46A711CC75}" destId="{3C8F5A44-7FCA-45DA-B24E-D12FB8801201}" srcOrd="2" destOrd="0" parTransId="{CADB7EC3-3877-494F-AC52-C4626B46A61D}" sibTransId="{F98E8FEA-7D0F-4D38-B32D-6F516FB20699}"/>
    <dgm:cxn modelId="{239662BF-EF2E-41A0-B32D-1EEE6A84FCFA}" srcId="{4ABB52A2-09B6-4779-AE2F-675F2644179F}" destId="{43DDD8FE-EC7C-4EDA-90D3-997C053CD3E1}" srcOrd="1" destOrd="0" parTransId="{DD392BAD-6DE9-4DCC-8034-F750D2959E5B}" sibTransId="{A2872A66-D34D-46C1-8770-4F9044587EA7}"/>
    <dgm:cxn modelId="{955E5ACB-D42A-4B73-AB13-CE69DB9CF6B7}" type="presOf" srcId="{BF2068DC-1806-4BF8-BE26-ACC25D75A302}" destId="{4E88B1A3-959A-4618-B937-8570C8769415}" srcOrd="0" destOrd="1" presId="urn:microsoft.com/office/officeart/2005/8/layout/hList6"/>
    <dgm:cxn modelId="{B19356D0-71EF-401C-BAB4-C8F25E550EFA}" srcId="{EEE5022A-E3AD-462A-AE1E-C3E6DC58F34B}" destId="{6B3280E2-2020-4C2A-AD46-05CE2B9500E8}" srcOrd="0" destOrd="0" parTransId="{0BC5E089-AB19-4088-B9B5-3584B4B642AA}" sibTransId="{C61AA476-C8BA-4C50-B523-808F648187DB}"/>
    <dgm:cxn modelId="{3C1D5CD2-677E-4C0E-A4D5-568BF5C9495B}" srcId="{EEE5022A-E3AD-462A-AE1E-C3E6DC58F34B}" destId="{F64101F8-5BBB-47AD-85C1-B9D423D88941}" srcOrd="1" destOrd="0" parTransId="{122F52B2-EDBD-46D2-B486-19205AD8B635}" sibTransId="{3136411B-5004-4A35-9583-3D1854A2C18A}"/>
    <dgm:cxn modelId="{ED18A8E3-C177-4920-A0C3-AEB1A94604E0}" srcId="{8F39393D-882B-41FC-935B-4F46A711CC75}" destId="{4ABB52A2-09B6-4779-AE2F-675F2644179F}" srcOrd="0" destOrd="0" parTransId="{CACC9DBA-F6A6-496E-9023-613867CB7D49}" sibTransId="{4660DE29-504B-464A-89ED-BEBDD7E64D8D}"/>
    <dgm:cxn modelId="{C60DF3ED-80BE-4FD0-BB9D-A7A5AB79783C}" srcId="{8F39393D-882B-41FC-935B-4F46A711CC75}" destId="{EEE5022A-E3AD-462A-AE1E-C3E6DC58F34B}" srcOrd="1" destOrd="0" parTransId="{88E45529-FDFB-4D40-93F6-354469473480}" sibTransId="{4E71DAF2-98C4-406C-A1DC-4A5BD99D49FA}"/>
    <dgm:cxn modelId="{910F72F0-F599-4C30-88C2-91707278C2FB}" type="presOf" srcId="{4ABB52A2-09B6-4779-AE2F-675F2644179F}" destId="{4E88B1A3-959A-4618-B937-8570C8769415}" srcOrd="0" destOrd="0" presId="urn:microsoft.com/office/officeart/2005/8/layout/hList6"/>
    <dgm:cxn modelId="{78977DF3-F9E8-4FAA-8662-740D1F5DF55A}" type="presOf" srcId="{F64101F8-5BBB-47AD-85C1-B9D423D88941}" destId="{4DE6F185-3550-463F-95CA-4D940815D833}" srcOrd="0" destOrd="2" presId="urn:microsoft.com/office/officeart/2005/8/layout/hList6"/>
    <dgm:cxn modelId="{368C29FA-705A-455A-B302-7D4C729B8F9E}" type="presOf" srcId="{8F39393D-882B-41FC-935B-4F46A711CC75}" destId="{A33BEA88-6F3F-49C4-B45D-F847A50AE439}" srcOrd="0" destOrd="0" presId="urn:microsoft.com/office/officeart/2005/8/layout/hList6"/>
    <dgm:cxn modelId="{F424CAFC-91FD-48CC-BD52-60FA6F7D53F5}" type="presOf" srcId="{43DDD8FE-EC7C-4EDA-90D3-997C053CD3E1}" destId="{4E88B1A3-959A-4618-B937-8570C8769415}" srcOrd="0" destOrd="2" presId="urn:microsoft.com/office/officeart/2005/8/layout/hList6"/>
    <dgm:cxn modelId="{90FC1C22-3D1F-41F9-BD2C-C670A8441F93}" type="presParOf" srcId="{A33BEA88-6F3F-49C4-B45D-F847A50AE439}" destId="{4E88B1A3-959A-4618-B937-8570C8769415}" srcOrd="0" destOrd="0" presId="urn:microsoft.com/office/officeart/2005/8/layout/hList6"/>
    <dgm:cxn modelId="{58F09CFF-ED78-47D4-87A4-D959CCEE077F}" type="presParOf" srcId="{A33BEA88-6F3F-49C4-B45D-F847A50AE439}" destId="{EE3ADA78-B265-4807-A056-555F4348DF3D}" srcOrd="1" destOrd="0" presId="urn:microsoft.com/office/officeart/2005/8/layout/hList6"/>
    <dgm:cxn modelId="{E1E18675-8B32-46C5-B48D-37C5B59C2236}" type="presParOf" srcId="{A33BEA88-6F3F-49C4-B45D-F847A50AE439}" destId="{4DE6F185-3550-463F-95CA-4D940815D833}" srcOrd="2" destOrd="0" presId="urn:microsoft.com/office/officeart/2005/8/layout/hList6"/>
    <dgm:cxn modelId="{34CBFDA8-6FCA-46F2-B9E0-3440AFB452B2}" type="presParOf" srcId="{A33BEA88-6F3F-49C4-B45D-F847A50AE439}" destId="{7617AB08-B306-47AD-A993-FF769829BAA6}" srcOrd="3" destOrd="0" presId="urn:microsoft.com/office/officeart/2005/8/layout/hList6"/>
    <dgm:cxn modelId="{D1CB7CB0-022C-46C2-B94B-0121590B99A7}" type="presParOf" srcId="{A33BEA88-6F3F-49C4-B45D-F847A50AE439}" destId="{F518CC3A-539C-4EE3-BB14-78F9DD676434}" srcOrd="4" destOrd="0" presId="urn:microsoft.com/office/officeart/2005/8/layout/hList6"/>
    <dgm:cxn modelId="{9D2F9666-8747-4838-87AF-11F2DBFAED35}" type="presParOf" srcId="{A33BEA88-6F3F-49C4-B45D-F847A50AE439}" destId="{E5F48793-B38F-4833-A38E-1543197B3159}" srcOrd="5" destOrd="0" presId="urn:microsoft.com/office/officeart/2005/8/layout/hList6"/>
    <dgm:cxn modelId="{FA6ADD02-316F-4103-8AFE-8B4ADFEB3243}" type="presParOf" srcId="{A33BEA88-6F3F-49C4-B45D-F847A50AE439}" destId="{BCCC8A6A-F214-4C07-9E01-CFD264473676}" srcOrd="6"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47D4E94-D7ED-4E6C-B182-3517CBBB8BEB}" type="doc">
      <dgm:prSet loTypeId="urn:microsoft.com/office/officeart/2008/layout/VerticalCurvedList" loCatId="list" qsTypeId="urn:microsoft.com/office/officeart/2005/8/quickstyle/simple1" qsCatId="simple" csTypeId="urn:microsoft.com/office/officeart/2005/8/colors/colorful2" csCatId="colorful" phldr="1"/>
      <dgm:spPr/>
      <dgm:t>
        <a:bodyPr/>
        <a:lstStyle/>
        <a:p>
          <a:endParaRPr lang="en-US"/>
        </a:p>
      </dgm:t>
    </dgm:pt>
    <dgm:pt modelId="{242682FE-0737-47EB-A3DA-68B98169A3BF}">
      <dgm:prSet/>
      <dgm:spPr/>
      <dgm:t>
        <a:bodyPr/>
        <a:lstStyle/>
        <a:p>
          <a:r>
            <a:rPr lang="en-GB" dirty="0"/>
            <a:t>Use a standard format for all requirements.</a:t>
          </a:r>
          <a:endParaRPr lang="en-US" dirty="0"/>
        </a:p>
      </dgm:t>
    </dgm:pt>
    <dgm:pt modelId="{103C00E4-3484-4AAB-A7CF-1FD70B2E5C4E}" type="parTrans" cxnId="{6F0B4875-793A-4007-BD5E-4FE7EEFB4E66}">
      <dgm:prSet/>
      <dgm:spPr/>
      <dgm:t>
        <a:bodyPr/>
        <a:lstStyle/>
        <a:p>
          <a:endParaRPr lang="en-US"/>
        </a:p>
      </dgm:t>
    </dgm:pt>
    <dgm:pt modelId="{424AA6A6-F7FA-44B2-A96C-5DD37142A797}" type="sibTrans" cxnId="{6F0B4875-793A-4007-BD5E-4FE7EEFB4E66}">
      <dgm:prSet/>
      <dgm:spPr/>
      <dgm:t>
        <a:bodyPr/>
        <a:lstStyle/>
        <a:p>
          <a:endParaRPr lang="en-US"/>
        </a:p>
      </dgm:t>
    </dgm:pt>
    <dgm:pt modelId="{30D109BD-C53A-48E3-92C5-A7B24D729405}">
      <dgm:prSet/>
      <dgm:spPr/>
      <dgm:t>
        <a:bodyPr/>
        <a:lstStyle/>
        <a:p>
          <a:r>
            <a:rPr lang="en-US" dirty="0"/>
            <a:t>Mention the mandatory &amp; desirable requirements separately</a:t>
          </a:r>
        </a:p>
      </dgm:t>
    </dgm:pt>
    <dgm:pt modelId="{5671F01B-FCD3-4134-93C5-9C3426BB1F7A}" type="parTrans" cxnId="{B7850525-A8D7-4C81-976C-7CD35B987DFF}">
      <dgm:prSet/>
      <dgm:spPr/>
      <dgm:t>
        <a:bodyPr/>
        <a:lstStyle/>
        <a:p>
          <a:endParaRPr lang="en-US"/>
        </a:p>
      </dgm:t>
    </dgm:pt>
    <dgm:pt modelId="{4190AB52-2181-407E-B0F6-8DA291D08195}" type="sibTrans" cxnId="{B7850525-A8D7-4C81-976C-7CD35B987DFF}">
      <dgm:prSet/>
      <dgm:spPr/>
      <dgm:t>
        <a:bodyPr/>
        <a:lstStyle/>
        <a:p>
          <a:endParaRPr lang="en-US"/>
        </a:p>
      </dgm:t>
    </dgm:pt>
    <dgm:pt modelId="{44564CC0-DB5F-4381-9AA0-50D2D55C5097}">
      <dgm:prSet/>
      <dgm:spPr/>
      <dgm:t>
        <a:bodyPr/>
        <a:lstStyle/>
        <a:p>
          <a:r>
            <a:rPr lang="en-GB" dirty="0"/>
            <a:t>Highlight(Bold ,Italicize ,Underline) the key parts of the requirement.</a:t>
          </a:r>
          <a:endParaRPr lang="en-US" dirty="0"/>
        </a:p>
      </dgm:t>
    </dgm:pt>
    <dgm:pt modelId="{519444CE-F528-4401-9966-AFFC76A2FF6E}" type="parTrans" cxnId="{8DC88914-6F7E-40C3-9FB5-44F00351664E}">
      <dgm:prSet/>
      <dgm:spPr/>
      <dgm:t>
        <a:bodyPr/>
        <a:lstStyle/>
        <a:p>
          <a:endParaRPr lang="en-US"/>
        </a:p>
      </dgm:t>
    </dgm:pt>
    <dgm:pt modelId="{F81EE58E-D822-4AB7-B2C4-E4522166ACB3}" type="sibTrans" cxnId="{8DC88914-6F7E-40C3-9FB5-44F00351664E}">
      <dgm:prSet/>
      <dgm:spPr/>
      <dgm:t>
        <a:bodyPr/>
        <a:lstStyle/>
        <a:p>
          <a:endParaRPr lang="en-US"/>
        </a:p>
      </dgm:t>
    </dgm:pt>
    <dgm:pt modelId="{11B81621-B3F8-4BDC-809F-BC63C37D7EBA}">
      <dgm:prSet/>
      <dgm:spPr/>
      <dgm:t>
        <a:bodyPr/>
        <a:lstStyle/>
        <a:p>
          <a:r>
            <a:rPr lang="en-GB" dirty="0"/>
            <a:t>Avoid using technical words and abbreviations.</a:t>
          </a:r>
          <a:endParaRPr lang="en-US" dirty="0"/>
        </a:p>
      </dgm:t>
    </dgm:pt>
    <dgm:pt modelId="{4516F698-9F25-4B37-93D4-CBD5DEA62948}" type="parTrans" cxnId="{1F42596B-4D75-4E31-85E8-1D59E33F1176}">
      <dgm:prSet/>
      <dgm:spPr/>
      <dgm:t>
        <a:bodyPr/>
        <a:lstStyle/>
        <a:p>
          <a:endParaRPr lang="en-US"/>
        </a:p>
      </dgm:t>
    </dgm:pt>
    <dgm:pt modelId="{9A5CCE92-5A83-42ED-8EA6-9E411A2FD4D2}" type="sibTrans" cxnId="{1F42596B-4D75-4E31-85E8-1D59E33F1176}">
      <dgm:prSet/>
      <dgm:spPr/>
      <dgm:t>
        <a:bodyPr/>
        <a:lstStyle/>
        <a:p>
          <a:endParaRPr lang="en-US"/>
        </a:p>
      </dgm:t>
    </dgm:pt>
    <dgm:pt modelId="{37AC05F3-2AFA-4895-942D-8196417D2480}">
      <dgm:prSet/>
      <dgm:spPr/>
      <dgm:t>
        <a:bodyPr/>
        <a:lstStyle/>
        <a:p>
          <a:r>
            <a:rPr lang="en-GB" dirty="0"/>
            <a:t>Mention why a requirement is necessary.</a:t>
          </a:r>
          <a:endParaRPr lang="en-US" dirty="0"/>
        </a:p>
      </dgm:t>
    </dgm:pt>
    <dgm:pt modelId="{B28F7B78-7BC7-4404-8C7F-5B674C2B30BD}" type="parTrans" cxnId="{246AD9C6-38E4-4919-913F-10D6B332BF96}">
      <dgm:prSet/>
      <dgm:spPr/>
      <dgm:t>
        <a:bodyPr/>
        <a:lstStyle/>
        <a:p>
          <a:endParaRPr lang="en-US"/>
        </a:p>
      </dgm:t>
    </dgm:pt>
    <dgm:pt modelId="{8A2312F6-DF83-4D15-9F45-9C7167949CD8}" type="sibTrans" cxnId="{246AD9C6-38E4-4919-913F-10D6B332BF96}">
      <dgm:prSet/>
      <dgm:spPr/>
      <dgm:t>
        <a:bodyPr/>
        <a:lstStyle/>
        <a:p>
          <a:endParaRPr lang="en-US"/>
        </a:p>
      </dgm:t>
    </dgm:pt>
    <dgm:pt modelId="{1CDFC9CE-4E2D-42DC-AF16-53A112DFD12E}" type="pres">
      <dgm:prSet presAssocID="{447D4E94-D7ED-4E6C-B182-3517CBBB8BEB}" presName="Name0" presStyleCnt="0">
        <dgm:presLayoutVars>
          <dgm:chMax val="7"/>
          <dgm:chPref val="7"/>
          <dgm:dir/>
        </dgm:presLayoutVars>
      </dgm:prSet>
      <dgm:spPr/>
    </dgm:pt>
    <dgm:pt modelId="{3E427AED-86DE-4023-918B-4B41F9C33FB6}" type="pres">
      <dgm:prSet presAssocID="{447D4E94-D7ED-4E6C-B182-3517CBBB8BEB}" presName="Name1" presStyleCnt="0"/>
      <dgm:spPr/>
    </dgm:pt>
    <dgm:pt modelId="{A4BBB0D6-B643-45C2-8F26-92056B591419}" type="pres">
      <dgm:prSet presAssocID="{447D4E94-D7ED-4E6C-B182-3517CBBB8BEB}" presName="cycle" presStyleCnt="0"/>
      <dgm:spPr/>
    </dgm:pt>
    <dgm:pt modelId="{A3576315-83F2-4731-9F72-1FFB86DECD8D}" type="pres">
      <dgm:prSet presAssocID="{447D4E94-D7ED-4E6C-B182-3517CBBB8BEB}" presName="srcNode" presStyleLbl="node1" presStyleIdx="0" presStyleCnt="5"/>
      <dgm:spPr/>
    </dgm:pt>
    <dgm:pt modelId="{5FFB49FB-1759-45D0-8BA2-131EB45FABAE}" type="pres">
      <dgm:prSet presAssocID="{447D4E94-D7ED-4E6C-B182-3517CBBB8BEB}" presName="conn" presStyleLbl="parChTrans1D2" presStyleIdx="0" presStyleCnt="1"/>
      <dgm:spPr/>
    </dgm:pt>
    <dgm:pt modelId="{D71766FA-D117-4519-92D1-80C8FEE06C92}" type="pres">
      <dgm:prSet presAssocID="{447D4E94-D7ED-4E6C-B182-3517CBBB8BEB}" presName="extraNode" presStyleLbl="node1" presStyleIdx="0" presStyleCnt="5"/>
      <dgm:spPr/>
    </dgm:pt>
    <dgm:pt modelId="{F5127556-9055-4488-B2CF-11AA37CB5486}" type="pres">
      <dgm:prSet presAssocID="{447D4E94-D7ED-4E6C-B182-3517CBBB8BEB}" presName="dstNode" presStyleLbl="node1" presStyleIdx="0" presStyleCnt="5"/>
      <dgm:spPr/>
    </dgm:pt>
    <dgm:pt modelId="{8D2C1E7A-C98B-4332-8C19-A30BCE9D7A98}" type="pres">
      <dgm:prSet presAssocID="{242682FE-0737-47EB-A3DA-68B98169A3BF}" presName="text_1" presStyleLbl="node1" presStyleIdx="0" presStyleCnt="5">
        <dgm:presLayoutVars>
          <dgm:bulletEnabled val="1"/>
        </dgm:presLayoutVars>
      </dgm:prSet>
      <dgm:spPr/>
    </dgm:pt>
    <dgm:pt modelId="{6FC5A6D0-8685-43CC-8D70-7AD823BEAF50}" type="pres">
      <dgm:prSet presAssocID="{242682FE-0737-47EB-A3DA-68B98169A3BF}" presName="accent_1" presStyleCnt="0"/>
      <dgm:spPr/>
    </dgm:pt>
    <dgm:pt modelId="{ABBC2EB9-B098-4370-AB2B-1AF2582AC371}" type="pres">
      <dgm:prSet presAssocID="{242682FE-0737-47EB-A3DA-68B98169A3BF}" presName="accentRepeatNode" presStyleLbl="solidFgAcc1" presStyleIdx="0" presStyleCnt="5"/>
      <dgm:spPr/>
    </dgm:pt>
    <dgm:pt modelId="{BC9F990E-62B4-4CEF-A8EB-29D39E675CC4}" type="pres">
      <dgm:prSet presAssocID="{30D109BD-C53A-48E3-92C5-A7B24D729405}" presName="text_2" presStyleLbl="node1" presStyleIdx="1" presStyleCnt="5">
        <dgm:presLayoutVars>
          <dgm:bulletEnabled val="1"/>
        </dgm:presLayoutVars>
      </dgm:prSet>
      <dgm:spPr/>
    </dgm:pt>
    <dgm:pt modelId="{D5B03922-C263-4260-92AC-840911A4C47D}" type="pres">
      <dgm:prSet presAssocID="{30D109BD-C53A-48E3-92C5-A7B24D729405}" presName="accent_2" presStyleCnt="0"/>
      <dgm:spPr/>
    </dgm:pt>
    <dgm:pt modelId="{87601033-E99A-40F7-A4E8-9A022108CA0B}" type="pres">
      <dgm:prSet presAssocID="{30D109BD-C53A-48E3-92C5-A7B24D729405}" presName="accentRepeatNode" presStyleLbl="solidFgAcc1" presStyleIdx="1" presStyleCnt="5"/>
      <dgm:spPr/>
    </dgm:pt>
    <dgm:pt modelId="{FFD10C8E-FDC5-4E44-9A3E-014E1A8C1F0E}" type="pres">
      <dgm:prSet presAssocID="{44564CC0-DB5F-4381-9AA0-50D2D55C5097}" presName="text_3" presStyleLbl="node1" presStyleIdx="2" presStyleCnt="5">
        <dgm:presLayoutVars>
          <dgm:bulletEnabled val="1"/>
        </dgm:presLayoutVars>
      </dgm:prSet>
      <dgm:spPr/>
    </dgm:pt>
    <dgm:pt modelId="{59D70528-151E-408A-A042-F5FDE05D33F7}" type="pres">
      <dgm:prSet presAssocID="{44564CC0-DB5F-4381-9AA0-50D2D55C5097}" presName="accent_3" presStyleCnt="0"/>
      <dgm:spPr/>
    </dgm:pt>
    <dgm:pt modelId="{69A36CFA-008C-412A-B8FD-1655732DB5E0}" type="pres">
      <dgm:prSet presAssocID="{44564CC0-DB5F-4381-9AA0-50D2D55C5097}" presName="accentRepeatNode" presStyleLbl="solidFgAcc1" presStyleIdx="2" presStyleCnt="5"/>
      <dgm:spPr/>
    </dgm:pt>
    <dgm:pt modelId="{C28F45B1-2FAB-49F9-9F75-30474FE043F9}" type="pres">
      <dgm:prSet presAssocID="{11B81621-B3F8-4BDC-809F-BC63C37D7EBA}" presName="text_4" presStyleLbl="node1" presStyleIdx="3" presStyleCnt="5">
        <dgm:presLayoutVars>
          <dgm:bulletEnabled val="1"/>
        </dgm:presLayoutVars>
      </dgm:prSet>
      <dgm:spPr/>
    </dgm:pt>
    <dgm:pt modelId="{23CA3E61-7E07-4977-9DF3-8C8242931918}" type="pres">
      <dgm:prSet presAssocID="{11B81621-B3F8-4BDC-809F-BC63C37D7EBA}" presName="accent_4" presStyleCnt="0"/>
      <dgm:spPr/>
    </dgm:pt>
    <dgm:pt modelId="{DDAF1B1E-F113-422B-852B-FE9CDE0D33C0}" type="pres">
      <dgm:prSet presAssocID="{11B81621-B3F8-4BDC-809F-BC63C37D7EBA}" presName="accentRepeatNode" presStyleLbl="solidFgAcc1" presStyleIdx="3" presStyleCnt="5"/>
      <dgm:spPr/>
    </dgm:pt>
    <dgm:pt modelId="{866E26C1-844D-46C7-9449-660D075235AB}" type="pres">
      <dgm:prSet presAssocID="{37AC05F3-2AFA-4895-942D-8196417D2480}" presName="text_5" presStyleLbl="node1" presStyleIdx="4" presStyleCnt="5">
        <dgm:presLayoutVars>
          <dgm:bulletEnabled val="1"/>
        </dgm:presLayoutVars>
      </dgm:prSet>
      <dgm:spPr/>
    </dgm:pt>
    <dgm:pt modelId="{0C6C5C19-AC2B-42DA-9076-EF02D389C094}" type="pres">
      <dgm:prSet presAssocID="{37AC05F3-2AFA-4895-942D-8196417D2480}" presName="accent_5" presStyleCnt="0"/>
      <dgm:spPr/>
    </dgm:pt>
    <dgm:pt modelId="{6331D65F-AC65-4782-8AA3-689D7A80E9E2}" type="pres">
      <dgm:prSet presAssocID="{37AC05F3-2AFA-4895-942D-8196417D2480}" presName="accentRepeatNode" presStyleLbl="solidFgAcc1" presStyleIdx="4" presStyleCnt="5"/>
      <dgm:spPr/>
    </dgm:pt>
  </dgm:ptLst>
  <dgm:cxnLst>
    <dgm:cxn modelId="{D1122900-4B88-4C5E-8B3E-3982961B2CDC}" type="presOf" srcId="{424AA6A6-F7FA-44B2-A96C-5DD37142A797}" destId="{5FFB49FB-1759-45D0-8BA2-131EB45FABAE}" srcOrd="0" destOrd="0" presId="urn:microsoft.com/office/officeart/2008/layout/VerticalCurvedList"/>
    <dgm:cxn modelId="{8DC88914-6F7E-40C3-9FB5-44F00351664E}" srcId="{447D4E94-D7ED-4E6C-B182-3517CBBB8BEB}" destId="{44564CC0-DB5F-4381-9AA0-50D2D55C5097}" srcOrd="2" destOrd="0" parTransId="{519444CE-F528-4401-9966-AFFC76A2FF6E}" sibTransId="{F81EE58E-D822-4AB7-B2C4-E4522166ACB3}"/>
    <dgm:cxn modelId="{B7850525-A8D7-4C81-976C-7CD35B987DFF}" srcId="{447D4E94-D7ED-4E6C-B182-3517CBBB8BEB}" destId="{30D109BD-C53A-48E3-92C5-A7B24D729405}" srcOrd="1" destOrd="0" parTransId="{5671F01B-FCD3-4134-93C5-9C3426BB1F7A}" sibTransId="{4190AB52-2181-407E-B0F6-8DA291D08195}"/>
    <dgm:cxn modelId="{1F42596B-4D75-4E31-85E8-1D59E33F1176}" srcId="{447D4E94-D7ED-4E6C-B182-3517CBBB8BEB}" destId="{11B81621-B3F8-4BDC-809F-BC63C37D7EBA}" srcOrd="3" destOrd="0" parTransId="{4516F698-9F25-4B37-93D4-CBD5DEA62948}" sibTransId="{9A5CCE92-5A83-42ED-8EA6-9E411A2FD4D2}"/>
    <dgm:cxn modelId="{C4D1E36C-31C4-42D6-8B4C-F1B54F858EAD}" type="presOf" srcId="{242682FE-0737-47EB-A3DA-68B98169A3BF}" destId="{8D2C1E7A-C98B-4332-8C19-A30BCE9D7A98}" srcOrd="0" destOrd="0" presId="urn:microsoft.com/office/officeart/2008/layout/VerticalCurvedList"/>
    <dgm:cxn modelId="{6F0B4875-793A-4007-BD5E-4FE7EEFB4E66}" srcId="{447D4E94-D7ED-4E6C-B182-3517CBBB8BEB}" destId="{242682FE-0737-47EB-A3DA-68B98169A3BF}" srcOrd="0" destOrd="0" parTransId="{103C00E4-3484-4AAB-A7CF-1FD70B2E5C4E}" sibTransId="{424AA6A6-F7FA-44B2-A96C-5DD37142A797}"/>
    <dgm:cxn modelId="{B2C233A5-E002-43FC-AF14-DF5656713FDE}" type="presOf" srcId="{37AC05F3-2AFA-4895-942D-8196417D2480}" destId="{866E26C1-844D-46C7-9449-660D075235AB}" srcOrd="0" destOrd="0" presId="urn:microsoft.com/office/officeart/2008/layout/VerticalCurvedList"/>
    <dgm:cxn modelId="{C8C755BE-73E3-4DEC-BC6A-B2D7928D1FBA}" type="presOf" srcId="{44564CC0-DB5F-4381-9AA0-50D2D55C5097}" destId="{FFD10C8E-FDC5-4E44-9A3E-014E1A8C1F0E}" srcOrd="0" destOrd="0" presId="urn:microsoft.com/office/officeart/2008/layout/VerticalCurvedList"/>
    <dgm:cxn modelId="{246AD9C6-38E4-4919-913F-10D6B332BF96}" srcId="{447D4E94-D7ED-4E6C-B182-3517CBBB8BEB}" destId="{37AC05F3-2AFA-4895-942D-8196417D2480}" srcOrd="4" destOrd="0" parTransId="{B28F7B78-7BC7-4404-8C7F-5B674C2B30BD}" sibTransId="{8A2312F6-DF83-4D15-9F45-9C7167949CD8}"/>
    <dgm:cxn modelId="{FC5830C7-66D8-4046-9C28-3284BC663345}" type="presOf" srcId="{11B81621-B3F8-4BDC-809F-BC63C37D7EBA}" destId="{C28F45B1-2FAB-49F9-9F75-30474FE043F9}" srcOrd="0" destOrd="0" presId="urn:microsoft.com/office/officeart/2008/layout/VerticalCurvedList"/>
    <dgm:cxn modelId="{7CB4F0CA-7626-4565-BEBB-0EC53A54D436}" type="presOf" srcId="{30D109BD-C53A-48E3-92C5-A7B24D729405}" destId="{BC9F990E-62B4-4CEF-A8EB-29D39E675CC4}" srcOrd="0" destOrd="0" presId="urn:microsoft.com/office/officeart/2008/layout/VerticalCurvedList"/>
    <dgm:cxn modelId="{F77A86D3-7D46-4726-97EC-E306C5AF729B}" type="presOf" srcId="{447D4E94-D7ED-4E6C-B182-3517CBBB8BEB}" destId="{1CDFC9CE-4E2D-42DC-AF16-53A112DFD12E}" srcOrd="0" destOrd="0" presId="urn:microsoft.com/office/officeart/2008/layout/VerticalCurvedList"/>
    <dgm:cxn modelId="{2E33B3CE-4C82-4362-82D7-844C38B2FBB8}" type="presParOf" srcId="{1CDFC9CE-4E2D-42DC-AF16-53A112DFD12E}" destId="{3E427AED-86DE-4023-918B-4B41F9C33FB6}" srcOrd="0" destOrd="0" presId="urn:microsoft.com/office/officeart/2008/layout/VerticalCurvedList"/>
    <dgm:cxn modelId="{45886DD3-D7BC-42E4-9EB9-B5914734E54A}" type="presParOf" srcId="{3E427AED-86DE-4023-918B-4B41F9C33FB6}" destId="{A4BBB0D6-B643-45C2-8F26-92056B591419}" srcOrd="0" destOrd="0" presId="urn:microsoft.com/office/officeart/2008/layout/VerticalCurvedList"/>
    <dgm:cxn modelId="{37EE3259-E643-424D-8E07-C496A3F8D522}" type="presParOf" srcId="{A4BBB0D6-B643-45C2-8F26-92056B591419}" destId="{A3576315-83F2-4731-9F72-1FFB86DECD8D}" srcOrd="0" destOrd="0" presId="urn:microsoft.com/office/officeart/2008/layout/VerticalCurvedList"/>
    <dgm:cxn modelId="{9047AE36-87A9-43C8-9EE9-69EA9110D6B6}" type="presParOf" srcId="{A4BBB0D6-B643-45C2-8F26-92056B591419}" destId="{5FFB49FB-1759-45D0-8BA2-131EB45FABAE}" srcOrd="1" destOrd="0" presId="urn:microsoft.com/office/officeart/2008/layout/VerticalCurvedList"/>
    <dgm:cxn modelId="{FF5FE1BA-79F7-45A5-A0B7-6D2D7FAD74F9}" type="presParOf" srcId="{A4BBB0D6-B643-45C2-8F26-92056B591419}" destId="{D71766FA-D117-4519-92D1-80C8FEE06C92}" srcOrd="2" destOrd="0" presId="urn:microsoft.com/office/officeart/2008/layout/VerticalCurvedList"/>
    <dgm:cxn modelId="{F3CD6E7B-5440-4CFE-ADF9-3B0917DFA7F5}" type="presParOf" srcId="{A4BBB0D6-B643-45C2-8F26-92056B591419}" destId="{F5127556-9055-4488-B2CF-11AA37CB5486}" srcOrd="3" destOrd="0" presId="urn:microsoft.com/office/officeart/2008/layout/VerticalCurvedList"/>
    <dgm:cxn modelId="{DB419C73-1893-4845-B30D-8BE0D05F0734}" type="presParOf" srcId="{3E427AED-86DE-4023-918B-4B41F9C33FB6}" destId="{8D2C1E7A-C98B-4332-8C19-A30BCE9D7A98}" srcOrd="1" destOrd="0" presId="urn:microsoft.com/office/officeart/2008/layout/VerticalCurvedList"/>
    <dgm:cxn modelId="{A221326F-C06F-496A-AF19-7FA89A4737F3}" type="presParOf" srcId="{3E427AED-86DE-4023-918B-4B41F9C33FB6}" destId="{6FC5A6D0-8685-43CC-8D70-7AD823BEAF50}" srcOrd="2" destOrd="0" presId="urn:microsoft.com/office/officeart/2008/layout/VerticalCurvedList"/>
    <dgm:cxn modelId="{D873DBF3-A157-4F3C-93CA-0B74435C3F35}" type="presParOf" srcId="{6FC5A6D0-8685-43CC-8D70-7AD823BEAF50}" destId="{ABBC2EB9-B098-4370-AB2B-1AF2582AC371}" srcOrd="0" destOrd="0" presId="urn:microsoft.com/office/officeart/2008/layout/VerticalCurvedList"/>
    <dgm:cxn modelId="{7FB1E219-1BE3-45D2-84CD-CF2F34D30421}" type="presParOf" srcId="{3E427AED-86DE-4023-918B-4B41F9C33FB6}" destId="{BC9F990E-62B4-4CEF-A8EB-29D39E675CC4}" srcOrd="3" destOrd="0" presId="urn:microsoft.com/office/officeart/2008/layout/VerticalCurvedList"/>
    <dgm:cxn modelId="{FAB1F0D0-7AF6-4738-9253-D90D0AAEFB28}" type="presParOf" srcId="{3E427AED-86DE-4023-918B-4B41F9C33FB6}" destId="{D5B03922-C263-4260-92AC-840911A4C47D}" srcOrd="4" destOrd="0" presId="urn:microsoft.com/office/officeart/2008/layout/VerticalCurvedList"/>
    <dgm:cxn modelId="{F7F9F3BD-77BB-4DC5-888E-27F2FC7FE8F4}" type="presParOf" srcId="{D5B03922-C263-4260-92AC-840911A4C47D}" destId="{87601033-E99A-40F7-A4E8-9A022108CA0B}" srcOrd="0" destOrd="0" presId="urn:microsoft.com/office/officeart/2008/layout/VerticalCurvedList"/>
    <dgm:cxn modelId="{0E452A08-E344-4B5E-A8C1-465E36CD692F}" type="presParOf" srcId="{3E427AED-86DE-4023-918B-4B41F9C33FB6}" destId="{FFD10C8E-FDC5-4E44-9A3E-014E1A8C1F0E}" srcOrd="5" destOrd="0" presId="urn:microsoft.com/office/officeart/2008/layout/VerticalCurvedList"/>
    <dgm:cxn modelId="{D2DFF63E-9771-4539-8F0B-A671CA89EC15}" type="presParOf" srcId="{3E427AED-86DE-4023-918B-4B41F9C33FB6}" destId="{59D70528-151E-408A-A042-F5FDE05D33F7}" srcOrd="6" destOrd="0" presId="urn:microsoft.com/office/officeart/2008/layout/VerticalCurvedList"/>
    <dgm:cxn modelId="{919E57DA-77A3-4142-953F-EDAE620BB976}" type="presParOf" srcId="{59D70528-151E-408A-A042-F5FDE05D33F7}" destId="{69A36CFA-008C-412A-B8FD-1655732DB5E0}" srcOrd="0" destOrd="0" presId="urn:microsoft.com/office/officeart/2008/layout/VerticalCurvedList"/>
    <dgm:cxn modelId="{E06AD8F3-07B9-4C39-9302-58BC719F8D3C}" type="presParOf" srcId="{3E427AED-86DE-4023-918B-4B41F9C33FB6}" destId="{C28F45B1-2FAB-49F9-9F75-30474FE043F9}" srcOrd="7" destOrd="0" presId="urn:microsoft.com/office/officeart/2008/layout/VerticalCurvedList"/>
    <dgm:cxn modelId="{3657CB33-76A7-4DC1-A151-16BE4DAF53C8}" type="presParOf" srcId="{3E427AED-86DE-4023-918B-4B41F9C33FB6}" destId="{23CA3E61-7E07-4977-9DF3-8C8242931918}" srcOrd="8" destOrd="0" presId="urn:microsoft.com/office/officeart/2008/layout/VerticalCurvedList"/>
    <dgm:cxn modelId="{FACB769C-F15D-4546-A3CC-414F745EB4EB}" type="presParOf" srcId="{23CA3E61-7E07-4977-9DF3-8C8242931918}" destId="{DDAF1B1E-F113-422B-852B-FE9CDE0D33C0}" srcOrd="0" destOrd="0" presId="urn:microsoft.com/office/officeart/2008/layout/VerticalCurvedList"/>
    <dgm:cxn modelId="{CDA87D14-591D-4FFF-9D28-E3254F6DC37E}" type="presParOf" srcId="{3E427AED-86DE-4023-918B-4B41F9C33FB6}" destId="{866E26C1-844D-46C7-9449-660D075235AB}" srcOrd="9" destOrd="0" presId="urn:microsoft.com/office/officeart/2008/layout/VerticalCurvedList"/>
    <dgm:cxn modelId="{F8FBE785-D96E-4975-A7EB-F53AEEFA1538}" type="presParOf" srcId="{3E427AED-86DE-4023-918B-4B41F9C33FB6}" destId="{0C6C5C19-AC2B-42DA-9076-EF02D389C094}" srcOrd="10" destOrd="0" presId="urn:microsoft.com/office/officeart/2008/layout/VerticalCurvedList"/>
    <dgm:cxn modelId="{4BCCECD7-DA06-4EA4-8982-1DBECDE58331}" type="presParOf" srcId="{0C6C5C19-AC2B-42DA-9076-EF02D389C094}" destId="{6331D65F-AC65-4782-8AA3-689D7A80E9E2}"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953F3F4-0CF4-435A-9D94-AF93FC04C5F1}" type="doc">
      <dgm:prSet loTypeId="urn:microsoft.com/office/officeart/2008/layout/VerticalCircleList" loCatId="list" qsTypeId="urn:microsoft.com/office/officeart/2005/8/quickstyle/simple1" qsCatId="simple" csTypeId="urn:microsoft.com/office/officeart/2005/8/colors/colorful2" csCatId="colorful" phldr="1"/>
      <dgm:spPr/>
      <dgm:t>
        <a:bodyPr/>
        <a:lstStyle/>
        <a:p>
          <a:endParaRPr lang="en-US"/>
        </a:p>
      </dgm:t>
    </dgm:pt>
    <dgm:pt modelId="{F5C8170D-ADBA-4B95-9872-D3EB9F27D657}">
      <dgm:prSet custT="1"/>
      <dgm:spPr/>
      <dgm:t>
        <a:bodyPr/>
        <a:lstStyle/>
        <a:p>
          <a:r>
            <a:rPr lang="en-GB" sz="2400" dirty="0"/>
            <a:t>Ambiguous requirement details</a:t>
          </a:r>
          <a:endParaRPr lang="en-US" sz="2400" dirty="0"/>
        </a:p>
      </dgm:t>
    </dgm:pt>
    <dgm:pt modelId="{8064A7AE-1C23-4668-A233-E285DF92A515}" type="parTrans" cxnId="{922F8E9C-75A6-4DA4-868E-036FA94FCCDF}">
      <dgm:prSet/>
      <dgm:spPr/>
      <dgm:t>
        <a:bodyPr/>
        <a:lstStyle/>
        <a:p>
          <a:endParaRPr lang="en-US"/>
        </a:p>
      </dgm:t>
    </dgm:pt>
    <dgm:pt modelId="{E839D875-09D6-49B1-9181-0667377926CC}" type="sibTrans" cxnId="{922F8E9C-75A6-4DA4-868E-036FA94FCCDF}">
      <dgm:prSet/>
      <dgm:spPr/>
      <dgm:t>
        <a:bodyPr/>
        <a:lstStyle/>
        <a:p>
          <a:endParaRPr lang="en-US"/>
        </a:p>
      </dgm:t>
    </dgm:pt>
    <dgm:pt modelId="{82C1961E-5789-4D32-AE4B-3C61DF45B654}">
      <dgm:prSet custT="1"/>
      <dgm:spPr/>
      <dgm:t>
        <a:bodyPr/>
        <a:lstStyle/>
        <a:p>
          <a:r>
            <a:rPr lang="en-GB" sz="2400" dirty="0"/>
            <a:t>Functional/non-functional Requirements not segregated</a:t>
          </a:r>
        </a:p>
      </dgm:t>
    </dgm:pt>
    <dgm:pt modelId="{E1ABD9A7-C6D3-49F9-945E-98651257F418}" type="parTrans" cxnId="{4E1E7913-6CDD-4C99-99A3-7B207FACB5CB}">
      <dgm:prSet/>
      <dgm:spPr/>
      <dgm:t>
        <a:bodyPr/>
        <a:lstStyle/>
        <a:p>
          <a:endParaRPr lang="en-US"/>
        </a:p>
      </dgm:t>
    </dgm:pt>
    <dgm:pt modelId="{B7DFD0D9-46F1-4FAE-83B5-8952A6E45D3E}" type="sibTrans" cxnId="{4E1E7913-6CDD-4C99-99A3-7B207FACB5CB}">
      <dgm:prSet/>
      <dgm:spPr/>
      <dgm:t>
        <a:bodyPr/>
        <a:lstStyle/>
        <a:p>
          <a:endParaRPr lang="en-US"/>
        </a:p>
      </dgm:t>
    </dgm:pt>
    <dgm:pt modelId="{DE62C9F0-2D59-46A3-9DAA-A22C3452668E}">
      <dgm:prSet custT="1"/>
      <dgm:spPr/>
      <dgm:t>
        <a:bodyPr/>
        <a:lstStyle/>
        <a:p>
          <a:r>
            <a:rPr lang="en-GB" sz="2400" dirty="0"/>
            <a:t>Requirements amalgamation will lead to longer deadlines in development</a:t>
          </a:r>
        </a:p>
        <a:p>
          <a:r>
            <a:rPr lang="en-GB" sz="2400" dirty="0"/>
            <a:t>e.g., “when an employee enters the building, his entry is maintained in the log and his computer shall be booted”</a:t>
          </a:r>
          <a:endParaRPr lang="en-US" sz="2400" dirty="0"/>
        </a:p>
      </dgm:t>
    </dgm:pt>
    <dgm:pt modelId="{75B70D14-6CAD-466F-8F29-11ACACCF66D3}" type="parTrans" cxnId="{7679AADE-0CBF-4A75-9D17-2565DBB7855E}">
      <dgm:prSet/>
      <dgm:spPr/>
      <dgm:t>
        <a:bodyPr/>
        <a:lstStyle/>
        <a:p>
          <a:endParaRPr lang="en-US"/>
        </a:p>
      </dgm:t>
    </dgm:pt>
    <dgm:pt modelId="{46C342BB-717A-4D06-930F-18F341F56563}" type="sibTrans" cxnId="{7679AADE-0CBF-4A75-9D17-2565DBB7855E}">
      <dgm:prSet/>
      <dgm:spPr/>
      <dgm:t>
        <a:bodyPr/>
        <a:lstStyle/>
        <a:p>
          <a:endParaRPr lang="en-US"/>
        </a:p>
      </dgm:t>
    </dgm:pt>
    <dgm:pt modelId="{6A9888B1-B9D7-4AD9-AA99-DE53E064A242}" type="pres">
      <dgm:prSet presAssocID="{3953F3F4-0CF4-435A-9D94-AF93FC04C5F1}" presName="Name0" presStyleCnt="0">
        <dgm:presLayoutVars>
          <dgm:dir/>
        </dgm:presLayoutVars>
      </dgm:prSet>
      <dgm:spPr/>
    </dgm:pt>
    <dgm:pt modelId="{9CE1C231-7DCE-4271-AF7C-DA539763436B}" type="pres">
      <dgm:prSet presAssocID="{F5C8170D-ADBA-4B95-9872-D3EB9F27D657}" presName="noChildren" presStyleCnt="0"/>
      <dgm:spPr/>
    </dgm:pt>
    <dgm:pt modelId="{E056394F-478F-4647-AA73-E33A6136DC2F}" type="pres">
      <dgm:prSet presAssocID="{F5C8170D-ADBA-4B95-9872-D3EB9F27D657}" presName="gap" presStyleCnt="0"/>
      <dgm:spPr/>
    </dgm:pt>
    <dgm:pt modelId="{26B9A1E7-916F-45B0-9CA9-9F298AA8026F}" type="pres">
      <dgm:prSet presAssocID="{F5C8170D-ADBA-4B95-9872-D3EB9F27D657}" presName="medCircle2" presStyleLbl="vennNode1" presStyleIdx="0" presStyleCnt="3"/>
      <dgm:spPr/>
    </dgm:pt>
    <dgm:pt modelId="{6A3F5894-7316-4697-A1FD-6F0067FE6236}" type="pres">
      <dgm:prSet presAssocID="{F5C8170D-ADBA-4B95-9872-D3EB9F27D657}" presName="txLvlOnly1" presStyleLbl="revTx" presStyleIdx="0" presStyleCnt="3"/>
      <dgm:spPr/>
    </dgm:pt>
    <dgm:pt modelId="{6ED06480-BA62-43C9-BA0D-496AF2FAA835}" type="pres">
      <dgm:prSet presAssocID="{82C1961E-5789-4D32-AE4B-3C61DF45B654}" presName="noChildren" presStyleCnt="0"/>
      <dgm:spPr/>
    </dgm:pt>
    <dgm:pt modelId="{0D872FE3-9A9F-4E48-885A-1B3C7EF70BB1}" type="pres">
      <dgm:prSet presAssocID="{82C1961E-5789-4D32-AE4B-3C61DF45B654}" presName="gap" presStyleCnt="0"/>
      <dgm:spPr/>
    </dgm:pt>
    <dgm:pt modelId="{791BFC66-44E2-4AE1-8A83-DE258AC95348}" type="pres">
      <dgm:prSet presAssocID="{82C1961E-5789-4D32-AE4B-3C61DF45B654}" presName="medCircle2" presStyleLbl="vennNode1" presStyleIdx="1" presStyleCnt="3"/>
      <dgm:spPr/>
    </dgm:pt>
    <dgm:pt modelId="{3C8469D9-3D63-41D7-9FF8-800675DBC0E4}" type="pres">
      <dgm:prSet presAssocID="{82C1961E-5789-4D32-AE4B-3C61DF45B654}" presName="txLvlOnly1" presStyleLbl="revTx" presStyleIdx="1" presStyleCnt="3"/>
      <dgm:spPr/>
    </dgm:pt>
    <dgm:pt modelId="{E34431B6-BD71-4023-9F36-300DFC8E2C8F}" type="pres">
      <dgm:prSet presAssocID="{DE62C9F0-2D59-46A3-9DAA-A22C3452668E}" presName="noChildren" presStyleCnt="0"/>
      <dgm:spPr/>
    </dgm:pt>
    <dgm:pt modelId="{7776A011-114E-4F7A-BB5E-16F20809057C}" type="pres">
      <dgm:prSet presAssocID="{DE62C9F0-2D59-46A3-9DAA-A22C3452668E}" presName="gap" presStyleCnt="0"/>
      <dgm:spPr/>
    </dgm:pt>
    <dgm:pt modelId="{BE04BECF-C541-4243-8FD0-214696CC6523}" type="pres">
      <dgm:prSet presAssocID="{DE62C9F0-2D59-46A3-9DAA-A22C3452668E}" presName="medCircle2" presStyleLbl="vennNode1" presStyleIdx="2" presStyleCnt="3"/>
      <dgm:spPr/>
    </dgm:pt>
    <dgm:pt modelId="{9AF55452-FEC6-4CAF-9BE9-A05D7B0C3AAD}" type="pres">
      <dgm:prSet presAssocID="{DE62C9F0-2D59-46A3-9DAA-A22C3452668E}" presName="txLvlOnly1" presStyleLbl="revTx" presStyleIdx="2" presStyleCnt="3"/>
      <dgm:spPr/>
    </dgm:pt>
  </dgm:ptLst>
  <dgm:cxnLst>
    <dgm:cxn modelId="{4E1E7913-6CDD-4C99-99A3-7B207FACB5CB}" srcId="{3953F3F4-0CF4-435A-9D94-AF93FC04C5F1}" destId="{82C1961E-5789-4D32-AE4B-3C61DF45B654}" srcOrd="1" destOrd="0" parTransId="{E1ABD9A7-C6D3-49F9-945E-98651257F418}" sibTransId="{B7DFD0D9-46F1-4FAE-83B5-8952A6E45D3E}"/>
    <dgm:cxn modelId="{003FB06D-C36C-42E3-9D84-234DF80EA3FE}" type="presOf" srcId="{F5C8170D-ADBA-4B95-9872-D3EB9F27D657}" destId="{6A3F5894-7316-4697-A1FD-6F0067FE6236}" srcOrd="0" destOrd="0" presId="urn:microsoft.com/office/officeart/2008/layout/VerticalCircleList"/>
    <dgm:cxn modelId="{4D048554-53B5-4EB7-B308-BA04302D65C7}" type="presOf" srcId="{DE62C9F0-2D59-46A3-9DAA-A22C3452668E}" destId="{9AF55452-FEC6-4CAF-9BE9-A05D7B0C3AAD}" srcOrd="0" destOrd="0" presId="urn:microsoft.com/office/officeart/2008/layout/VerticalCircleList"/>
    <dgm:cxn modelId="{8B29038F-AFAC-48FC-B197-405880BF888F}" type="presOf" srcId="{82C1961E-5789-4D32-AE4B-3C61DF45B654}" destId="{3C8469D9-3D63-41D7-9FF8-800675DBC0E4}" srcOrd="0" destOrd="0" presId="urn:microsoft.com/office/officeart/2008/layout/VerticalCircleList"/>
    <dgm:cxn modelId="{922F8E9C-75A6-4DA4-868E-036FA94FCCDF}" srcId="{3953F3F4-0CF4-435A-9D94-AF93FC04C5F1}" destId="{F5C8170D-ADBA-4B95-9872-D3EB9F27D657}" srcOrd="0" destOrd="0" parTransId="{8064A7AE-1C23-4668-A233-E285DF92A515}" sibTransId="{E839D875-09D6-49B1-9181-0667377926CC}"/>
    <dgm:cxn modelId="{7679AADE-0CBF-4A75-9D17-2565DBB7855E}" srcId="{3953F3F4-0CF4-435A-9D94-AF93FC04C5F1}" destId="{DE62C9F0-2D59-46A3-9DAA-A22C3452668E}" srcOrd="2" destOrd="0" parTransId="{75B70D14-6CAD-466F-8F29-11ACACCF66D3}" sibTransId="{46C342BB-717A-4D06-930F-18F341F56563}"/>
    <dgm:cxn modelId="{A978CBF7-26B3-4940-B388-765019ACDBDD}" type="presOf" srcId="{3953F3F4-0CF4-435A-9D94-AF93FC04C5F1}" destId="{6A9888B1-B9D7-4AD9-AA99-DE53E064A242}" srcOrd="0" destOrd="0" presId="urn:microsoft.com/office/officeart/2008/layout/VerticalCircleList"/>
    <dgm:cxn modelId="{4903C775-3272-4EE6-8792-811F937059DD}" type="presParOf" srcId="{6A9888B1-B9D7-4AD9-AA99-DE53E064A242}" destId="{9CE1C231-7DCE-4271-AF7C-DA539763436B}" srcOrd="0" destOrd="0" presId="urn:microsoft.com/office/officeart/2008/layout/VerticalCircleList"/>
    <dgm:cxn modelId="{7EC74D5D-3666-41E2-960D-78270BFDAA40}" type="presParOf" srcId="{9CE1C231-7DCE-4271-AF7C-DA539763436B}" destId="{E056394F-478F-4647-AA73-E33A6136DC2F}" srcOrd="0" destOrd="0" presId="urn:microsoft.com/office/officeart/2008/layout/VerticalCircleList"/>
    <dgm:cxn modelId="{7B849A50-6484-4E60-8708-492B12E2AD3F}" type="presParOf" srcId="{9CE1C231-7DCE-4271-AF7C-DA539763436B}" destId="{26B9A1E7-916F-45B0-9CA9-9F298AA8026F}" srcOrd="1" destOrd="0" presId="urn:microsoft.com/office/officeart/2008/layout/VerticalCircleList"/>
    <dgm:cxn modelId="{C7DB8F55-3292-4D42-BE46-996FC342E654}" type="presParOf" srcId="{9CE1C231-7DCE-4271-AF7C-DA539763436B}" destId="{6A3F5894-7316-4697-A1FD-6F0067FE6236}" srcOrd="2" destOrd="0" presId="urn:microsoft.com/office/officeart/2008/layout/VerticalCircleList"/>
    <dgm:cxn modelId="{8CA0A7CB-9B23-45A4-AFC5-8DCCE73AF9C7}" type="presParOf" srcId="{6A9888B1-B9D7-4AD9-AA99-DE53E064A242}" destId="{6ED06480-BA62-43C9-BA0D-496AF2FAA835}" srcOrd="1" destOrd="0" presId="urn:microsoft.com/office/officeart/2008/layout/VerticalCircleList"/>
    <dgm:cxn modelId="{AA0FFE84-5D4E-4BE0-B076-1CA4DED4DCFE}" type="presParOf" srcId="{6ED06480-BA62-43C9-BA0D-496AF2FAA835}" destId="{0D872FE3-9A9F-4E48-885A-1B3C7EF70BB1}" srcOrd="0" destOrd="0" presId="urn:microsoft.com/office/officeart/2008/layout/VerticalCircleList"/>
    <dgm:cxn modelId="{255634DB-6DB4-4BA3-8E57-5E6512F54D07}" type="presParOf" srcId="{6ED06480-BA62-43C9-BA0D-496AF2FAA835}" destId="{791BFC66-44E2-4AE1-8A83-DE258AC95348}" srcOrd="1" destOrd="0" presId="urn:microsoft.com/office/officeart/2008/layout/VerticalCircleList"/>
    <dgm:cxn modelId="{28D8A4E6-1DF7-4214-8696-C7C5A01F8217}" type="presParOf" srcId="{6ED06480-BA62-43C9-BA0D-496AF2FAA835}" destId="{3C8469D9-3D63-41D7-9FF8-800675DBC0E4}" srcOrd="2" destOrd="0" presId="urn:microsoft.com/office/officeart/2008/layout/VerticalCircleList"/>
    <dgm:cxn modelId="{788739D2-61C5-436A-89F1-5CC3FA04AFF9}" type="presParOf" srcId="{6A9888B1-B9D7-4AD9-AA99-DE53E064A242}" destId="{E34431B6-BD71-4023-9F36-300DFC8E2C8F}" srcOrd="2" destOrd="0" presId="urn:microsoft.com/office/officeart/2008/layout/VerticalCircleList"/>
    <dgm:cxn modelId="{D15E9EEE-953C-4E0F-9859-3BDE0593CC26}" type="presParOf" srcId="{E34431B6-BD71-4023-9F36-300DFC8E2C8F}" destId="{7776A011-114E-4F7A-BB5E-16F20809057C}" srcOrd="0" destOrd="0" presId="urn:microsoft.com/office/officeart/2008/layout/VerticalCircleList"/>
    <dgm:cxn modelId="{884CC20E-D606-4E85-B02C-489A207AE794}" type="presParOf" srcId="{E34431B6-BD71-4023-9F36-300DFC8E2C8F}" destId="{BE04BECF-C541-4243-8FD0-214696CC6523}" srcOrd="1" destOrd="0" presId="urn:microsoft.com/office/officeart/2008/layout/VerticalCircleList"/>
    <dgm:cxn modelId="{1FD13897-1041-4F5F-83F2-97B26C723C71}" type="presParOf" srcId="{E34431B6-BD71-4023-9F36-300DFC8E2C8F}" destId="{9AF55452-FEC6-4CAF-9BE9-A05D7B0C3AAD}" srcOrd="2" destOrd="0" presId="urn:microsoft.com/office/officeart/2008/layout/Vertical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9E8E973-B28A-4B97-98A1-8DAA70E1A50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98A1C443-92C9-4BDE-81BA-40353DD9FA12}">
      <dgm:prSet/>
      <dgm:spPr/>
      <dgm:t>
        <a:bodyPr/>
        <a:lstStyle/>
        <a:p>
          <a:r>
            <a:rPr lang="en-US"/>
            <a:t>Writer is limited to follow the template.</a:t>
          </a:r>
        </a:p>
      </dgm:t>
    </dgm:pt>
    <dgm:pt modelId="{C341554F-7D98-4271-A856-D612D5B702C3}" type="parTrans" cxnId="{20566536-6198-4DE5-B41C-9BC1504B7B44}">
      <dgm:prSet/>
      <dgm:spPr/>
      <dgm:t>
        <a:bodyPr/>
        <a:lstStyle/>
        <a:p>
          <a:endParaRPr lang="en-US"/>
        </a:p>
      </dgm:t>
    </dgm:pt>
    <dgm:pt modelId="{7468E102-826C-44AE-8D63-09BA58B27766}" type="sibTrans" cxnId="{20566536-6198-4DE5-B41C-9BC1504B7B44}">
      <dgm:prSet/>
      <dgm:spPr/>
      <dgm:t>
        <a:bodyPr/>
        <a:lstStyle/>
        <a:p>
          <a:endParaRPr lang="en-US"/>
        </a:p>
      </dgm:t>
    </dgm:pt>
    <dgm:pt modelId="{E85C589F-2079-4516-B582-922B1A29D00A}">
      <dgm:prSet/>
      <dgm:spPr/>
      <dgm:t>
        <a:bodyPr/>
        <a:lstStyle/>
        <a:p>
          <a:r>
            <a:rPr lang="en-US" dirty="0"/>
            <a:t>Fit for defined requirement applications. E.g. Embedded systems</a:t>
          </a:r>
        </a:p>
      </dgm:t>
    </dgm:pt>
    <dgm:pt modelId="{D2D11962-E97D-41E8-952F-94FBAC905A3B}" type="parTrans" cxnId="{A31E65AC-A57D-4565-A5F2-047BD64CAA0E}">
      <dgm:prSet/>
      <dgm:spPr/>
      <dgm:t>
        <a:bodyPr/>
        <a:lstStyle/>
        <a:p>
          <a:endParaRPr lang="en-US"/>
        </a:p>
      </dgm:t>
    </dgm:pt>
    <dgm:pt modelId="{5171E5FA-C8CF-49A9-8536-1BC83A88F9B6}" type="sibTrans" cxnId="{A31E65AC-A57D-4565-A5F2-047BD64CAA0E}">
      <dgm:prSet/>
      <dgm:spPr/>
      <dgm:t>
        <a:bodyPr/>
        <a:lstStyle/>
        <a:p>
          <a:endParaRPr lang="en-US"/>
        </a:p>
      </dgm:t>
    </dgm:pt>
    <dgm:pt modelId="{CF33E4EE-72E7-406F-8205-16EB43857E14}">
      <dgm:prSet/>
      <dgm:spPr/>
      <dgm:t>
        <a:bodyPr/>
        <a:lstStyle/>
        <a:p>
          <a:r>
            <a:rPr lang="en-US" dirty="0"/>
            <a:t>Not fit for systems having evolutionary requirements. E.g., Business applications</a:t>
          </a:r>
        </a:p>
      </dgm:t>
    </dgm:pt>
    <dgm:pt modelId="{E943282B-9D14-415C-B186-227F9CD9ECDE}" type="parTrans" cxnId="{2078FD4C-CB60-4408-888E-4F267D361B61}">
      <dgm:prSet/>
      <dgm:spPr/>
      <dgm:t>
        <a:bodyPr/>
        <a:lstStyle/>
        <a:p>
          <a:endParaRPr lang="en-US"/>
        </a:p>
      </dgm:t>
    </dgm:pt>
    <dgm:pt modelId="{39245B11-7B1C-408B-8F6F-C306427B21F4}" type="sibTrans" cxnId="{2078FD4C-CB60-4408-888E-4F267D361B61}">
      <dgm:prSet/>
      <dgm:spPr/>
      <dgm:t>
        <a:bodyPr/>
        <a:lstStyle/>
        <a:p>
          <a:endParaRPr lang="en-US"/>
        </a:p>
      </dgm:t>
    </dgm:pt>
    <dgm:pt modelId="{0B1DCF76-D25A-4741-BCF6-F4D5058A0D7E}" type="pres">
      <dgm:prSet presAssocID="{19E8E973-B28A-4B97-98A1-8DAA70E1A504}" presName="linear" presStyleCnt="0">
        <dgm:presLayoutVars>
          <dgm:animLvl val="lvl"/>
          <dgm:resizeHandles val="exact"/>
        </dgm:presLayoutVars>
      </dgm:prSet>
      <dgm:spPr/>
    </dgm:pt>
    <dgm:pt modelId="{DD9AFDB8-D24C-464F-8E7C-2DE896BCEE6F}" type="pres">
      <dgm:prSet presAssocID="{98A1C443-92C9-4BDE-81BA-40353DD9FA12}" presName="parentText" presStyleLbl="node1" presStyleIdx="0" presStyleCnt="3">
        <dgm:presLayoutVars>
          <dgm:chMax val="0"/>
          <dgm:bulletEnabled val="1"/>
        </dgm:presLayoutVars>
      </dgm:prSet>
      <dgm:spPr/>
    </dgm:pt>
    <dgm:pt modelId="{FA8B561F-76DF-44E1-AEF1-A3856A02BC5E}" type="pres">
      <dgm:prSet presAssocID="{7468E102-826C-44AE-8D63-09BA58B27766}" presName="spacer" presStyleCnt="0"/>
      <dgm:spPr/>
    </dgm:pt>
    <dgm:pt modelId="{EA4AA82C-507A-42A9-A870-A111B1F8D1B2}" type="pres">
      <dgm:prSet presAssocID="{E85C589F-2079-4516-B582-922B1A29D00A}" presName="parentText" presStyleLbl="node1" presStyleIdx="1" presStyleCnt="3">
        <dgm:presLayoutVars>
          <dgm:chMax val="0"/>
          <dgm:bulletEnabled val="1"/>
        </dgm:presLayoutVars>
      </dgm:prSet>
      <dgm:spPr/>
    </dgm:pt>
    <dgm:pt modelId="{8F0A9C9A-6F98-4AE5-ADA6-9302C7B3EABE}" type="pres">
      <dgm:prSet presAssocID="{5171E5FA-C8CF-49A9-8536-1BC83A88F9B6}" presName="spacer" presStyleCnt="0"/>
      <dgm:spPr/>
    </dgm:pt>
    <dgm:pt modelId="{29EF15A4-C80C-423E-B17C-49E10433AD91}" type="pres">
      <dgm:prSet presAssocID="{CF33E4EE-72E7-406F-8205-16EB43857E14}" presName="parentText" presStyleLbl="node1" presStyleIdx="2" presStyleCnt="3">
        <dgm:presLayoutVars>
          <dgm:chMax val="0"/>
          <dgm:bulletEnabled val="1"/>
        </dgm:presLayoutVars>
      </dgm:prSet>
      <dgm:spPr/>
    </dgm:pt>
  </dgm:ptLst>
  <dgm:cxnLst>
    <dgm:cxn modelId="{20566536-6198-4DE5-B41C-9BC1504B7B44}" srcId="{19E8E973-B28A-4B97-98A1-8DAA70E1A504}" destId="{98A1C443-92C9-4BDE-81BA-40353DD9FA12}" srcOrd="0" destOrd="0" parTransId="{C341554F-7D98-4271-A856-D612D5B702C3}" sibTransId="{7468E102-826C-44AE-8D63-09BA58B27766}"/>
    <dgm:cxn modelId="{E865EA5D-04E3-4AD3-8512-20E4959E1D28}" type="presOf" srcId="{98A1C443-92C9-4BDE-81BA-40353DD9FA12}" destId="{DD9AFDB8-D24C-464F-8E7C-2DE896BCEE6F}" srcOrd="0" destOrd="0" presId="urn:microsoft.com/office/officeart/2005/8/layout/vList2"/>
    <dgm:cxn modelId="{2078FD4C-CB60-4408-888E-4F267D361B61}" srcId="{19E8E973-B28A-4B97-98A1-8DAA70E1A504}" destId="{CF33E4EE-72E7-406F-8205-16EB43857E14}" srcOrd="2" destOrd="0" parTransId="{E943282B-9D14-415C-B186-227F9CD9ECDE}" sibTransId="{39245B11-7B1C-408B-8F6F-C306427B21F4}"/>
    <dgm:cxn modelId="{D1103182-648D-49DC-9563-8D0D2FFE5327}" type="presOf" srcId="{E85C589F-2079-4516-B582-922B1A29D00A}" destId="{EA4AA82C-507A-42A9-A870-A111B1F8D1B2}" srcOrd="0" destOrd="0" presId="urn:microsoft.com/office/officeart/2005/8/layout/vList2"/>
    <dgm:cxn modelId="{A31E65AC-A57D-4565-A5F2-047BD64CAA0E}" srcId="{19E8E973-B28A-4B97-98A1-8DAA70E1A504}" destId="{E85C589F-2079-4516-B582-922B1A29D00A}" srcOrd="1" destOrd="0" parTransId="{D2D11962-E97D-41E8-952F-94FBAC905A3B}" sibTransId="{5171E5FA-C8CF-49A9-8536-1BC83A88F9B6}"/>
    <dgm:cxn modelId="{9A25FDBF-BD4A-476A-9A6E-9FF87833DA7B}" type="presOf" srcId="{19E8E973-B28A-4B97-98A1-8DAA70E1A504}" destId="{0B1DCF76-D25A-4741-BCF6-F4D5058A0D7E}" srcOrd="0" destOrd="0" presId="urn:microsoft.com/office/officeart/2005/8/layout/vList2"/>
    <dgm:cxn modelId="{0678D2F0-73E5-4088-BC9D-22FDF4D6C093}" type="presOf" srcId="{CF33E4EE-72E7-406F-8205-16EB43857E14}" destId="{29EF15A4-C80C-423E-B17C-49E10433AD91}" srcOrd="0" destOrd="0" presId="urn:microsoft.com/office/officeart/2005/8/layout/vList2"/>
    <dgm:cxn modelId="{02EF916D-F359-496C-9B29-44DC2263D66C}" type="presParOf" srcId="{0B1DCF76-D25A-4741-BCF6-F4D5058A0D7E}" destId="{DD9AFDB8-D24C-464F-8E7C-2DE896BCEE6F}" srcOrd="0" destOrd="0" presId="urn:microsoft.com/office/officeart/2005/8/layout/vList2"/>
    <dgm:cxn modelId="{DD8FB735-50DF-482D-8B99-A829F3D66893}" type="presParOf" srcId="{0B1DCF76-D25A-4741-BCF6-F4D5058A0D7E}" destId="{FA8B561F-76DF-44E1-AEF1-A3856A02BC5E}" srcOrd="1" destOrd="0" presId="urn:microsoft.com/office/officeart/2005/8/layout/vList2"/>
    <dgm:cxn modelId="{3C4604BD-CC72-4842-A8AB-C6D238BD8EDB}" type="presParOf" srcId="{0B1DCF76-D25A-4741-BCF6-F4D5058A0D7E}" destId="{EA4AA82C-507A-42A9-A870-A111B1F8D1B2}" srcOrd="2" destOrd="0" presId="urn:microsoft.com/office/officeart/2005/8/layout/vList2"/>
    <dgm:cxn modelId="{8F313B16-A7A5-4E71-9476-4D02877745BE}" type="presParOf" srcId="{0B1DCF76-D25A-4741-BCF6-F4D5058A0D7E}" destId="{8F0A9C9A-6F98-4AE5-ADA6-9302C7B3EABE}" srcOrd="3" destOrd="0" presId="urn:microsoft.com/office/officeart/2005/8/layout/vList2"/>
    <dgm:cxn modelId="{6D35DAA8-6D00-4380-B854-64E32584714B}" type="presParOf" srcId="{0B1DCF76-D25A-4741-BCF6-F4D5058A0D7E}" destId="{29EF15A4-C80C-423E-B17C-49E10433AD91}"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ABBC888-E50E-45F3-82C0-20894DFDB398}" type="doc">
      <dgm:prSet loTypeId="urn:microsoft.com/office/officeart/2005/8/layout/hProcess11" loCatId="process" qsTypeId="urn:microsoft.com/office/officeart/2005/8/quickstyle/simple1" qsCatId="simple" csTypeId="urn:microsoft.com/office/officeart/2005/8/colors/colorful2" csCatId="colorful"/>
      <dgm:spPr/>
      <dgm:t>
        <a:bodyPr/>
        <a:lstStyle/>
        <a:p>
          <a:endParaRPr lang="en-US"/>
        </a:p>
      </dgm:t>
    </dgm:pt>
    <dgm:pt modelId="{9FD439DC-BC8B-40B3-B008-C7E9395D2596}">
      <dgm:prSet/>
      <dgm:spPr/>
      <dgm:t>
        <a:bodyPr/>
        <a:lstStyle/>
        <a:p>
          <a:pPr algn="l"/>
          <a:r>
            <a:rPr lang="en-GB" b="1" dirty="0"/>
            <a:t>Definition of the function </a:t>
          </a:r>
          <a:r>
            <a:rPr lang="en-GB" b="0" dirty="0"/>
            <a:t>or entity.</a:t>
          </a:r>
          <a:endParaRPr lang="en-US" b="0" dirty="0"/>
        </a:p>
      </dgm:t>
    </dgm:pt>
    <dgm:pt modelId="{0425820F-CC93-409A-B885-29FF3FCCBE18}" type="parTrans" cxnId="{D9BB45B8-26C3-4E64-9BD6-DC1316EB7BF2}">
      <dgm:prSet/>
      <dgm:spPr/>
      <dgm:t>
        <a:bodyPr/>
        <a:lstStyle/>
        <a:p>
          <a:endParaRPr lang="en-US"/>
        </a:p>
      </dgm:t>
    </dgm:pt>
    <dgm:pt modelId="{96548A6C-DA44-4954-AAB5-91A67668C879}" type="sibTrans" cxnId="{D9BB45B8-26C3-4E64-9BD6-DC1316EB7BF2}">
      <dgm:prSet/>
      <dgm:spPr/>
      <dgm:t>
        <a:bodyPr/>
        <a:lstStyle/>
        <a:p>
          <a:endParaRPr lang="en-US"/>
        </a:p>
      </dgm:t>
    </dgm:pt>
    <dgm:pt modelId="{1FD33272-1CD7-4D20-9DFE-370EA2DE7307}">
      <dgm:prSet/>
      <dgm:spPr/>
      <dgm:t>
        <a:bodyPr/>
        <a:lstStyle/>
        <a:p>
          <a:pPr algn="l"/>
          <a:r>
            <a:rPr lang="en-GB" b="1" dirty="0"/>
            <a:t>Description of inputs </a:t>
          </a:r>
          <a:r>
            <a:rPr lang="en-GB" b="0" dirty="0"/>
            <a:t>and where they come from.</a:t>
          </a:r>
          <a:endParaRPr lang="en-US" b="0" dirty="0"/>
        </a:p>
      </dgm:t>
    </dgm:pt>
    <dgm:pt modelId="{527E959D-6FE4-4CF2-8541-7410FE81796C}" type="parTrans" cxnId="{C241D235-66F6-453E-8030-1EE0A891F9D7}">
      <dgm:prSet/>
      <dgm:spPr/>
      <dgm:t>
        <a:bodyPr/>
        <a:lstStyle/>
        <a:p>
          <a:endParaRPr lang="en-US"/>
        </a:p>
      </dgm:t>
    </dgm:pt>
    <dgm:pt modelId="{3D2308E5-ACE7-4DA7-8955-690926D98FE1}" type="sibTrans" cxnId="{C241D235-66F6-453E-8030-1EE0A891F9D7}">
      <dgm:prSet/>
      <dgm:spPr/>
      <dgm:t>
        <a:bodyPr/>
        <a:lstStyle/>
        <a:p>
          <a:endParaRPr lang="en-US"/>
        </a:p>
      </dgm:t>
    </dgm:pt>
    <dgm:pt modelId="{EB376F1C-8AE0-4F90-B7AE-D99B0FB30194}">
      <dgm:prSet/>
      <dgm:spPr/>
      <dgm:t>
        <a:bodyPr/>
        <a:lstStyle/>
        <a:p>
          <a:pPr algn="l"/>
          <a:r>
            <a:rPr lang="en-GB" b="1" dirty="0"/>
            <a:t>Description of outputs </a:t>
          </a:r>
          <a:r>
            <a:rPr lang="en-GB" b="0" dirty="0"/>
            <a:t>and where they go to.</a:t>
          </a:r>
          <a:endParaRPr lang="en-US" b="0" dirty="0"/>
        </a:p>
      </dgm:t>
    </dgm:pt>
    <dgm:pt modelId="{05711F16-01D7-417D-B52C-DF6EB221C0C5}" type="parTrans" cxnId="{AD9E326A-DEAE-4F08-9620-05FF544EA0C5}">
      <dgm:prSet/>
      <dgm:spPr/>
      <dgm:t>
        <a:bodyPr/>
        <a:lstStyle/>
        <a:p>
          <a:endParaRPr lang="en-US"/>
        </a:p>
      </dgm:t>
    </dgm:pt>
    <dgm:pt modelId="{D90E77D6-3B57-4D5A-9CC9-62BFC0078294}" type="sibTrans" cxnId="{AD9E326A-DEAE-4F08-9620-05FF544EA0C5}">
      <dgm:prSet/>
      <dgm:spPr/>
      <dgm:t>
        <a:bodyPr/>
        <a:lstStyle/>
        <a:p>
          <a:endParaRPr lang="en-US"/>
        </a:p>
      </dgm:t>
    </dgm:pt>
    <dgm:pt modelId="{ABC5B6C0-9CFF-4084-87F3-EF2235E1C41A}">
      <dgm:prSet/>
      <dgm:spPr/>
      <dgm:t>
        <a:bodyPr/>
        <a:lstStyle/>
        <a:p>
          <a:pPr algn="l"/>
          <a:r>
            <a:rPr lang="en-GB" b="0" dirty="0"/>
            <a:t>Information about the </a:t>
          </a:r>
          <a:r>
            <a:rPr lang="en-GB" b="1" dirty="0"/>
            <a:t>information needed for the computation </a:t>
          </a:r>
          <a:r>
            <a:rPr lang="en-GB" b="0" dirty="0"/>
            <a:t>and other entities used.</a:t>
          </a:r>
          <a:endParaRPr lang="en-US" b="0" dirty="0"/>
        </a:p>
      </dgm:t>
    </dgm:pt>
    <dgm:pt modelId="{C9BAEA4D-69D1-4169-AA18-E0685E5D5F15}" type="parTrans" cxnId="{88E0B703-C163-4BCB-8FA5-686D2ECF29D9}">
      <dgm:prSet/>
      <dgm:spPr/>
      <dgm:t>
        <a:bodyPr/>
        <a:lstStyle/>
        <a:p>
          <a:endParaRPr lang="en-US"/>
        </a:p>
      </dgm:t>
    </dgm:pt>
    <dgm:pt modelId="{71075498-2A2D-43CE-A648-FBD9FB2411D5}" type="sibTrans" cxnId="{88E0B703-C163-4BCB-8FA5-686D2ECF29D9}">
      <dgm:prSet/>
      <dgm:spPr/>
      <dgm:t>
        <a:bodyPr/>
        <a:lstStyle/>
        <a:p>
          <a:endParaRPr lang="en-US"/>
        </a:p>
      </dgm:t>
    </dgm:pt>
    <dgm:pt modelId="{663195EC-9CF4-42F1-AFA6-A0E1C7F560D3}">
      <dgm:prSet/>
      <dgm:spPr/>
      <dgm:t>
        <a:bodyPr/>
        <a:lstStyle/>
        <a:p>
          <a:pPr algn="l"/>
          <a:r>
            <a:rPr lang="en-GB" b="0" dirty="0"/>
            <a:t>Description of the </a:t>
          </a:r>
          <a:r>
            <a:rPr lang="en-GB" b="1" dirty="0"/>
            <a:t>action to be taken.</a:t>
          </a:r>
          <a:endParaRPr lang="en-US" b="1" dirty="0"/>
        </a:p>
      </dgm:t>
    </dgm:pt>
    <dgm:pt modelId="{08613054-29D2-4F50-B07F-A48C5F0A10D7}" type="parTrans" cxnId="{998124F0-7B09-4B5B-8C29-035EAAB5D97E}">
      <dgm:prSet/>
      <dgm:spPr/>
      <dgm:t>
        <a:bodyPr/>
        <a:lstStyle/>
        <a:p>
          <a:endParaRPr lang="en-US"/>
        </a:p>
      </dgm:t>
    </dgm:pt>
    <dgm:pt modelId="{6B0D3153-A193-4276-BBAB-78809483258F}" type="sibTrans" cxnId="{998124F0-7B09-4B5B-8C29-035EAAB5D97E}">
      <dgm:prSet/>
      <dgm:spPr/>
      <dgm:t>
        <a:bodyPr/>
        <a:lstStyle/>
        <a:p>
          <a:endParaRPr lang="en-US"/>
        </a:p>
      </dgm:t>
    </dgm:pt>
    <dgm:pt modelId="{7EBDAD56-3910-4EF4-BAE5-2CD1E49CF1C6}">
      <dgm:prSet/>
      <dgm:spPr/>
      <dgm:t>
        <a:bodyPr/>
        <a:lstStyle/>
        <a:p>
          <a:pPr algn="l"/>
          <a:r>
            <a:rPr lang="en-GB" b="1" dirty="0"/>
            <a:t>Pre and post conditions</a:t>
          </a:r>
          <a:r>
            <a:rPr lang="en-GB" b="0" dirty="0"/>
            <a:t> (if appropriate).</a:t>
          </a:r>
          <a:endParaRPr lang="en-US" b="0" dirty="0"/>
        </a:p>
      </dgm:t>
    </dgm:pt>
    <dgm:pt modelId="{D5F0FECC-E5F9-43CF-8BEE-19F844CFD640}" type="parTrans" cxnId="{1271A5A6-565D-42EA-853A-BC36913C36E2}">
      <dgm:prSet/>
      <dgm:spPr/>
      <dgm:t>
        <a:bodyPr/>
        <a:lstStyle/>
        <a:p>
          <a:endParaRPr lang="en-US"/>
        </a:p>
      </dgm:t>
    </dgm:pt>
    <dgm:pt modelId="{56A22A4D-0469-4E9D-AF86-1F98BEDD64F8}" type="sibTrans" cxnId="{1271A5A6-565D-42EA-853A-BC36913C36E2}">
      <dgm:prSet/>
      <dgm:spPr/>
      <dgm:t>
        <a:bodyPr/>
        <a:lstStyle/>
        <a:p>
          <a:endParaRPr lang="en-US"/>
        </a:p>
      </dgm:t>
    </dgm:pt>
    <dgm:pt modelId="{7EBBB9D8-60EF-412D-B2F8-F957683777E2}">
      <dgm:prSet/>
      <dgm:spPr/>
      <dgm:t>
        <a:bodyPr/>
        <a:lstStyle/>
        <a:p>
          <a:pPr algn="l"/>
          <a:r>
            <a:rPr lang="en-GB" b="0" dirty="0"/>
            <a:t>The </a:t>
          </a:r>
          <a:r>
            <a:rPr lang="en-GB" b="1" dirty="0"/>
            <a:t>side effects</a:t>
          </a:r>
          <a:r>
            <a:rPr lang="en-GB" b="0" dirty="0"/>
            <a:t> (if any) of the function.</a:t>
          </a:r>
          <a:endParaRPr lang="en-US" b="0" dirty="0"/>
        </a:p>
      </dgm:t>
    </dgm:pt>
    <dgm:pt modelId="{BD842BBE-AA71-4B8E-9A44-EB777D266807}" type="parTrans" cxnId="{3F68F2BA-AEF3-44D8-8F66-C7AC13C9686D}">
      <dgm:prSet/>
      <dgm:spPr/>
      <dgm:t>
        <a:bodyPr/>
        <a:lstStyle/>
        <a:p>
          <a:endParaRPr lang="en-US"/>
        </a:p>
      </dgm:t>
    </dgm:pt>
    <dgm:pt modelId="{AD5FFBFE-CA52-4173-8E33-DDCAD27C2E1E}" type="sibTrans" cxnId="{3F68F2BA-AEF3-44D8-8F66-C7AC13C9686D}">
      <dgm:prSet/>
      <dgm:spPr/>
      <dgm:t>
        <a:bodyPr/>
        <a:lstStyle/>
        <a:p>
          <a:endParaRPr lang="en-US"/>
        </a:p>
      </dgm:t>
    </dgm:pt>
    <dgm:pt modelId="{5FF6FFA4-D0A3-4109-92D6-0F423E52ED26}" type="pres">
      <dgm:prSet presAssocID="{1ABBC888-E50E-45F3-82C0-20894DFDB398}" presName="Name0" presStyleCnt="0">
        <dgm:presLayoutVars>
          <dgm:dir/>
          <dgm:resizeHandles val="exact"/>
        </dgm:presLayoutVars>
      </dgm:prSet>
      <dgm:spPr/>
    </dgm:pt>
    <dgm:pt modelId="{BEE591D1-7F52-4D85-934B-2F70CD163A9A}" type="pres">
      <dgm:prSet presAssocID="{1ABBC888-E50E-45F3-82C0-20894DFDB398}" presName="arrow" presStyleLbl="bgShp" presStyleIdx="0" presStyleCnt="1"/>
      <dgm:spPr/>
    </dgm:pt>
    <dgm:pt modelId="{1CE60FAB-A9F9-4888-B97B-A78199E61D7E}" type="pres">
      <dgm:prSet presAssocID="{1ABBC888-E50E-45F3-82C0-20894DFDB398}" presName="points" presStyleCnt="0"/>
      <dgm:spPr/>
    </dgm:pt>
    <dgm:pt modelId="{C8682411-F68A-482F-A50F-D317D603413E}" type="pres">
      <dgm:prSet presAssocID="{9FD439DC-BC8B-40B3-B008-C7E9395D2596}" presName="compositeA" presStyleCnt="0"/>
      <dgm:spPr/>
    </dgm:pt>
    <dgm:pt modelId="{2A50B12E-E35D-4E9D-9FA8-42A868D2CEAA}" type="pres">
      <dgm:prSet presAssocID="{9FD439DC-BC8B-40B3-B008-C7E9395D2596}" presName="textA" presStyleLbl="revTx" presStyleIdx="0" presStyleCnt="7">
        <dgm:presLayoutVars>
          <dgm:bulletEnabled val="1"/>
        </dgm:presLayoutVars>
      </dgm:prSet>
      <dgm:spPr/>
    </dgm:pt>
    <dgm:pt modelId="{DDFC7985-C106-4F49-9ADB-49FF86BEB800}" type="pres">
      <dgm:prSet presAssocID="{9FD439DC-BC8B-40B3-B008-C7E9395D2596}" presName="circleA" presStyleLbl="node1" presStyleIdx="0" presStyleCnt="7"/>
      <dgm:spPr/>
    </dgm:pt>
    <dgm:pt modelId="{35C9CCB6-CF74-4CA1-940D-49A42D8AFC9E}" type="pres">
      <dgm:prSet presAssocID="{9FD439DC-BC8B-40B3-B008-C7E9395D2596}" presName="spaceA" presStyleCnt="0"/>
      <dgm:spPr/>
    </dgm:pt>
    <dgm:pt modelId="{A364E0B9-0DEC-4CEE-853F-049F32FBF88E}" type="pres">
      <dgm:prSet presAssocID="{96548A6C-DA44-4954-AAB5-91A67668C879}" presName="space" presStyleCnt="0"/>
      <dgm:spPr/>
    </dgm:pt>
    <dgm:pt modelId="{B074D7A7-4845-4170-954B-689E6F1E85CE}" type="pres">
      <dgm:prSet presAssocID="{1FD33272-1CD7-4D20-9DFE-370EA2DE7307}" presName="compositeB" presStyleCnt="0"/>
      <dgm:spPr/>
    </dgm:pt>
    <dgm:pt modelId="{5FC3CA6F-6AA7-4235-BA90-2AFABCF7494D}" type="pres">
      <dgm:prSet presAssocID="{1FD33272-1CD7-4D20-9DFE-370EA2DE7307}" presName="textB" presStyleLbl="revTx" presStyleIdx="1" presStyleCnt="7">
        <dgm:presLayoutVars>
          <dgm:bulletEnabled val="1"/>
        </dgm:presLayoutVars>
      </dgm:prSet>
      <dgm:spPr/>
    </dgm:pt>
    <dgm:pt modelId="{0FCAB9D2-6A8A-4501-81AE-54EB5428F336}" type="pres">
      <dgm:prSet presAssocID="{1FD33272-1CD7-4D20-9DFE-370EA2DE7307}" presName="circleB" presStyleLbl="node1" presStyleIdx="1" presStyleCnt="7"/>
      <dgm:spPr/>
    </dgm:pt>
    <dgm:pt modelId="{3F90FB26-FB98-4951-9399-A6B8A7225722}" type="pres">
      <dgm:prSet presAssocID="{1FD33272-1CD7-4D20-9DFE-370EA2DE7307}" presName="spaceB" presStyleCnt="0"/>
      <dgm:spPr/>
    </dgm:pt>
    <dgm:pt modelId="{AAEDC4D7-FA4D-461A-B418-2DBC689DD8E1}" type="pres">
      <dgm:prSet presAssocID="{3D2308E5-ACE7-4DA7-8955-690926D98FE1}" presName="space" presStyleCnt="0"/>
      <dgm:spPr/>
    </dgm:pt>
    <dgm:pt modelId="{EC727216-1879-4AB2-8C45-D3ADF63F1D9C}" type="pres">
      <dgm:prSet presAssocID="{EB376F1C-8AE0-4F90-B7AE-D99B0FB30194}" presName="compositeA" presStyleCnt="0"/>
      <dgm:spPr/>
    </dgm:pt>
    <dgm:pt modelId="{C7F919DC-0135-4A09-9448-D14FCBF359E9}" type="pres">
      <dgm:prSet presAssocID="{EB376F1C-8AE0-4F90-B7AE-D99B0FB30194}" presName="textA" presStyleLbl="revTx" presStyleIdx="2" presStyleCnt="7">
        <dgm:presLayoutVars>
          <dgm:bulletEnabled val="1"/>
        </dgm:presLayoutVars>
      </dgm:prSet>
      <dgm:spPr/>
    </dgm:pt>
    <dgm:pt modelId="{2CCC3DC2-A61F-4DE2-8072-E816ECB9854C}" type="pres">
      <dgm:prSet presAssocID="{EB376F1C-8AE0-4F90-B7AE-D99B0FB30194}" presName="circleA" presStyleLbl="node1" presStyleIdx="2" presStyleCnt="7"/>
      <dgm:spPr/>
    </dgm:pt>
    <dgm:pt modelId="{BC4A2F82-AEC9-4C79-8C02-95397FF0C204}" type="pres">
      <dgm:prSet presAssocID="{EB376F1C-8AE0-4F90-B7AE-D99B0FB30194}" presName="spaceA" presStyleCnt="0"/>
      <dgm:spPr/>
    </dgm:pt>
    <dgm:pt modelId="{66362BCA-9BB2-41FF-AEF4-7C21532CEC6B}" type="pres">
      <dgm:prSet presAssocID="{D90E77D6-3B57-4D5A-9CC9-62BFC0078294}" presName="space" presStyleCnt="0"/>
      <dgm:spPr/>
    </dgm:pt>
    <dgm:pt modelId="{63000E9C-0D46-44B4-8531-F5001C94C44F}" type="pres">
      <dgm:prSet presAssocID="{ABC5B6C0-9CFF-4084-87F3-EF2235E1C41A}" presName="compositeB" presStyleCnt="0"/>
      <dgm:spPr/>
    </dgm:pt>
    <dgm:pt modelId="{057B8A55-7E23-42D1-9E11-39406572027B}" type="pres">
      <dgm:prSet presAssocID="{ABC5B6C0-9CFF-4084-87F3-EF2235E1C41A}" presName="textB" presStyleLbl="revTx" presStyleIdx="3" presStyleCnt="7">
        <dgm:presLayoutVars>
          <dgm:bulletEnabled val="1"/>
        </dgm:presLayoutVars>
      </dgm:prSet>
      <dgm:spPr/>
    </dgm:pt>
    <dgm:pt modelId="{527B154A-51C6-43CE-B6DB-9CFB72C16E58}" type="pres">
      <dgm:prSet presAssocID="{ABC5B6C0-9CFF-4084-87F3-EF2235E1C41A}" presName="circleB" presStyleLbl="node1" presStyleIdx="3" presStyleCnt="7"/>
      <dgm:spPr/>
    </dgm:pt>
    <dgm:pt modelId="{931944C0-F4DC-4209-89E3-F968A2289F10}" type="pres">
      <dgm:prSet presAssocID="{ABC5B6C0-9CFF-4084-87F3-EF2235E1C41A}" presName="spaceB" presStyleCnt="0"/>
      <dgm:spPr/>
    </dgm:pt>
    <dgm:pt modelId="{51D32D0F-566B-4D58-8AB0-316E690EE189}" type="pres">
      <dgm:prSet presAssocID="{71075498-2A2D-43CE-A648-FBD9FB2411D5}" presName="space" presStyleCnt="0"/>
      <dgm:spPr/>
    </dgm:pt>
    <dgm:pt modelId="{A872D365-7EDD-4079-9E8C-05F3823A9B99}" type="pres">
      <dgm:prSet presAssocID="{663195EC-9CF4-42F1-AFA6-A0E1C7F560D3}" presName="compositeA" presStyleCnt="0"/>
      <dgm:spPr/>
    </dgm:pt>
    <dgm:pt modelId="{000179A3-9554-435F-8B5B-C1C9A1B51466}" type="pres">
      <dgm:prSet presAssocID="{663195EC-9CF4-42F1-AFA6-A0E1C7F560D3}" presName="textA" presStyleLbl="revTx" presStyleIdx="4" presStyleCnt="7">
        <dgm:presLayoutVars>
          <dgm:bulletEnabled val="1"/>
        </dgm:presLayoutVars>
      </dgm:prSet>
      <dgm:spPr/>
    </dgm:pt>
    <dgm:pt modelId="{14E311F5-2576-4E0D-8DDF-1997635919C9}" type="pres">
      <dgm:prSet presAssocID="{663195EC-9CF4-42F1-AFA6-A0E1C7F560D3}" presName="circleA" presStyleLbl="node1" presStyleIdx="4" presStyleCnt="7"/>
      <dgm:spPr/>
    </dgm:pt>
    <dgm:pt modelId="{DF12DD3D-F41A-4918-948D-A6884938DBC0}" type="pres">
      <dgm:prSet presAssocID="{663195EC-9CF4-42F1-AFA6-A0E1C7F560D3}" presName="spaceA" presStyleCnt="0"/>
      <dgm:spPr/>
    </dgm:pt>
    <dgm:pt modelId="{D9EE47A7-A9EF-410B-94D7-C8046E3168C9}" type="pres">
      <dgm:prSet presAssocID="{6B0D3153-A193-4276-BBAB-78809483258F}" presName="space" presStyleCnt="0"/>
      <dgm:spPr/>
    </dgm:pt>
    <dgm:pt modelId="{B073F339-9E8D-4783-889B-1C45F98EB9BA}" type="pres">
      <dgm:prSet presAssocID="{7EBDAD56-3910-4EF4-BAE5-2CD1E49CF1C6}" presName="compositeB" presStyleCnt="0"/>
      <dgm:spPr/>
    </dgm:pt>
    <dgm:pt modelId="{2A81367F-4F6A-438A-BF7F-EA7323DF77D9}" type="pres">
      <dgm:prSet presAssocID="{7EBDAD56-3910-4EF4-BAE5-2CD1E49CF1C6}" presName="textB" presStyleLbl="revTx" presStyleIdx="5" presStyleCnt="7">
        <dgm:presLayoutVars>
          <dgm:bulletEnabled val="1"/>
        </dgm:presLayoutVars>
      </dgm:prSet>
      <dgm:spPr/>
    </dgm:pt>
    <dgm:pt modelId="{FFA0FC80-0064-4B0B-A500-DA4D86920752}" type="pres">
      <dgm:prSet presAssocID="{7EBDAD56-3910-4EF4-BAE5-2CD1E49CF1C6}" presName="circleB" presStyleLbl="node1" presStyleIdx="5" presStyleCnt="7"/>
      <dgm:spPr/>
    </dgm:pt>
    <dgm:pt modelId="{6ACABCD5-9A55-430F-9CBA-ACBE00D3D5BE}" type="pres">
      <dgm:prSet presAssocID="{7EBDAD56-3910-4EF4-BAE5-2CD1E49CF1C6}" presName="spaceB" presStyleCnt="0"/>
      <dgm:spPr/>
    </dgm:pt>
    <dgm:pt modelId="{CE25EE4A-2FB5-4546-8110-8FC21C127C67}" type="pres">
      <dgm:prSet presAssocID="{56A22A4D-0469-4E9D-AF86-1F98BEDD64F8}" presName="space" presStyleCnt="0"/>
      <dgm:spPr/>
    </dgm:pt>
    <dgm:pt modelId="{A527C47B-8589-46F5-818A-E8770EEBB0CF}" type="pres">
      <dgm:prSet presAssocID="{7EBBB9D8-60EF-412D-B2F8-F957683777E2}" presName="compositeA" presStyleCnt="0"/>
      <dgm:spPr/>
    </dgm:pt>
    <dgm:pt modelId="{FE3A8B5C-1BBB-4245-8A87-1155219A1234}" type="pres">
      <dgm:prSet presAssocID="{7EBBB9D8-60EF-412D-B2F8-F957683777E2}" presName="textA" presStyleLbl="revTx" presStyleIdx="6" presStyleCnt="7">
        <dgm:presLayoutVars>
          <dgm:bulletEnabled val="1"/>
        </dgm:presLayoutVars>
      </dgm:prSet>
      <dgm:spPr/>
    </dgm:pt>
    <dgm:pt modelId="{0848B611-86C7-45CC-A83E-EFB70728C4EA}" type="pres">
      <dgm:prSet presAssocID="{7EBBB9D8-60EF-412D-B2F8-F957683777E2}" presName="circleA" presStyleLbl="node1" presStyleIdx="6" presStyleCnt="7"/>
      <dgm:spPr/>
    </dgm:pt>
    <dgm:pt modelId="{52F0A818-0E77-454B-B258-3FAF640240F7}" type="pres">
      <dgm:prSet presAssocID="{7EBBB9D8-60EF-412D-B2F8-F957683777E2}" presName="spaceA" presStyleCnt="0"/>
      <dgm:spPr/>
    </dgm:pt>
  </dgm:ptLst>
  <dgm:cxnLst>
    <dgm:cxn modelId="{88E0B703-C163-4BCB-8FA5-686D2ECF29D9}" srcId="{1ABBC888-E50E-45F3-82C0-20894DFDB398}" destId="{ABC5B6C0-9CFF-4084-87F3-EF2235E1C41A}" srcOrd="3" destOrd="0" parTransId="{C9BAEA4D-69D1-4169-AA18-E0685E5D5F15}" sibTransId="{71075498-2A2D-43CE-A648-FBD9FB2411D5}"/>
    <dgm:cxn modelId="{32585108-664F-449B-8D97-BF4CE72F9EC2}" type="presOf" srcId="{663195EC-9CF4-42F1-AFA6-A0E1C7F560D3}" destId="{000179A3-9554-435F-8B5B-C1C9A1B51466}" srcOrd="0" destOrd="0" presId="urn:microsoft.com/office/officeart/2005/8/layout/hProcess11"/>
    <dgm:cxn modelId="{F8440A25-A2D8-419B-947C-0974609BF2EF}" type="presOf" srcId="{ABC5B6C0-9CFF-4084-87F3-EF2235E1C41A}" destId="{057B8A55-7E23-42D1-9E11-39406572027B}" srcOrd="0" destOrd="0" presId="urn:microsoft.com/office/officeart/2005/8/layout/hProcess11"/>
    <dgm:cxn modelId="{C241D235-66F6-453E-8030-1EE0A891F9D7}" srcId="{1ABBC888-E50E-45F3-82C0-20894DFDB398}" destId="{1FD33272-1CD7-4D20-9DFE-370EA2DE7307}" srcOrd="1" destOrd="0" parTransId="{527E959D-6FE4-4CF2-8541-7410FE81796C}" sibTransId="{3D2308E5-ACE7-4DA7-8955-690926D98FE1}"/>
    <dgm:cxn modelId="{AD9E326A-DEAE-4F08-9620-05FF544EA0C5}" srcId="{1ABBC888-E50E-45F3-82C0-20894DFDB398}" destId="{EB376F1C-8AE0-4F90-B7AE-D99B0FB30194}" srcOrd="2" destOrd="0" parTransId="{05711F16-01D7-417D-B52C-DF6EB221C0C5}" sibTransId="{D90E77D6-3B57-4D5A-9CC9-62BFC0078294}"/>
    <dgm:cxn modelId="{D81B6D70-F8CC-4E90-B837-F5B002E4BD9B}" type="presOf" srcId="{1ABBC888-E50E-45F3-82C0-20894DFDB398}" destId="{5FF6FFA4-D0A3-4109-92D6-0F423E52ED26}" srcOrd="0" destOrd="0" presId="urn:microsoft.com/office/officeart/2005/8/layout/hProcess11"/>
    <dgm:cxn modelId="{84C04073-1A28-488D-8BCD-34D6353F82E7}" type="presOf" srcId="{9FD439DC-BC8B-40B3-B008-C7E9395D2596}" destId="{2A50B12E-E35D-4E9D-9FA8-42A868D2CEAA}" srcOrd="0" destOrd="0" presId="urn:microsoft.com/office/officeart/2005/8/layout/hProcess11"/>
    <dgm:cxn modelId="{A119E894-02C5-4D79-8C5E-1CB9B9D12BA1}" type="presOf" srcId="{1FD33272-1CD7-4D20-9DFE-370EA2DE7307}" destId="{5FC3CA6F-6AA7-4235-BA90-2AFABCF7494D}" srcOrd="0" destOrd="0" presId="urn:microsoft.com/office/officeart/2005/8/layout/hProcess11"/>
    <dgm:cxn modelId="{4A5037A4-B675-407B-B45D-B94611080721}" type="presOf" srcId="{7EBBB9D8-60EF-412D-B2F8-F957683777E2}" destId="{FE3A8B5C-1BBB-4245-8A87-1155219A1234}" srcOrd="0" destOrd="0" presId="urn:microsoft.com/office/officeart/2005/8/layout/hProcess11"/>
    <dgm:cxn modelId="{1271A5A6-565D-42EA-853A-BC36913C36E2}" srcId="{1ABBC888-E50E-45F3-82C0-20894DFDB398}" destId="{7EBDAD56-3910-4EF4-BAE5-2CD1E49CF1C6}" srcOrd="5" destOrd="0" parTransId="{D5F0FECC-E5F9-43CF-8BEE-19F844CFD640}" sibTransId="{56A22A4D-0469-4E9D-AF86-1F98BEDD64F8}"/>
    <dgm:cxn modelId="{0B8D91B0-D0D7-4429-8F4E-D73258199104}" type="presOf" srcId="{7EBDAD56-3910-4EF4-BAE5-2CD1E49CF1C6}" destId="{2A81367F-4F6A-438A-BF7F-EA7323DF77D9}" srcOrd="0" destOrd="0" presId="urn:microsoft.com/office/officeart/2005/8/layout/hProcess11"/>
    <dgm:cxn modelId="{D9BB45B8-26C3-4E64-9BD6-DC1316EB7BF2}" srcId="{1ABBC888-E50E-45F3-82C0-20894DFDB398}" destId="{9FD439DC-BC8B-40B3-B008-C7E9395D2596}" srcOrd="0" destOrd="0" parTransId="{0425820F-CC93-409A-B885-29FF3FCCBE18}" sibTransId="{96548A6C-DA44-4954-AAB5-91A67668C879}"/>
    <dgm:cxn modelId="{3F68F2BA-AEF3-44D8-8F66-C7AC13C9686D}" srcId="{1ABBC888-E50E-45F3-82C0-20894DFDB398}" destId="{7EBBB9D8-60EF-412D-B2F8-F957683777E2}" srcOrd="6" destOrd="0" parTransId="{BD842BBE-AA71-4B8E-9A44-EB777D266807}" sibTransId="{AD5FFBFE-CA52-4173-8E33-DDCAD27C2E1E}"/>
    <dgm:cxn modelId="{68A9D3CE-FE4A-4FE3-B65A-E1CFD5D1B958}" type="presOf" srcId="{EB376F1C-8AE0-4F90-B7AE-D99B0FB30194}" destId="{C7F919DC-0135-4A09-9448-D14FCBF359E9}" srcOrd="0" destOrd="0" presId="urn:microsoft.com/office/officeart/2005/8/layout/hProcess11"/>
    <dgm:cxn modelId="{998124F0-7B09-4B5B-8C29-035EAAB5D97E}" srcId="{1ABBC888-E50E-45F3-82C0-20894DFDB398}" destId="{663195EC-9CF4-42F1-AFA6-A0E1C7F560D3}" srcOrd="4" destOrd="0" parTransId="{08613054-29D2-4F50-B07F-A48C5F0A10D7}" sibTransId="{6B0D3153-A193-4276-BBAB-78809483258F}"/>
    <dgm:cxn modelId="{B4F205AC-DFC3-44AA-B43A-8F1C63E04F57}" type="presParOf" srcId="{5FF6FFA4-D0A3-4109-92D6-0F423E52ED26}" destId="{BEE591D1-7F52-4D85-934B-2F70CD163A9A}" srcOrd="0" destOrd="0" presId="urn:microsoft.com/office/officeart/2005/8/layout/hProcess11"/>
    <dgm:cxn modelId="{E1ADFEF8-568A-447B-A395-FECF576C5F9C}" type="presParOf" srcId="{5FF6FFA4-D0A3-4109-92D6-0F423E52ED26}" destId="{1CE60FAB-A9F9-4888-B97B-A78199E61D7E}" srcOrd="1" destOrd="0" presId="urn:microsoft.com/office/officeart/2005/8/layout/hProcess11"/>
    <dgm:cxn modelId="{F85E2347-615D-4702-8B6F-9B2A25CE8B76}" type="presParOf" srcId="{1CE60FAB-A9F9-4888-B97B-A78199E61D7E}" destId="{C8682411-F68A-482F-A50F-D317D603413E}" srcOrd="0" destOrd="0" presId="urn:microsoft.com/office/officeart/2005/8/layout/hProcess11"/>
    <dgm:cxn modelId="{3FD749E6-50BD-4430-8EB0-900E59DC5D08}" type="presParOf" srcId="{C8682411-F68A-482F-A50F-D317D603413E}" destId="{2A50B12E-E35D-4E9D-9FA8-42A868D2CEAA}" srcOrd="0" destOrd="0" presId="urn:microsoft.com/office/officeart/2005/8/layout/hProcess11"/>
    <dgm:cxn modelId="{E60B4AEC-9EBB-4688-89FC-6045586E9788}" type="presParOf" srcId="{C8682411-F68A-482F-A50F-D317D603413E}" destId="{DDFC7985-C106-4F49-9ADB-49FF86BEB800}" srcOrd="1" destOrd="0" presId="urn:microsoft.com/office/officeart/2005/8/layout/hProcess11"/>
    <dgm:cxn modelId="{EC411F9F-B721-4F7F-9426-80FF23A57622}" type="presParOf" srcId="{C8682411-F68A-482F-A50F-D317D603413E}" destId="{35C9CCB6-CF74-4CA1-940D-49A42D8AFC9E}" srcOrd="2" destOrd="0" presId="urn:microsoft.com/office/officeart/2005/8/layout/hProcess11"/>
    <dgm:cxn modelId="{290C9C42-C375-46EF-B880-C696CE5841C8}" type="presParOf" srcId="{1CE60FAB-A9F9-4888-B97B-A78199E61D7E}" destId="{A364E0B9-0DEC-4CEE-853F-049F32FBF88E}" srcOrd="1" destOrd="0" presId="urn:microsoft.com/office/officeart/2005/8/layout/hProcess11"/>
    <dgm:cxn modelId="{4DC5431B-50AE-482B-98D2-8A56A672E628}" type="presParOf" srcId="{1CE60FAB-A9F9-4888-B97B-A78199E61D7E}" destId="{B074D7A7-4845-4170-954B-689E6F1E85CE}" srcOrd="2" destOrd="0" presId="urn:microsoft.com/office/officeart/2005/8/layout/hProcess11"/>
    <dgm:cxn modelId="{5B32D5AC-407E-46A5-B3E8-598F945085C2}" type="presParOf" srcId="{B074D7A7-4845-4170-954B-689E6F1E85CE}" destId="{5FC3CA6F-6AA7-4235-BA90-2AFABCF7494D}" srcOrd="0" destOrd="0" presId="urn:microsoft.com/office/officeart/2005/8/layout/hProcess11"/>
    <dgm:cxn modelId="{CCCC328A-4D86-475F-8DD8-EAFBFC0B68AD}" type="presParOf" srcId="{B074D7A7-4845-4170-954B-689E6F1E85CE}" destId="{0FCAB9D2-6A8A-4501-81AE-54EB5428F336}" srcOrd="1" destOrd="0" presId="urn:microsoft.com/office/officeart/2005/8/layout/hProcess11"/>
    <dgm:cxn modelId="{DD5D1432-6077-47E8-B5BC-2CD274EE479A}" type="presParOf" srcId="{B074D7A7-4845-4170-954B-689E6F1E85CE}" destId="{3F90FB26-FB98-4951-9399-A6B8A7225722}" srcOrd="2" destOrd="0" presId="urn:microsoft.com/office/officeart/2005/8/layout/hProcess11"/>
    <dgm:cxn modelId="{D82BF549-66EA-40B5-8CC2-F4820AFBEA41}" type="presParOf" srcId="{1CE60FAB-A9F9-4888-B97B-A78199E61D7E}" destId="{AAEDC4D7-FA4D-461A-B418-2DBC689DD8E1}" srcOrd="3" destOrd="0" presId="urn:microsoft.com/office/officeart/2005/8/layout/hProcess11"/>
    <dgm:cxn modelId="{3371EED0-D5AB-4E40-A159-4A6EEB15C235}" type="presParOf" srcId="{1CE60FAB-A9F9-4888-B97B-A78199E61D7E}" destId="{EC727216-1879-4AB2-8C45-D3ADF63F1D9C}" srcOrd="4" destOrd="0" presId="urn:microsoft.com/office/officeart/2005/8/layout/hProcess11"/>
    <dgm:cxn modelId="{09EABA6A-395B-465F-8B7D-95671D3254CE}" type="presParOf" srcId="{EC727216-1879-4AB2-8C45-D3ADF63F1D9C}" destId="{C7F919DC-0135-4A09-9448-D14FCBF359E9}" srcOrd="0" destOrd="0" presId="urn:microsoft.com/office/officeart/2005/8/layout/hProcess11"/>
    <dgm:cxn modelId="{749230AF-96B2-4728-8575-E1071F0EDAFB}" type="presParOf" srcId="{EC727216-1879-4AB2-8C45-D3ADF63F1D9C}" destId="{2CCC3DC2-A61F-4DE2-8072-E816ECB9854C}" srcOrd="1" destOrd="0" presId="urn:microsoft.com/office/officeart/2005/8/layout/hProcess11"/>
    <dgm:cxn modelId="{946F2E35-B367-4F94-A802-B80F7054480D}" type="presParOf" srcId="{EC727216-1879-4AB2-8C45-D3ADF63F1D9C}" destId="{BC4A2F82-AEC9-4C79-8C02-95397FF0C204}" srcOrd="2" destOrd="0" presId="urn:microsoft.com/office/officeart/2005/8/layout/hProcess11"/>
    <dgm:cxn modelId="{25C42066-3ADF-4B52-AF2D-D75523F965FB}" type="presParOf" srcId="{1CE60FAB-A9F9-4888-B97B-A78199E61D7E}" destId="{66362BCA-9BB2-41FF-AEF4-7C21532CEC6B}" srcOrd="5" destOrd="0" presId="urn:microsoft.com/office/officeart/2005/8/layout/hProcess11"/>
    <dgm:cxn modelId="{478D784D-D6D1-47CE-A68A-442127997A7F}" type="presParOf" srcId="{1CE60FAB-A9F9-4888-B97B-A78199E61D7E}" destId="{63000E9C-0D46-44B4-8531-F5001C94C44F}" srcOrd="6" destOrd="0" presId="urn:microsoft.com/office/officeart/2005/8/layout/hProcess11"/>
    <dgm:cxn modelId="{3EB6611B-F970-4CDD-B447-2D5AA3CEE73A}" type="presParOf" srcId="{63000E9C-0D46-44B4-8531-F5001C94C44F}" destId="{057B8A55-7E23-42D1-9E11-39406572027B}" srcOrd="0" destOrd="0" presId="urn:microsoft.com/office/officeart/2005/8/layout/hProcess11"/>
    <dgm:cxn modelId="{B457418F-44A7-4BA1-B0E2-AA0DCD740A62}" type="presParOf" srcId="{63000E9C-0D46-44B4-8531-F5001C94C44F}" destId="{527B154A-51C6-43CE-B6DB-9CFB72C16E58}" srcOrd="1" destOrd="0" presId="urn:microsoft.com/office/officeart/2005/8/layout/hProcess11"/>
    <dgm:cxn modelId="{A59791F4-E6F4-42BD-B722-39915FA02703}" type="presParOf" srcId="{63000E9C-0D46-44B4-8531-F5001C94C44F}" destId="{931944C0-F4DC-4209-89E3-F968A2289F10}" srcOrd="2" destOrd="0" presId="urn:microsoft.com/office/officeart/2005/8/layout/hProcess11"/>
    <dgm:cxn modelId="{A4E3C3F8-E825-4705-8873-64CC9BCECDEB}" type="presParOf" srcId="{1CE60FAB-A9F9-4888-B97B-A78199E61D7E}" destId="{51D32D0F-566B-4D58-8AB0-316E690EE189}" srcOrd="7" destOrd="0" presId="urn:microsoft.com/office/officeart/2005/8/layout/hProcess11"/>
    <dgm:cxn modelId="{C7239D50-38FE-4C93-9890-3F64B87FC6A8}" type="presParOf" srcId="{1CE60FAB-A9F9-4888-B97B-A78199E61D7E}" destId="{A872D365-7EDD-4079-9E8C-05F3823A9B99}" srcOrd="8" destOrd="0" presId="urn:microsoft.com/office/officeart/2005/8/layout/hProcess11"/>
    <dgm:cxn modelId="{DC44FAAD-5F66-45AF-AB83-5FE935C075F4}" type="presParOf" srcId="{A872D365-7EDD-4079-9E8C-05F3823A9B99}" destId="{000179A3-9554-435F-8B5B-C1C9A1B51466}" srcOrd="0" destOrd="0" presId="urn:microsoft.com/office/officeart/2005/8/layout/hProcess11"/>
    <dgm:cxn modelId="{59F53F77-C51C-4E89-BE34-54DDF23C6DF3}" type="presParOf" srcId="{A872D365-7EDD-4079-9E8C-05F3823A9B99}" destId="{14E311F5-2576-4E0D-8DDF-1997635919C9}" srcOrd="1" destOrd="0" presId="urn:microsoft.com/office/officeart/2005/8/layout/hProcess11"/>
    <dgm:cxn modelId="{2F64AEF5-73C0-4A35-96D5-8C3F8B19F7B7}" type="presParOf" srcId="{A872D365-7EDD-4079-9E8C-05F3823A9B99}" destId="{DF12DD3D-F41A-4918-948D-A6884938DBC0}" srcOrd="2" destOrd="0" presId="urn:microsoft.com/office/officeart/2005/8/layout/hProcess11"/>
    <dgm:cxn modelId="{592B654C-71A9-4ADD-B2D3-6EB3FE15D7F4}" type="presParOf" srcId="{1CE60FAB-A9F9-4888-B97B-A78199E61D7E}" destId="{D9EE47A7-A9EF-410B-94D7-C8046E3168C9}" srcOrd="9" destOrd="0" presId="urn:microsoft.com/office/officeart/2005/8/layout/hProcess11"/>
    <dgm:cxn modelId="{46E65584-E340-4859-9764-3DFEC488837F}" type="presParOf" srcId="{1CE60FAB-A9F9-4888-B97B-A78199E61D7E}" destId="{B073F339-9E8D-4783-889B-1C45F98EB9BA}" srcOrd="10" destOrd="0" presId="urn:microsoft.com/office/officeart/2005/8/layout/hProcess11"/>
    <dgm:cxn modelId="{1E9EF719-AB24-4279-9400-C966BE17A26A}" type="presParOf" srcId="{B073F339-9E8D-4783-889B-1C45F98EB9BA}" destId="{2A81367F-4F6A-438A-BF7F-EA7323DF77D9}" srcOrd="0" destOrd="0" presId="urn:microsoft.com/office/officeart/2005/8/layout/hProcess11"/>
    <dgm:cxn modelId="{0379175C-CC82-4F7E-B587-AFD0E91C3094}" type="presParOf" srcId="{B073F339-9E8D-4783-889B-1C45F98EB9BA}" destId="{FFA0FC80-0064-4B0B-A500-DA4D86920752}" srcOrd="1" destOrd="0" presId="urn:microsoft.com/office/officeart/2005/8/layout/hProcess11"/>
    <dgm:cxn modelId="{140DDC6B-4DAF-4D38-815A-9D1D1A338AED}" type="presParOf" srcId="{B073F339-9E8D-4783-889B-1C45F98EB9BA}" destId="{6ACABCD5-9A55-430F-9CBA-ACBE00D3D5BE}" srcOrd="2" destOrd="0" presId="urn:microsoft.com/office/officeart/2005/8/layout/hProcess11"/>
    <dgm:cxn modelId="{B56E679F-13CB-424D-9495-8B87221D1E69}" type="presParOf" srcId="{1CE60FAB-A9F9-4888-B97B-A78199E61D7E}" destId="{CE25EE4A-2FB5-4546-8110-8FC21C127C67}" srcOrd="11" destOrd="0" presId="urn:microsoft.com/office/officeart/2005/8/layout/hProcess11"/>
    <dgm:cxn modelId="{8EDEBFD8-ED66-44FE-AF0B-9A45C9B97412}" type="presParOf" srcId="{1CE60FAB-A9F9-4888-B97B-A78199E61D7E}" destId="{A527C47B-8589-46F5-818A-E8770EEBB0CF}" srcOrd="12" destOrd="0" presId="urn:microsoft.com/office/officeart/2005/8/layout/hProcess11"/>
    <dgm:cxn modelId="{D24C5240-1551-4CAC-96C6-BD95AD6CB678}" type="presParOf" srcId="{A527C47B-8589-46F5-818A-E8770EEBB0CF}" destId="{FE3A8B5C-1BBB-4245-8A87-1155219A1234}" srcOrd="0" destOrd="0" presId="urn:microsoft.com/office/officeart/2005/8/layout/hProcess11"/>
    <dgm:cxn modelId="{EA1B0C26-7BAE-4317-BB4F-89A4076D594E}" type="presParOf" srcId="{A527C47B-8589-46F5-818A-E8770EEBB0CF}" destId="{0848B611-86C7-45CC-A83E-EFB70728C4EA}" srcOrd="1" destOrd="0" presId="urn:microsoft.com/office/officeart/2005/8/layout/hProcess11"/>
    <dgm:cxn modelId="{CAB1DB8A-327F-42B4-A44A-A40F1D138203}" type="presParOf" srcId="{A527C47B-8589-46F5-818A-E8770EEBB0CF}" destId="{52F0A818-0E77-454B-B258-3FAF640240F7}"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875B964-F7FD-4FBF-89DC-AFBD7CDB8DE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C482426-91C3-467C-931F-E5731FFCB7B0}">
      <dgm:prSet phldrT="[Text]"/>
      <dgm:spPr/>
      <dgm:t>
        <a:bodyPr/>
        <a:lstStyle/>
        <a:p>
          <a:r>
            <a:rPr lang="en-US" dirty="0"/>
            <a:t>customer</a:t>
          </a:r>
        </a:p>
      </dgm:t>
    </dgm:pt>
    <dgm:pt modelId="{D65AE5E1-D3C3-4579-B651-1A86BAF11037}" type="parTrans" cxnId="{1F078A9A-9C8B-4D95-BE1E-8AA257F36FF0}">
      <dgm:prSet/>
      <dgm:spPr/>
      <dgm:t>
        <a:bodyPr/>
        <a:lstStyle/>
        <a:p>
          <a:endParaRPr lang="en-US"/>
        </a:p>
      </dgm:t>
    </dgm:pt>
    <dgm:pt modelId="{386E73A2-3DE2-4CBD-A75B-B0021E15C8E8}" type="sibTrans" cxnId="{1F078A9A-9C8B-4D95-BE1E-8AA257F36FF0}">
      <dgm:prSet/>
      <dgm:spPr/>
      <dgm:t>
        <a:bodyPr/>
        <a:lstStyle/>
        <a:p>
          <a:endParaRPr lang="en-US"/>
        </a:p>
      </dgm:t>
    </dgm:pt>
    <dgm:pt modelId="{4AFB58D6-E8D8-4D50-B3EC-86136A1B5EB4}">
      <dgm:prSet phldrT="[Text]"/>
      <dgm:spPr/>
      <dgm:t>
        <a:bodyPr/>
        <a:lstStyle/>
        <a:p>
          <a:r>
            <a:rPr lang="en-US" dirty="0"/>
            <a:t>To have an idea of the requirements listed correctly</a:t>
          </a:r>
        </a:p>
      </dgm:t>
    </dgm:pt>
    <dgm:pt modelId="{D406D94C-B20C-427F-9B95-0EE036A3E01A}" type="parTrans" cxnId="{F6471E4D-B788-472D-8762-CE146F8EA04B}">
      <dgm:prSet/>
      <dgm:spPr/>
      <dgm:t>
        <a:bodyPr/>
        <a:lstStyle/>
        <a:p>
          <a:endParaRPr lang="en-US"/>
        </a:p>
      </dgm:t>
    </dgm:pt>
    <dgm:pt modelId="{7DF78E05-3A31-4057-8B62-46FC299B5579}" type="sibTrans" cxnId="{F6471E4D-B788-472D-8762-CE146F8EA04B}">
      <dgm:prSet/>
      <dgm:spPr/>
      <dgm:t>
        <a:bodyPr/>
        <a:lstStyle/>
        <a:p>
          <a:endParaRPr lang="en-US"/>
        </a:p>
      </dgm:t>
    </dgm:pt>
    <dgm:pt modelId="{73625F50-77F7-4D5C-A9C5-EEB55A8045CB}">
      <dgm:prSet phldrT="[Text]"/>
      <dgm:spPr/>
      <dgm:t>
        <a:bodyPr/>
        <a:lstStyle/>
        <a:p>
          <a:r>
            <a:rPr lang="en-US" dirty="0"/>
            <a:t>managers</a:t>
          </a:r>
        </a:p>
      </dgm:t>
    </dgm:pt>
    <dgm:pt modelId="{AD4E0F16-63E3-4931-9AE9-F85C14472129}" type="parTrans" cxnId="{856AEFA0-A778-435E-8D73-EA3D1B517131}">
      <dgm:prSet/>
      <dgm:spPr/>
      <dgm:t>
        <a:bodyPr/>
        <a:lstStyle/>
        <a:p>
          <a:endParaRPr lang="en-US"/>
        </a:p>
      </dgm:t>
    </dgm:pt>
    <dgm:pt modelId="{667C4B18-25CB-4241-A6E2-CCD606296F3D}" type="sibTrans" cxnId="{856AEFA0-A778-435E-8D73-EA3D1B517131}">
      <dgm:prSet/>
      <dgm:spPr/>
      <dgm:t>
        <a:bodyPr/>
        <a:lstStyle/>
        <a:p>
          <a:endParaRPr lang="en-US"/>
        </a:p>
      </dgm:t>
    </dgm:pt>
    <dgm:pt modelId="{FCA379F0-0435-422F-8F65-7AC277D3A193}">
      <dgm:prSet phldrT="[Text]"/>
      <dgm:spPr/>
      <dgm:t>
        <a:bodyPr/>
        <a:lstStyle/>
        <a:p>
          <a:r>
            <a:rPr lang="en-US" dirty="0"/>
            <a:t>To plan a bid for the contract</a:t>
          </a:r>
        </a:p>
      </dgm:t>
    </dgm:pt>
    <dgm:pt modelId="{E6A32619-D050-41B0-86A1-EBC45C1254F0}" type="parTrans" cxnId="{65AF35A9-DFE7-46E1-AE7B-A74C49B43203}">
      <dgm:prSet/>
      <dgm:spPr/>
      <dgm:t>
        <a:bodyPr/>
        <a:lstStyle/>
        <a:p>
          <a:endParaRPr lang="en-US"/>
        </a:p>
      </dgm:t>
    </dgm:pt>
    <dgm:pt modelId="{6BF50138-9685-419C-91B5-B99430ECD6BD}" type="sibTrans" cxnId="{65AF35A9-DFE7-46E1-AE7B-A74C49B43203}">
      <dgm:prSet/>
      <dgm:spPr/>
      <dgm:t>
        <a:bodyPr/>
        <a:lstStyle/>
        <a:p>
          <a:endParaRPr lang="en-US"/>
        </a:p>
      </dgm:t>
    </dgm:pt>
    <dgm:pt modelId="{A3D93525-EA2E-4EA0-B515-D43E59E49D52}">
      <dgm:prSet phldrT="[Text]"/>
      <dgm:spPr/>
      <dgm:t>
        <a:bodyPr/>
        <a:lstStyle/>
        <a:p>
          <a:r>
            <a:rPr lang="en-US" dirty="0"/>
            <a:t>System engineers</a:t>
          </a:r>
        </a:p>
      </dgm:t>
    </dgm:pt>
    <dgm:pt modelId="{879CC055-46DF-4CCE-ACD4-F1D848488DD2}" type="parTrans" cxnId="{FC11D9EB-71DF-4B4A-BD25-B77FC09FD5E2}">
      <dgm:prSet/>
      <dgm:spPr/>
      <dgm:t>
        <a:bodyPr/>
        <a:lstStyle/>
        <a:p>
          <a:endParaRPr lang="en-US"/>
        </a:p>
      </dgm:t>
    </dgm:pt>
    <dgm:pt modelId="{D3FCCFA1-0900-47E6-A737-566A55418C66}" type="sibTrans" cxnId="{FC11D9EB-71DF-4B4A-BD25-B77FC09FD5E2}">
      <dgm:prSet/>
      <dgm:spPr/>
      <dgm:t>
        <a:bodyPr/>
        <a:lstStyle/>
        <a:p>
          <a:endParaRPr lang="en-US"/>
        </a:p>
      </dgm:t>
    </dgm:pt>
    <dgm:pt modelId="{18E5A073-7E41-4D06-A70F-BB6C5813BA2A}">
      <dgm:prSet phldrT="[Text]"/>
      <dgm:spPr/>
      <dgm:t>
        <a:bodyPr/>
        <a:lstStyle/>
        <a:p>
          <a:r>
            <a:rPr lang="en-US" dirty="0"/>
            <a:t>Test engineers</a:t>
          </a:r>
        </a:p>
      </dgm:t>
    </dgm:pt>
    <dgm:pt modelId="{EFD07634-868F-41B4-8C87-ECDADD6BAAD4}" type="parTrans" cxnId="{781A9679-6428-4713-81CA-FFA326E772B0}">
      <dgm:prSet/>
      <dgm:spPr/>
      <dgm:t>
        <a:bodyPr/>
        <a:lstStyle/>
        <a:p>
          <a:endParaRPr lang="en-US"/>
        </a:p>
      </dgm:t>
    </dgm:pt>
    <dgm:pt modelId="{FCB0FA52-0EDD-4C1E-BAE1-2D0C23A00B95}" type="sibTrans" cxnId="{781A9679-6428-4713-81CA-FFA326E772B0}">
      <dgm:prSet/>
      <dgm:spPr/>
      <dgm:t>
        <a:bodyPr/>
        <a:lstStyle/>
        <a:p>
          <a:endParaRPr lang="en-US"/>
        </a:p>
      </dgm:t>
    </dgm:pt>
    <dgm:pt modelId="{46767F90-524D-42E7-B640-3D34109437A9}">
      <dgm:prSet phldrT="[Text]"/>
      <dgm:spPr/>
      <dgm:t>
        <a:bodyPr/>
        <a:lstStyle/>
        <a:p>
          <a:r>
            <a:rPr lang="en-US" dirty="0"/>
            <a:t>Maintenance engineers</a:t>
          </a:r>
        </a:p>
      </dgm:t>
    </dgm:pt>
    <dgm:pt modelId="{F15E2A58-C31F-4AC5-84DC-90125DD02523}" type="parTrans" cxnId="{A784E133-137F-4C34-A309-BB07553190A4}">
      <dgm:prSet/>
      <dgm:spPr/>
      <dgm:t>
        <a:bodyPr/>
        <a:lstStyle/>
        <a:p>
          <a:endParaRPr lang="en-US"/>
        </a:p>
      </dgm:t>
    </dgm:pt>
    <dgm:pt modelId="{799E4555-17E5-417D-99FA-FF23BA52AA7A}" type="sibTrans" cxnId="{A784E133-137F-4C34-A309-BB07553190A4}">
      <dgm:prSet/>
      <dgm:spPr/>
      <dgm:t>
        <a:bodyPr/>
        <a:lstStyle/>
        <a:p>
          <a:endParaRPr lang="en-US"/>
        </a:p>
      </dgm:t>
    </dgm:pt>
    <dgm:pt modelId="{5CE44345-E89D-4798-B78B-5E8A08439B42}">
      <dgm:prSet phldrT="[Text]"/>
      <dgm:spPr/>
      <dgm:t>
        <a:bodyPr/>
        <a:lstStyle/>
        <a:p>
          <a:r>
            <a:rPr lang="en-US" dirty="0"/>
            <a:t>To develop system</a:t>
          </a:r>
        </a:p>
      </dgm:t>
    </dgm:pt>
    <dgm:pt modelId="{7E30C9ED-3D16-46E5-91E0-B8EC9B596483}" type="parTrans" cxnId="{1D10F5EB-E7B2-4B67-A060-571FBB211F55}">
      <dgm:prSet/>
      <dgm:spPr/>
      <dgm:t>
        <a:bodyPr/>
        <a:lstStyle/>
        <a:p>
          <a:endParaRPr lang="en-US"/>
        </a:p>
      </dgm:t>
    </dgm:pt>
    <dgm:pt modelId="{1650CC67-C452-4484-A0B9-FC6A21389C59}" type="sibTrans" cxnId="{1D10F5EB-E7B2-4B67-A060-571FBB211F55}">
      <dgm:prSet/>
      <dgm:spPr/>
      <dgm:t>
        <a:bodyPr/>
        <a:lstStyle/>
        <a:p>
          <a:endParaRPr lang="en-US"/>
        </a:p>
      </dgm:t>
    </dgm:pt>
    <dgm:pt modelId="{FE687A39-A33F-4D58-848C-8ADDBEA67AC1}">
      <dgm:prSet phldrT="[Text]"/>
      <dgm:spPr/>
      <dgm:t>
        <a:bodyPr/>
        <a:lstStyle/>
        <a:p>
          <a:r>
            <a:rPr lang="en-US" dirty="0"/>
            <a:t>To validate the system by writing and executing test cases</a:t>
          </a:r>
        </a:p>
      </dgm:t>
    </dgm:pt>
    <dgm:pt modelId="{3F8337C1-22D0-4560-8A5E-82E5F5B8258C}" type="parTrans" cxnId="{07E8CB2A-5F13-4E92-89FB-48B71AA9DACB}">
      <dgm:prSet/>
      <dgm:spPr/>
      <dgm:t>
        <a:bodyPr/>
        <a:lstStyle/>
        <a:p>
          <a:endParaRPr lang="en-US"/>
        </a:p>
      </dgm:t>
    </dgm:pt>
    <dgm:pt modelId="{1FB76250-C938-4375-9D46-78DFB5C5A439}" type="sibTrans" cxnId="{07E8CB2A-5F13-4E92-89FB-48B71AA9DACB}">
      <dgm:prSet/>
      <dgm:spPr/>
      <dgm:t>
        <a:bodyPr/>
        <a:lstStyle/>
        <a:p>
          <a:endParaRPr lang="en-US"/>
        </a:p>
      </dgm:t>
    </dgm:pt>
    <dgm:pt modelId="{18E3C0C8-1872-4919-B09A-AD75F9AAB856}">
      <dgm:prSet phldrT="[Text]"/>
      <dgm:spPr/>
      <dgm:t>
        <a:bodyPr/>
        <a:lstStyle/>
        <a:p>
          <a:r>
            <a:rPr lang="en-US" dirty="0"/>
            <a:t>For system evolution, check change possibility</a:t>
          </a:r>
        </a:p>
      </dgm:t>
    </dgm:pt>
    <dgm:pt modelId="{CBFB4DAE-D026-43C9-864C-D1E86BB2CF2D}" type="parTrans" cxnId="{0DC24B41-C146-479C-A095-E4FEF411264D}">
      <dgm:prSet/>
      <dgm:spPr/>
      <dgm:t>
        <a:bodyPr/>
        <a:lstStyle/>
        <a:p>
          <a:endParaRPr lang="en-US"/>
        </a:p>
      </dgm:t>
    </dgm:pt>
    <dgm:pt modelId="{158E17A3-0483-4796-B5A1-AEDEEBB5A997}" type="sibTrans" cxnId="{0DC24B41-C146-479C-A095-E4FEF411264D}">
      <dgm:prSet/>
      <dgm:spPr/>
      <dgm:t>
        <a:bodyPr/>
        <a:lstStyle/>
        <a:p>
          <a:endParaRPr lang="en-US"/>
        </a:p>
      </dgm:t>
    </dgm:pt>
    <dgm:pt modelId="{3E8FF47A-9BA3-4ED1-8B29-C978F73A56DF}" type="pres">
      <dgm:prSet presAssocID="{5875B964-F7FD-4FBF-89DC-AFBD7CDB8DE9}" presName="linear" presStyleCnt="0">
        <dgm:presLayoutVars>
          <dgm:animLvl val="lvl"/>
          <dgm:resizeHandles val="exact"/>
        </dgm:presLayoutVars>
      </dgm:prSet>
      <dgm:spPr/>
    </dgm:pt>
    <dgm:pt modelId="{B23C5F41-7FEB-44C6-AE0D-BEEDF13D9554}" type="pres">
      <dgm:prSet presAssocID="{0C482426-91C3-467C-931F-E5731FFCB7B0}" presName="parentText" presStyleLbl="node1" presStyleIdx="0" presStyleCnt="5">
        <dgm:presLayoutVars>
          <dgm:chMax val="0"/>
          <dgm:bulletEnabled val="1"/>
        </dgm:presLayoutVars>
      </dgm:prSet>
      <dgm:spPr/>
    </dgm:pt>
    <dgm:pt modelId="{4A9BE8C4-8BC0-4E7E-A6C4-7F0D60E9B183}" type="pres">
      <dgm:prSet presAssocID="{0C482426-91C3-467C-931F-E5731FFCB7B0}" presName="childText" presStyleLbl="revTx" presStyleIdx="0" presStyleCnt="5">
        <dgm:presLayoutVars>
          <dgm:bulletEnabled val="1"/>
        </dgm:presLayoutVars>
      </dgm:prSet>
      <dgm:spPr/>
    </dgm:pt>
    <dgm:pt modelId="{1E4DF51E-1E63-4361-BD95-AC330FBF7ED5}" type="pres">
      <dgm:prSet presAssocID="{73625F50-77F7-4D5C-A9C5-EEB55A8045CB}" presName="parentText" presStyleLbl="node1" presStyleIdx="1" presStyleCnt="5">
        <dgm:presLayoutVars>
          <dgm:chMax val="0"/>
          <dgm:bulletEnabled val="1"/>
        </dgm:presLayoutVars>
      </dgm:prSet>
      <dgm:spPr/>
    </dgm:pt>
    <dgm:pt modelId="{19E07A1C-AC23-4381-A445-4174A2878858}" type="pres">
      <dgm:prSet presAssocID="{73625F50-77F7-4D5C-A9C5-EEB55A8045CB}" presName="childText" presStyleLbl="revTx" presStyleIdx="1" presStyleCnt="5">
        <dgm:presLayoutVars>
          <dgm:bulletEnabled val="1"/>
        </dgm:presLayoutVars>
      </dgm:prSet>
      <dgm:spPr/>
    </dgm:pt>
    <dgm:pt modelId="{1685BF0D-0364-4146-8125-7CA7811749DC}" type="pres">
      <dgm:prSet presAssocID="{A3D93525-EA2E-4EA0-B515-D43E59E49D52}" presName="parentText" presStyleLbl="node1" presStyleIdx="2" presStyleCnt="5">
        <dgm:presLayoutVars>
          <dgm:chMax val="0"/>
          <dgm:bulletEnabled val="1"/>
        </dgm:presLayoutVars>
      </dgm:prSet>
      <dgm:spPr/>
    </dgm:pt>
    <dgm:pt modelId="{6CF83193-9439-43B1-95BD-5097F3957DF1}" type="pres">
      <dgm:prSet presAssocID="{A3D93525-EA2E-4EA0-B515-D43E59E49D52}" presName="childText" presStyleLbl="revTx" presStyleIdx="2" presStyleCnt="5">
        <dgm:presLayoutVars>
          <dgm:bulletEnabled val="1"/>
        </dgm:presLayoutVars>
      </dgm:prSet>
      <dgm:spPr/>
    </dgm:pt>
    <dgm:pt modelId="{A029AADA-B959-478D-B8BC-8D36C9D6B78A}" type="pres">
      <dgm:prSet presAssocID="{18E5A073-7E41-4D06-A70F-BB6C5813BA2A}" presName="parentText" presStyleLbl="node1" presStyleIdx="3" presStyleCnt="5">
        <dgm:presLayoutVars>
          <dgm:chMax val="0"/>
          <dgm:bulletEnabled val="1"/>
        </dgm:presLayoutVars>
      </dgm:prSet>
      <dgm:spPr/>
    </dgm:pt>
    <dgm:pt modelId="{15F878C4-7824-4978-8672-CCDAADD6E272}" type="pres">
      <dgm:prSet presAssocID="{18E5A073-7E41-4D06-A70F-BB6C5813BA2A}" presName="childText" presStyleLbl="revTx" presStyleIdx="3" presStyleCnt="5">
        <dgm:presLayoutVars>
          <dgm:bulletEnabled val="1"/>
        </dgm:presLayoutVars>
      </dgm:prSet>
      <dgm:spPr/>
    </dgm:pt>
    <dgm:pt modelId="{07E0CD35-FE34-46AD-975C-3EFC6B2B0EE3}" type="pres">
      <dgm:prSet presAssocID="{46767F90-524D-42E7-B640-3D34109437A9}" presName="parentText" presStyleLbl="node1" presStyleIdx="4" presStyleCnt="5">
        <dgm:presLayoutVars>
          <dgm:chMax val="0"/>
          <dgm:bulletEnabled val="1"/>
        </dgm:presLayoutVars>
      </dgm:prSet>
      <dgm:spPr/>
    </dgm:pt>
    <dgm:pt modelId="{F65C6881-D2F2-426D-A4E6-04462EC5A432}" type="pres">
      <dgm:prSet presAssocID="{46767F90-524D-42E7-B640-3D34109437A9}" presName="childText" presStyleLbl="revTx" presStyleIdx="4" presStyleCnt="5">
        <dgm:presLayoutVars>
          <dgm:bulletEnabled val="1"/>
        </dgm:presLayoutVars>
      </dgm:prSet>
      <dgm:spPr/>
    </dgm:pt>
  </dgm:ptLst>
  <dgm:cxnLst>
    <dgm:cxn modelId="{3D909D01-0D87-4F03-B438-1918B1830CDA}" type="presOf" srcId="{FE687A39-A33F-4D58-848C-8ADDBEA67AC1}" destId="{15F878C4-7824-4978-8672-CCDAADD6E272}" srcOrd="0" destOrd="0" presId="urn:microsoft.com/office/officeart/2005/8/layout/vList2"/>
    <dgm:cxn modelId="{7EFD6303-E367-484D-BBF3-A4B3BC96D3FE}" type="presOf" srcId="{73625F50-77F7-4D5C-A9C5-EEB55A8045CB}" destId="{1E4DF51E-1E63-4361-BD95-AC330FBF7ED5}" srcOrd="0" destOrd="0" presId="urn:microsoft.com/office/officeart/2005/8/layout/vList2"/>
    <dgm:cxn modelId="{67D6950F-6F99-4C05-8700-6DA8DB5171D2}" type="presOf" srcId="{FCA379F0-0435-422F-8F65-7AC277D3A193}" destId="{19E07A1C-AC23-4381-A445-4174A2878858}" srcOrd="0" destOrd="0" presId="urn:microsoft.com/office/officeart/2005/8/layout/vList2"/>
    <dgm:cxn modelId="{B79A4F18-C154-41C7-9F63-888EE18CD3D5}" type="presOf" srcId="{5875B964-F7FD-4FBF-89DC-AFBD7CDB8DE9}" destId="{3E8FF47A-9BA3-4ED1-8B29-C978F73A56DF}" srcOrd="0" destOrd="0" presId="urn:microsoft.com/office/officeart/2005/8/layout/vList2"/>
    <dgm:cxn modelId="{07E8CB2A-5F13-4E92-89FB-48B71AA9DACB}" srcId="{18E5A073-7E41-4D06-A70F-BB6C5813BA2A}" destId="{FE687A39-A33F-4D58-848C-8ADDBEA67AC1}" srcOrd="0" destOrd="0" parTransId="{3F8337C1-22D0-4560-8A5E-82E5F5B8258C}" sibTransId="{1FB76250-C938-4375-9D46-78DFB5C5A439}"/>
    <dgm:cxn modelId="{A784E133-137F-4C34-A309-BB07553190A4}" srcId="{5875B964-F7FD-4FBF-89DC-AFBD7CDB8DE9}" destId="{46767F90-524D-42E7-B640-3D34109437A9}" srcOrd="4" destOrd="0" parTransId="{F15E2A58-C31F-4AC5-84DC-90125DD02523}" sibTransId="{799E4555-17E5-417D-99FA-FF23BA52AA7A}"/>
    <dgm:cxn modelId="{C249313A-1930-4A45-86F0-6C1C1C6FA4DD}" type="presOf" srcId="{4AFB58D6-E8D8-4D50-B3EC-86136A1B5EB4}" destId="{4A9BE8C4-8BC0-4E7E-A6C4-7F0D60E9B183}" srcOrd="0" destOrd="0" presId="urn:microsoft.com/office/officeart/2005/8/layout/vList2"/>
    <dgm:cxn modelId="{A973AA3E-845C-4236-93A8-97B3C6A4F1FA}" type="presOf" srcId="{18E5A073-7E41-4D06-A70F-BB6C5813BA2A}" destId="{A029AADA-B959-478D-B8BC-8D36C9D6B78A}" srcOrd="0" destOrd="0" presId="urn:microsoft.com/office/officeart/2005/8/layout/vList2"/>
    <dgm:cxn modelId="{0DC24B41-C146-479C-A095-E4FEF411264D}" srcId="{46767F90-524D-42E7-B640-3D34109437A9}" destId="{18E3C0C8-1872-4919-B09A-AD75F9AAB856}" srcOrd="0" destOrd="0" parTransId="{CBFB4DAE-D026-43C9-864C-D1E86BB2CF2D}" sibTransId="{158E17A3-0483-4796-B5A1-AEDEEBB5A997}"/>
    <dgm:cxn modelId="{F6471E4D-B788-472D-8762-CE146F8EA04B}" srcId="{0C482426-91C3-467C-931F-E5731FFCB7B0}" destId="{4AFB58D6-E8D8-4D50-B3EC-86136A1B5EB4}" srcOrd="0" destOrd="0" parTransId="{D406D94C-B20C-427F-9B95-0EE036A3E01A}" sibTransId="{7DF78E05-3A31-4057-8B62-46FC299B5579}"/>
    <dgm:cxn modelId="{781A9679-6428-4713-81CA-FFA326E772B0}" srcId="{5875B964-F7FD-4FBF-89DC-AFBD7CDB8DE9}" destId="{18E5A073-7E41-4D06-A70F-BB6C5813BA2A}" srcOrd="3" destOrd="0" parTransId="{EFD07634-868F-41B4-8C87-ECDADD6BAAD4}" sibTransId="{FCB0FA52-0EDD-4C1E-BAE1-2D0C23A00B95}"/>
    <dgm:cxn modelId="{4B53ED8D-DDDF-4FFA-9700-9D2B25E31081}" type="presOf" srcId="{18E3C0C8-1872-4919-B09A-AD75F9AAB856}" destId="{F65C6881-D2F2-426D-A4E6-04462EC5A432}" srcOrd="0" destOrd="0" presId="urn:microsoft.com/office/officeart/2005/8/layout/vList2"/>
    <dgm:cxn modelId="{CB7E0F95-CCEC-4AE4-9AAD-138AE61257AB}" type="presOf" srcId="{0C482426-91C3-467C-931F-E5731FFCB7B0}" destId="{B23C5F41-7FEB-44C6-AE0D-BEEDF13D9554}" srcOrd="0" destOrd="0" presId="urn:microsoft.com/office/officeart/2005/8/layout/vList2"/>
    <dgm:cxn modelId="{1F078A9A-9C8B-4D95-BE1E-8AA257F36FF0}" srcId="{5875B964-F7FD-4FBF-89DC-AFBD7CDB8DE9}" destId="{0C482426-91C3-467C-931F-E5731FFCB7B0}" srcOrd="0" destOrd="0" parTransId="{D65AE5E1-D3C3-4579-B651-1A86BAF11037}" sibTransId="{386E73A2-3DE2-4CBD-A75B-B0021E15C8E8}"/>
    <dgm:cxn modelId="{856AEFA0-A778-435E-8D73-EA3D1B517131}" srcId="{5875B964-F7FD-4FBF-89DC-AFBD7CDB8DE9}" destId="{73625F50-77F7-4D5C-A9C5-EEB55A8045CB}" srcOrd="1" destOrd="0" parTransId="{AD4E0F16-63E3-4931-9AE9-F85C14472129}" sibTransId="{667C4B18-25CB-4241-A6E2-CCD606296F3D}"/>
    <dgm:cxn modelId="{65AF35A9-DFE7-46E1-AE7B-A74C49B43203}" srcId="{73625F50-77F7-4D5C-A9C5-EEB55A8045CB}" destId="{FCA379F0-0435-422F-8F65-7AC277D3A193}" srcOrd="0" destOrd="0" parTransId="{E6A32619-D050-41B0-86A1-EBC45C1254F0}" sibTransId="{6BF50138-9685-419C-91B5-B99430ECD6BD}"/>
    <dgm:cxn modelId="{9587C2E0-ED61-4C02-8A11-488A03F739BA}" type="presOf" srcId="{46767F90-524D-42E7-B640-3D34109437A9}" destId="{07E0CD35-FE34-46AD-975C-3EFC6B2B0EE3}" srcOrd="0" destOrd="0" presId="urn:microsoft.com/office/officeart/2005/8/layout/vList2"/>
    <dgm:cxn modelId="{A9D32FE5-AA7A-4A8E-BFE4-7778AB8EC3C2}" type="presOf" srcId="{A3D93525-EA2E-4EA0-B515-D43E59E49D52}" destId="{1685BF0D-0364-4146-8125-7CA7811749DC}" srcOrd="0" destOrd="0" presId="urn:microsoft.com/office/officeart/2005/8/layout/vList2"/>
    <dgm:cxn modelId="{FC11D9EB-71DF-4B4A-BD25-B77FC09FD5E2}" srcId="{5875B964-F7FD-4FBF-89DC-AFBD7CDB8DE9}" destId="{A3D93525-EA2E-4EA0-B515-D43E59E49D52}" srcOrd="2" destOrd="0" parTransId="{879CC055-46DF-4CCE-ACD4-F1D848488DD2}" sibTransId="{D3FCCFA1-0900-47E6-A737-566A55418C66}"/>
    <dgm:cxn modelId="{1D10F5EB-E7B2-4B67-A060-571FBB211F55}" srcId="{A3D93525-EA2E-4EA0-B515-D43E59E49D52}" destId="{5CE44345-E89D-4798-B78B-5E8A08439B42}" srcOrd="0" destOrd="0" parTransId="{7E30C9ED-3D16-46E5-91E0-B8EC9B596483}" sibTransId="{1650CC67-C452-4484-A0B9-FC6A21389C59}"/>
    <dgm:cxn modelId="{790364FE-DF18-4885-8DE8-BC551BCA3CFB}" type="presOf" srcId="{5CE44345-E89D-4798-B78B-5E8A08439B42}" destId="{6CF83193-9439-43B1-95BD-5097F3957DF1}" srcOrd="0" destOrd="0" presId="urn:microsoft.com/office/officeart/2005/8/layout/vList2"/>
    <dgm:cxn modelId="{682149E4-FA30-4969-9628-6E3FAD3648B5}" type="presParOf" srcId="{3E8FF47A-9BA3-4ED1-8B29-C978F73A56DF}" destId="{B23C5F41-7FEB-44C6-AE0D-BEEDF13D9554}" srcOrd="0" destOrd="0" presId="urn:microsoft.com/office/officeart/2005/8/layout/vList2"/>
    <dgm:cxn modelId="{8A531882-7168-4983-8A97-B53D41247C00}" type="presParOf" srcId="{3E8FF47A-9BA3-4ED1-8B29-C978F73A56DF}" destId="{4A9BE8C4-8BC0-4E7E-A6C4-7F0D60E9B183}" srcOrd="1" destOrd="0" presId="urn:microsoft.com/office/officeart/2005/8/layout/vList2"/>
    <dgm:cxn modelId="{791D7ED5-2DB6-4C82-AA23-F70F2EB3302B}" type="presParOf" srcId="{3E8FF47A-9BA3-4ED1-8B29-C978F73A56DF}" destId="{1E4DF51E-1E63-4361-BD95-AC330FBF7ED5}" srcOrd="2" destOrd="0" presId="urn:microsoft.com/office/officeart/2005/8/layout/vList2"/>
    <dgm:cxn modelId="{50D4E1BB-9554-45D9-817C-E6E0457C9ED1}" type="presParOf" srcId="{3E8FF47A-9BA3-4ED1-8B29-C978F73A56DF}" destId="{19E07A1C-AC23-4381-A445-4174A2878858}" srcOrd="3" destOrd="0" presId="urn:microsoft.com/office/officeart/2005/8/layout/vList2"/>
    <dgm:cxn modelId="{2B76AFE0-0349-48C4-85B9-2D346E1972BA}" type="presParOf" srcId="{3E8FF47A-9BA3-4ED1-8B29-C978F73A56DF}" destId="{1685BF0D-0364-4146-8125-7CA7811749DC}" srcOrd="4" destOrd="0" presId="urn:microsoft.com/office/officeart/2005/8/layout/vList2"/>
    <dgm:cxn modelId="{493EC8C1-EB97-4E78-926A-FCFDB918FA97}" type="presParOf" srcId="{3E8FF47A-9BA3-4ED1-8B29-C978F73A56DF}" destId="{6CF83193-9439-43B1-95BD-5097F3957DF1}" srcOrd="5" destOrd="0" presId="urn:microsoft.com/office/officeart/2005/8/layout/vList2"/>
    <dgm:cxn modelId="{120A4F8A-3D60-41C7-8767-8FA331A14F1B}" type="presParOf" srcId="{3E8FF47A-9BA3-4ED1-8B29-C978F73A56DF}" destId="{A029AADA-B959-478D-B8BC-8D36C9D6B78A}" srcOrd="6" destOrd="0" presId="urn:microsoft.com/office/officeart/2005/8/layout/vList2"/>
    <dgm:cxn modelId="{8401EAAC-A587-403C-BA16-34684742D158}" type="presParOf" srcId="{3E8FF47A-9BA3-4ED1-8B29-C978F73A56DF}" destId="{15F878C4-7824-4978-8672-CCDAADD6E272}" srcOrd="7" destOrd="0" presId="urn:microsoft.com/office/officeart/2005/8/layout/vList2"/>
    <dgm:cxn modelId="{46C0BC3E-512A-45D2-8A2E-41D7DD1C38DA}" type="presParOf" srcId="{3E8FF47A-9BA3-4ED1-8B29-C978F73A56DF}" destId="{07E0CD35-FE34-46AD-975C-3EFC6B2B0EE3}" srcOrd="8" destOrd="0" presId="urn:microsoft.com/office/officeart/2005/8/layout/vList2"/>
    <dgm:cxn modelId="{78DC2C41-192C-417A-ADCE-0A65314EBACA}" type="presParOf" srcId="{3E8FF47A-9BA3-4ED1-8B29-C978F73A56DF}" destId="{F65C6881-D2F2-426D-A4E6-04462EC5A432}"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E6464BA-B720-496A-A85B-34DC2FD52298}" type="doc">
      <dgm:prSet loTypeId="urn:microsoft.com/office/officeart/2005/8/layout/vList6" loCatId="list" qsTypeId="urn:microsoft.com/office/officeart/2005/8/quickstyle/simple1" qsCatId="simple" csTypeId="urn:microsoft.com/office/officeart/2005/8/colors/colorful2" csCatId="colorful" phldr="1"/>
      <dgm:spPr/>
      <dgm:t>
        <a:bodyPr/>
        <a:lstStyle/>
        <a:p>
          <a:endParaRPr lang="en-US"/>
        </a:p>
      </dgm:t>
    </dgm:pt>
    <dgm:pt modelId="{1DAEFFA3-0F4C-4386-89B8-7D81436E451B}">
      <dgm:prSet/>
      <dgm:spPr/>
      <dgm:t>
        <a:bodyPr/>
        <a:lstStyle/>
        <a:p>
          <a:pPr rtl="0"/>
          <a:r>
            <a:rPr lang="en-GB" dirty="0"/>
            <a:t>Validity. </a:t>
          </a:r>
          <a:endParaRPr lang="en-US" dirty="0"/>
        </a:p>
      </dgm:t>
    </dgm:pt>
    <dgm:pt modelId="{CD7760C5-0171-4F72-A515-CE6DBE1AFEAE}" type="parTrans" cxnId="{8B90D792-2EF2-4AD0-BA77-C8BE622238C2}">
      <dgm:prSet/>
      <dgm:spPr/>
      <dgm:t>
        <a:bodyPr/>
        <a:lstStyle/>
        <a:p>
          <a:endParaRPr lang="en-US"/>
        </a:p>
      </dgm:t>
    </dgm:pt>
    <dgm:pt modelId="{3DA17361-8F26-4696-AF30-20844E70C0F1}" type="sibTrans" cxnId="{8B90D792-2EF2-4AD0-BA77-C8BE622238C2}">
      <dgm:prSet/>
      <dgm:spPr/>
      <dgm:t>
        <a:bodyPr/>
        <a:lstStyle/>
        <a:p>
          <a:endParaRPr lang="en-US"/>
        </a:p>
      </dgm:t>
    </dgm:pt>
    <dgm:pt modelId="{0D3EE784-15DC-4643-AC97-3B0AFC7AAE00}">
      <dgm:prSet/>
      <dgm:spPr/>
      <dgm:t>
        <a:bodyPr/>
        <a:lstStyle/>
        <a:p>
          <a:pPr rtl="0"/>
          <a:r>
            <a:rPr lang="en-GB" dirty="0"/>
            <a:t>Either the </a:t>
          </a:r>
          <a:r>
            <a:rPr lang="en-GB" b="1" dirty="0"/>
            <a:t>requirement reflecting real needs of user</a:t>
          </a:r>
          <a:r>
            <a:rPr lang="en-GB" dirty="0"/>
            <a:t>?</a:t>
          </a:r>
          <a:endParaRPr lang="en-US" dirty="0"/>
        </a:p>
      </dgm:t>
    </dgm:pt>
    <dgm:pt modelId="{A4A0E330-8BB0-41EA-8AB9-511EC53ED775}" type="parTrans" cxnId="{A0647919-740D-4D89-8213-3D97FEB438BE}">
      <dgm:prSet/>
      <dgm:spPr/>
      <dgm:t>
        <a:bodyPr/>
        <a:lstStyle/>
        <a:p>
          <a:endParaRPr lang="en-US"/>
        </a:p>
      </dgm:t>
    </dgm:pt>
    <dgm:pt modelId="{3EFBD382-C215-4376-9879-D3941BEC39D0}" type="sibTrans" cxnId="{A0647919-740D-4D89-8213-3D97FEB438BE}">
      <dgm:prSet/>
      <dgm:spPr/>
      <dgm:t>
        <a:bodyPr/>
        <a:lstStyle/>
        <a:p>
          <a:endParaRPr lang="en-US"/>
        </a:p>
      </dgm:t>
    </dgm:pt>
    <dgm:pt modelId="{54D41BC9-22EC-4A35-8593-E7404AAE16A4}">
      <dgm:prSet/>
      <dgm:spPr/>
      <dgm:t>
        <a:bodyPr/>
        <a:lstStyle/>
        <a:p>
          <a:pPr rtl="0"/>
          <a:r>
            <a:rPr lang="en-GB" dirty="0"/>
            <a:t>As user requirements might have changed after elicitation.</a:t>
          </a:r>
          <a:endParaRPr lang="en-US" dirty="0"/>
        </a:p>
      </dgm:t>
    </dgm:pt>
    <dgm:pt modelId="{848B6188-9608-4610-A0D0-04C71305A6A7}" type="parTrans" cxnId="{409DEDD6-7C2E-4246-8061-310BFE887808}">
      <dgm:prSet/>
      <dgm:spPr/>
      <dgm:t>
        <a:bodyPr/>
        <a:lstStyle/>
        <a:p>
          <a:endParaRPr lang="en-US"/>
        </a:p>
      </dgm:t>
    </dgm:pt>
    <dgm:pt modelId="{CD159762-E3C0-42EF-A53F-F1B2DCE1E5B9}" type="sibTrans" cxnId="{409DEDD6-7C2E-4246-8061-310BFE887808}">
      <dgm:prSet/>
      <dgm:spPr/>
      <dgm:t>
        <a:bodyPr/>
        <a:lstStyle/>
        <a:p>
          <a:endParaRPr lang="en-US"/>
        </a:p>
      </dgm:t>
    </dgm:pt>
    <dgm:pt modelId="{E4767A7C-EFE4-4BB2-AC69-FFFCF877AA41}">
      <dgm:prSet/>
      <dgm:spPr/>
      <dgm:t>
        <a:bodyPr/>
        <a:lstStyle/>
        <a:p>
          <a:pPr rtl="0"/>
          <a:r>
            <a:rPr lang="en-GB" dirty="0"/>
            <a:t>Consistency. </a:t>
          </a:r>
          <a:endParaRPr lang="en-US" dirty="0"/>
        </a:p>
      </dgm:t>
    </dgm:pt>
    <dgm:pt modelId="{98F8353D-20C7-4450-849F-017E104A3A1A}" type="parTrans" cxnId="{4083BF4B-2340-4350-A43B-B989D05221DF}">
      <dgm:prSet/>
      <dgm:spPr/>
      <dgm:t>
        <a:bodyPr/>
        <a:lstStyle/>
        <a:p>
          <a:endParaRPr lang="en-US"/>
        </a:p>
      </dgm:t>
    </dgm:pt>
    <dgm:pt modelId="{269E0DA6-B17E-46E5-8B50-A66BD4D94161}" type="sibTrans" cxnId="{4083BF4B-2340-4350-A43B-B989D05221DF}">
      <dgm:prSet/>
      <dgm:spPr/>
      <dgm:t>
        <a:bodyPr/>
        <a:lstStyle/>
        <a:p>
          <a:endParaRPr lang="en-US"/>
        </a:p>
      </dgm:t>
    </dgm:pt>
    <dgm:pt modelId="{66A944EA-25BB-496C-8790-BBCA702D5540}">
      <dgm:prSet/>
      <dgm:spPr/>
      <dgm:t>
        <a:bodyPr/>
        <a:lstStyle/>
        <a:p>
          <a:pPr rtl="0"/>
          <a:r>
            <a:rPr lang="en-GB" b="1" dirty="0"/>
            <a:t>No contradictory constraints </a:t>
          </a:r>
          <a:r>
            <a:rPr lang="en-GB" dirty="0"/>
            <a:t>or requirements</a:t>
          </a:r>
          <a:endParaRPr lang="en-US" dirty="0"/>
        </a:p>
      </dgm:t>
    </dgm:pt>
    <dgm:pt modelId="{3AC38CD9-B4B9-4276-A32B-FC442AC84BD0}" type="parTrans" cxnId="{DA4E08FE-0FF0-4832-A60F-4E5B48248DDA}">
      <dgm:prSet/>
      <dgm:spPr/>
      <dgm:t>
        <a:bodyPr/>
        <a:lstStyle/>
        <a:p>
          <a:endParaRPr lang="en-US"/>
        </a:p>
      </dgm:t>
    </dgm:pt>
    <dgm:pt modelId="{7E82EC07-3CE2-4311-8130-286E823BDF76}" type="sibTrans" cxnId="{DA4E08FE-0FF0-4832-A60F-4E5B48248DDA}">
      <dgm:prSet/>
      <dgm:spPr/>
      <dgm:t>
        <a:bodyPr/>
        <a:lstStyle/>
        <a:p>
          <a:endParaRPr lang="en-US"/>
        </a:p>
      </dgm:t>
    </dgm:pt>
    <dgm:pt modelId="{DBEF9622-0374-416B-8675-373A1BB56BB4}">
      <dgm:prSet/>
      <dgm:spPr/>
      <dgm:t>
        <a:bodyPr/>
        <a:lstStyle/>
        <a:p>
          <a:pPr rtl="0"/>
          <a:r>
            <a:rPr lang="en-GB" b="1" dirty="0"/>
            <a:t>No different description of a same system</a:t>
          </a:r>
          <a:endParaRPr lang="en-US" b="1" dirty="0"/>
        </a:p>
      </dgm:t>
    </dgm:pt>
    <dgm:pt modelId="{F7B4AB62-0C05-47DE-8CF6-36E041CBAEEF}" type="parTrans" cxnId="{434A8E20-7D0A-4205-8002-9ACCEC8E9B73}">
      <dgm:prSet/>
      <dgm:spPr/>
      <dgm:t>
        <a:bodyPr/>
        <a:lstStyle/>
        <a:p>
          <a:endParaRPr lang="en-US"/>
        </a:p>
      </dgm:t>
    </dgm:pt>
    <dgm:pt modelId="{D107C0A9-1F30-4FDF-AB16-86B0F243D370}" type="sibTrans" cxnId="{434A8E20-7D0A-4205-8002-9ACCEC8E9B73}">
      <dgm:prSet/>
      <dgm:spPr/>
      <dgm:t>
        <a:bodyPr/>
        <a:lstStyle/>
        <a:p>
          <a:endParaRPr lang="en-US"/>
        </a:p>
      </dgm:t>
    </dgm:pt>
    <dgm:pt modelId="{B2FEEC3F-2A45-4118-8861-58E79826A62B}">
      <dgm:prSet/>
      <dgm:spPr/>
      <dgm:t>
        <a:bodyPr/>
        <a:lstStyle/>
        <a:p>
          <a:pPr rtl="0"/>
          <a:r>
            <a:rPr lang="en-GB" dirty="0"/>
            <a:t>Completeness. </a:t>
          </a:r>
          <a:endParaRPr lang="en-US" dirty="0"/>
        </a:p>
      </dgm:t>
    </dgm:pt>
    <dgm:pt modelId="{6F30AF50-5196-401C-8984-EFCBEECA65E9}" type="parTrans" cxnId="{FA7742AF-75BF-41F0-AD56-E71E4D52A45D}">
      <dgm:prSet/>
      <dgm:spPr/>
      <dgm:t>
        <a:bodyPr/>
        <a:lstStyle/>
        <a:p>
          <a:endParaRPr lang="en-US"/>
        </a:p>
      </dgm:t>
    </dgm:pt>
    <dgm:pt modelId="{5AB47A65-5BDD-41D4-AA62-85C7FD83125C}" type="sibTrans" cxnId="{FA7742AF-75BF-41F0-AD56-E71E4D52A45D}">
      <dgm:prSet/>
      <dgm:spPr/>
      <dgm:t>
        <a:bodyPr/>
        <a:lstStyle/>
        <a:p>
          <a:endParaRPr lang="en-US"/>
        </a:p>
      </dgm:t>
    </dgm:pt>
    <dgm:pt modelId="{DF6A51EE-946B-4AAA-B91E-9B03ABDD025E}">
      <dgm:prSet/>
      <dgm:spPr/>
      <dgm:t>
        <a:bodyPr/>
        <a:lstStyle/>
        <a:p>
          <a:pPr rtl="0"/>
          <a:r>
            <a:rPr lang="en-GB" b="1" dirty="0"/>
            <a:t>Requirements listed must include all system’s functionality and constraints</a:t>
          </a:r>
          <a:endParaRPr lang="en-US" b="1" dirty="0"/>
        </a:p>
      </dgm:t>
    </dgm:pt>
    <dgm:pt modelId="{BF1653F7-863F-4B3D-9B6C-500C9171C8B0}" type="parTrans" cxnId="{462AF133-F9B2-4AE0-81FB-8F19880BE353}">
      <dgm:prSet/>
      <dgm:spPr/>
      <dgm:t>
        <a:bodyPr/>
        <a:lstStyle/>
        <a:p>
          <a:endParaRPr lang="en-US"/>
        </a:p>
      </dgm:t>
    </dgm:pt>
    <dgm:pt modelId="{8C31999D-7283-4C91-A294-7D1C6AD783DC}" type="sibTrans" cxnId="{462AF133-F9B2-4AE0-81FB-8F19880BE353}">
      <dgm:prSet/>
      <dgm:spPr/>
      <dgm:t>
        <a:bodyPr/>
        <a:lstStyle/>
        <a:p>
          <a:endParaRPr lang="en-US"/>
        </a:p>
      </dgm:t>
    </dgm:pt>
    <dgm:pt modelId="{F82CAC9F-A707-4E1A-9FAC-D5D91A88E18C}">
      <dgm:prSet/>
      <dgm:spPr/>
      <dgm:t>
        <a:bodyPr/>
        <a:lstStyle/>
        <a:p>
          <a:pPr rtl="0"/>
          <a:r>
            <a:rPr lang="en-GB" dirty="0"/>
            <a:t>Realism. </a:t>
          </a:r>
          <a:endParaRPr lang="en-US" dirty="0"/>
        </a:p>
      </dgm:t>
    </dgm:pt>
    <dgm:pt modelId="{83B62B77-984E-4BE6-99CF-DBF68EA0ECD4}" type="parTrans" cxnId="{AB0E36D9-9612-4F7F-B20E-C1E563E28071}">
      <dgm:prSet/>
      <dgm:spPr/>
      <dgm:t>
        <a:bodyPr/>
        <a:lstStyle/>
        <a:p>
          <a:endParaRPr lang="en-US"/>
        </a:p>
      </dgm:t>
    </dgm:pt>
    <dgm:pt modelId="{7A13D5C5-81C9-4899-BF94-714071EA2206}" type="sibTrans" cxnId="{AB0E36D9-9612-4F7F-B20E-C1E563E28071}">
      <dgm:prSet/>
      <dgm:spPr/>
      <dgm:t>
        <a:bodyPr/>
        <a:lstStyle/>
        <a:p>
          <a:endParaRPr lang="en-US"/>
        </a:p>
      </dgm:t>
    </dgm:pt>
    <dgm:pt modelId="{7700F52E-6FD5-4DE6-AFA4-4D67C4344D96}">
      <dgm:prSet/>
      <dgm:spPr/>
      <dgm:t>
        <a:bodyPr/>
        <a:lstStyle/>
        <a:p>
          <a:pPr rtl="0"/>
          <a:r>
            <a:rPr lang="en-GB" dirty="0"/>
            <a:t>Verifiability.</a:t>
          </a:r>
          <a:endParaRPr lang="en-US" dirty="0"/>
        </a:p>
      </dgm:t>
    </dgm:pt>
    <dgm:pt modelId="{8BE985EE-7E6C-4172-A3C3-AC4D637A977B}" type="parTrans" cxnId="{F6DA051A-4F4A-4589-B595-C0E117A70CCB}">
      <dgm:prSet/>
      <dgm:spPr/>
      <dgm:t>
        <a:bodyPr/>
        <a:lstStyle/>
        <a:p>
          <a:endParaRPr lang="en-US"/>
        </a:p>
      </dgm:t>
    </dgm:pt>
    <dgm:pt modelId="{6FCBA692-175A-4255-B2F6-8ECD1C0EDE3C}" type="sibTrans" cxnId="{F6DA051A-4F4A-4589-B595-C0E117A70CCB}">
      <dgm:prSet/>
      <dgm:spPr/>
      <dgm:t>
        <a:bodyPr/>
        <a:lstStyle/>
        <a:p>
          <a:endParaRPr lang="en-US"/>
        </a:p>
      </dgm:t>
    </dgm:pt>
    <dgm:pt modelId="{E8963B42-F38A-4FF9-BAE2-E8447E56675C}">
      <dgm:prSet custT="1"/>
      <dgm:spPr/>
      <dgm:t>
        <a:bodyPr/>
        <a:lstStyle/>
        <a:p>
          <a:pPr algn="l" rtl="0"/>
          <a:r>
            <a:rPr lang="en-GB" sz="1400" dirty="0"/>
            <a:t>Either a req. </a:t>
          </a:r>
          <a:r>
            <a:rPr lang="en-GB" sz="1400" u="sng" dirty="0"/>
            <a:t>could be implemented via defined technology</a:t>
          </a:r>
          <a:r>
            <a:rPr lang="en-GB" sz="1400" dirty="0"/>
            <a:t>.</a:t>
          </a:r>
          <a:endParaRPr lang="en-US" sz="1400" dirty="0"/>
        </a:p>
      </dgm:t>
    </dgm:pt>
    <dgm:pt modelId="{D86D835F-7B67-40F7-8323-06E5E54C3A2B}" type="parTrans" cxnId="{8366AA20-8D29-4A9C-86F2-2483430C5F3A}">
      <dgm:prSet/>
      <dgm:spPr/>
      <dgm:t>
        <a:bodyPr/>
        <a:lstStyle/>
        <a:p>
          <a:endParaRPr lang="en-US"/>
        </a:p>
      </dgm:t>
    </dgm:pt>
    <dgm:pt modelId="{AAD33211-A8B5-481A-96F4-9A10706A5BC2}" type="sibTrans" cxnId="{8366AA20-8D29-4A9C-86F2-2483430C5F3A}">
      <dgm:prSet/>
      <dgm:spPr/>
      <dgm:t>
        <a:bodyPr/>
        <a:lstStyle/>
        <a:p>
          <a:endParaRPr lang="en-US"/>
        </a:p>
      </dgm:t>
    </dgm:pt>
    <dgm:pt modelId="{D1374812-0659-40DA-B745-B4BF8DC79332}">
      <dgm:prSet custT="1"/>
      <dgm:spPr/>
      <dgm:t>
        <a:bodyPr/>
        <a:lstStyle/>
        <a:p>
          <a:pPr algn="l" rtl="0"/>
          <a:r>
            <a:rPr lang="en-GB" sz="1400" dirty="0"/>
            <a:t>Could it be </a:t>
          </a:r>
          <a:r>
            <a:rPr lang="en-GB" sz="1400" u="sng" dirty="0"/>
            <a:t>done in available budget, and time</a:t>
          </a:r>
          <a:r>
            <a:rPr lang="en-GB" sz="1400" dirty="0"/>
            <a:t>?</a:t>
          </a:r>
          <a:endParaRPr lang="en-US" sz="1400" dirty="0"/>
        </a:p>
      </dgm:t>
    </dgm:pt>
    <dgm:pt modelId="{2165EF96-BD76-4EE1-ACAE-319F27E032DB}" type="parTrans" cxnId="{029EE6C2-3534-403E-9AA8-6B769F49ACF8}">
      <dgm:prSet/>
      <dgm:spPr/>
      <dgm:t>
        <a:bodyPr/>
        <a:lstStyle/>
        <a:p>
          <a:endParaRPr lang="en-US"/>
        </a:p>
      </dgm:t>
    </dgm:pt>
    <dgm:pt modelId="{65000945-0E57-4B75-B996-9BE71B32C23D}" type="sibTrans" cxnId="{029EE6C2-3534-403E-9AA8-6B769F49ACF8}">
      <dgm:prSet/>
      <dgm:spPr/>
      <dgm:t>
        <a:bodyPr/>
        <a:lstStyle/>
        <a:p>
          <a:endParaRPr lang="en-US"/>
        </a:p>
      </dgm:t>
    </dgm:pt>
    <dgm:pt modelId="{B2E17287-E7CC-43EF-9618-A2BC1D31067E}">
      <dgm:prSet custT="1"/>
      <dgm:spPr/>
      <dgm:t>
        <a:bodyPr/>
        <a:lstStyle/>
        <a:p>
          <a:pPr rtl="0"/>
          <a:r>
            <a:rPr lang="en-GB" sz="1400" dirty="0"/>
            <a:t> </a:t>
          </a:r>
          <a:r>
            <a:rPr lang="en-GB" sz="1800" dirty="0"/>
            <a:t>Can the requirements be checked?</a:t>
          </a:r>
          <a:endParaRPr lang="en-US" sz="1800" dirty="0"/>
        </a:p>
      </dgm:t>
    </dgm:pt>
    <dgm:pt modelId="{2E74CACF-E548-4503-AC3F-9057797DFA1E}" type="parTrans" cxnId="{0393FF33-CA38-4885-9527-6C8B5CFA7434}">
      <dgm:prSet/>
      <dgm:spPr/>
    </dgm:pt>
    <dgm:pt modelId="{381D5854-CAA8-4A11-8FBF-26E264901076}" type="sibTrans" cxnId="{0393FF33-CA38-4885-9527-6C8B5CFA7434}">
      <dgm:prSet/>
      <dgm:spPr/>
    </dgm:pt>
    <dgm:pt modelId="{08EC51A2-159B-4A4A-92C6-EAA50FE958EC}" type="pres">
      <dgm:prSet presAssocID="{0E6464BA-B720-496A-A85B-34DC2FD52298}" presName="Name0" presStyleCnt="0">
        <dgm:presLayoutVars>
          <dgm:dir/>
          <dgm:animLvl val="lvl"/>
          <dgm:resizeHandles/>
        </dgm:presLayoutVars>
      </dgm:prSet>
      <dgm:spPr/>
    </dgm:pt>
    <dgm:pt modelId="{38B5442C-D3FA-4C8A-BD40-617E2C799FE2}" type="pres">
      <dgm:prSet presAssocID="{1DAEFFA3-0F4C-4386-89B8-7D81436E451B}" presName="linNode" presStyleCnt="0"/>
      <dgm:spPr/>
    </dgm:pt>
    <dgm:pt modelId="{EA41108F-77F6-4E59-9484-FFA3D13A8510}" type="pres">
      <dgm:prSet presAssocID="{1DAEFFA3-0F4C-4386-89B8-7D81436E451B}" presName="parentShp" presStyleLbl="node1" presStyleIdx="0" presStyleCnt="5">
        <dgm:presLayoutVars>
          <dgm:bulletEnabled val="1"/>
        </dgm:presLayoutVars>
      </dgm:prSet>
      <dgm:spPr/>
    </dgm:pt>
    <dgm:pt modelId="{F4F0DBBF-1BE6-4DD5-B44A-195FD1B9EA5A}" type="pres">
      <dgm:prSet presAssocID="{1DAEFFA3-0F4C-4386-89B8-7D81436E451B}" presName="childShp" presStyleLbl="bgAccFollowNode1" presStyleIdx="0" presStyleCnt="5">
        <dgm:presLayoutVars>
          <dgm:bulletEnabled val="1"/>
        </dgm:presLayoutVars>
      </dgm:prSet>
      <dgm:spPr/>
    </dgm:pt>
    <dgm:pt modelId="{AC93AB91-240F-45CE-AE52-E1404D168F75}" type="pres">
      <dgm:prSet presAssocID="{3DA17361-8F26-4696-AF30-20844E70C0F1}" presName="spacing" presStyleCnt="0"/>
      <dgm:spPr/>
    </dgm:pt>
    <dgm:pt modelId="{A5691847-ED3A-4F05-A626-D31F77EACA88}" type="pres">
      <dgm:prSet presAssocID="{E4767A7C-EFE4-4BB2-AC69-FFFCF877AA41}" presName="linNode" presStyleCnt="0"/>
      <dgm:spPr/>
    </dgm:pt>
    <dgm:pt modelId="{0E864C71-1EC3-4B97-A12D-C934C1FD7608}" type="pres">
      <dgm:prSet presAssocID="{E4767A7C-EFE4-4BB2-AC69-FFFCF877AA41}" presName="parentShp" presStyleLbl="node1" presStyleIdx="1" presStyleCnt="5">
        <dgm:presLayoutVars>
          <dgm:bulletEnabled val="1"/>
        </dgm:presLayoutVars>
      </dgm:prSet>
      <dgm:spPr/>
    </dgm:pt>
    <dgm:pt modelId="{FD21C5DE-E0CF-4C55-8121-F4956AFFED44}" type="pres">
      <dgm:prSet presAssocID="{E4767A7C-EFE4-4BB2-AC69-FFFCF877AA41}" presName="childShp" presStyleLbl="bgAccFollowNode1" presStyleIdx="1" presStyleCnt="5">
        <dgm:presLayoutVars>
          <dgm:bulletEnabled val="1"/>
        </dgm:presLayoutVars>
      </dgm:prSet>
      <dgm:spPr/>
    </dgm:pt>
    <dgm:pt modelId="{E8718BA5-61C7-4CBE-B7A9-1B1C51831426}" type="pres">
      <dgm:prSet presAssocID="{269E0DA6-B17E-46E5-8B50-A66BD4D94161}" presName="spacing" presStyleCnt="0"/>
      <dgm:spPr/>
    </dgm:pt>
    <dgm:pt modelId="{9A0133F0-81B8-4186-915B-853FFBA89F53}" type="pres">
      <dgm:prSet presAssocID="{B2FEEC3F-2A45-4118-8861-58E79826A62B}" presName="linNode" presStyleCnt="0"/>
      <dgm:spPr/>
    </dgm:pt>
    <dgm:pt modelId="{732DED34-DBB0-4AB8-A032-2E518F00F7B7}" type="pres">
      <dgm:prSet presAssocID="{B2FEEC3F-2A45-4118-8861-58E79826A62B}" presName="parentShp" presStyleLbl="node1" presStyleIdx="2" presStyleCnt="5">
        <dgm:presLayoutVars>
          <dgm:bulletEnabled val="1"/>
        </dgm:presLayoutVars>
      </dgm:prSet>
      <dgm:spPr/>
    </dgm:pt>
    <dgm:pt modelId="{DA503C39-7C78-4095-A3D0-D3E1369A96BA}" type="pres">
      <dgm:prSet presAssocID="{B2FEEC3F-2A45-4118-8861-58E79826A62B}" presName="childShp" presStyleLbl="bgAccFollowNode1" presStyleIdx="2" presStyleCnt="5">
        <dgm:presLayoutVars>
          <dgm:bulletEnabled val="1"/>
        </dgm:presLayoutVars>
      </dgm:prSet>
      <dgm:spPr/>
    </dgm:pt>
    <dgm:pt modelId="{098E2494-DD1C-4F27-85E6-F009180B9823}" type="pres">
      <dgm:prSet presAssocID="{5AB47A65-5BDD-41D4-AA62-85C7FD83125C}" presName="spacing" presStyleCnt="0"/>
      <dgm:spPr/>
    </dgm:pt>
    <dgm:pt modelId="{92646B51-A8E6-4AFA-9FBA-071583821A9C}" type="pres">
      <dgm:prSet presAssocID="{F82CAC9F-A707-4E1A-9FAC-D5D91A88E18C}" presName="linNode" presStyleCnt="0"/>
      <dgm:spPr/>
    </dgm:pt>
    <dgm:pt modelId="{305B22FB-59CB-433A-B56D-3E0FEB00C7E6}" type="pres">
      <dgm:prSet presAssocID="{F82CAC9F-A707-4E1A-9FAC-D5D91A88E18C}" presName="parentShp" presStyleLbl="node1" presStyleIdx="3" presStyleCnt="5">
        <dgm:presLayoutVars>
          <dgm:bulletEnabled val="1"/>
        </dgm:presLayoutVars>
      </dgm:prSet>
      <dgm:spPr/>
    </dgm:pt>
    <dgm:pt modelId="{122E521B-7E32-41A7-B764-1652405AA7F4}" type="pres">
      <dgm:prSet presAssocID="{F82CAC9F-A707-4E1A-9FAC-D5D91A88E18C}" presName="childShp" presStyleLbl="bgAccFollowNode1" presStyleIdx="3" presStyleCnt="5">
        <dgm:presLayoutVars>
          <dgm:bulletEnabled val="1"/>
        </dgm:presLayoutVars>
      </dgm:prSet>
      <dgm:spPr/>
    </dgm:pt>
    <dgm:pt modelId="{AE1B7AD3-B24E-4595-82B3-A7C459EA0A8F}" type="pres">
      <dgm:prSet presAssocID="{7A13D5C5-81C9-4899-BF94-714071EA2206}" presName="spacing" presStyleCnt="0"/>
      <dgm:spPr/>
    </dgm:pt>
    <dgm:pt modelId="{D2F1F32E-55B8-47F7-88A0-A432701EBEE8}" type="pres">
      <dgm:prSet presAssocID="{7700F52E-6FD5-4DE6-AFA4-4D67C4344D96}" presName="linNode" presStyleCnt="0"/>
      <dgm:spPr/>
    </dgm:pt>
    <dgm:pt modelId="{C8509574-213F-4959-90B9-A69F63A74AFC}" type="pres">
      <dgm:prSet presAssocID="{7700F52E-6FD5-4DE6-AFA4-4D67C4344D96}" presName="parentShp" presStyleLbl="node1" presStyleIdx="4" presStyleCnt="5">
        <dgm:presLayoutVars>
          <dgm:bulletEnabled val="1"/>
        </dgm:presLayoutVars>
      </dgm:prSet>
      <dgm:spPr/>
    </dgm:pt>
    <dgm:pt modelId="{C12BF774-0D6A-4DE1-BE79-6587B6EED193}" type="pres">
      <dgm:prSet presAssocID="{7700F52E-6FD5-4DE6-AFA4-4D67C4344D96}" presName="childShp" presStyleLbl="bgAccFollowNode1" presStyleIdx="4" presStyleCnt="5">
        <dgm:presLayoutVars>
          <dgm:bulletEnabled val="1"/>
        </dgm:presLayoutVars>
      </dgm:prSet>
      <dgm:spPr/>
    </dgm:pt>
  </dgm:ptLst>
  <dgm:cxnLst>
    <dgm:cxn modelId="{A0647919-740D-4D89-8213-3D97FEB438BE}" srcId="{1DAEFFA3-0F4C-4386-89B8-7D81436E451B}" destId="{0D3EE784-15DC-4643-AC97-3B0AFC7AAE00}" srcOrd="0" destOrd="0" parTransId="{A4A0E330-8BB0-41EA-8AB9-511EC53ED775}" sibTransId="{3EFBD382-C215-4376-9879-D3941BEC39D0}"/>
    <dgm:cxn modelId="{F6DA051A-4F4A-4589-B595-C0E117A70CCB}" srcId="{0E6464BA-B720-496A-A85B-34DC2FD52298}" destId="{7700F52E-6FD5-4DE6-AFA4-4D67C4344D96}" srcOrd="4" destOrd="0" parTransId="{8BE985EE-7E6C-4172-A3C3-AC4D637A977B}" sibTransId="{6FCBA692-175A-4255-B2F6-8ECD1C0EDE3C}"/>
    <dgm:cxn modelId="{6BBBF11A-F219-4A60-BDDE-90AAA1C195F7}" type="presOf" srcId="{B2FEEC3F-2A45-4118-8861-58E79826A62B}" destId="{732DED34-DBB0-4AB8-A032-2E518F00F7B7}" srcOrd="0" destOrd="0" presId="urn:microsoft.com/office/officeart/2005/8/layout/vList6"/>
    <dgm:cxn modelId="{434A8E20-7D0A-4205-8002-9ACCEC8E9B73}" srcId="{E4767A7C-EFE4-4BB2-AC69-FFFCF877AA41}" destId="{DBEF9622-0374-416B-8675-373A1BB56BB4}" srcOrd="1" destOrd="0" parTransId="{F7B4AB62-0C05-47DE-8CF6-36E041CBAEEF}" sibTransId="{D107C0A9-1F30-4FDF-AB16-86B0F243D370}"/>
    <dgm:cxn modelId="{8366AA20-8D29-4A9C-86F2-2483430C5F3A}" srcId="{F82CAC9F-A707-4E1A-9FAC-D5D91A88E18C}" destId="{E8963B42-F38A-4FF9-BAE2-E8447E56675C}" srcOrd="0" destOrd="0" parTransId="{D86D835F-7B67-40F7-8323-06E5E54C3A2B}" sibTransId="{AAD33211-A8B5-481A-96F4-9A10706A5BC2}"/>
    <dgm:cxn modelId="{462AF133-F9B2-4AE0-81FB-8F19880BE353}" srcId="{B2FEEC3F-2A45-4118-8861-58E79826A62B}" destId="{DF6A51EE-946B-4AAA-B91E-9B03ABDD025E}" srcOrd="0" destOrd="0" parTransId="{BF1653F7-863F-4B3D-9B6C-500C9171C8B0}" sibTransId="{8C31999D-7283-4C91-A294-7D1C6AD783DC}"/>
    <dgm:cxn modelId="{0393FF33-CA38-4885-9527-6C8B5CFA7434}" srcId="{7700F52E-6FD5-4DE6-AFA4-4D67C4344D96}" destId="{B2E17287-E7CC-43EF-9618-A2BC1D31067E}" srcOrd="0" destOrd="0" parTransId="{2E74CACF-E548-4503-AC3F-9057797DFA1E}" sibTransId="{381D5854-CAA8-4A11-8FBF-26E264901076}"/>
    <dgm:cxn modelId="{B89BDB62-275F-4570-A1DB-59DF6CD469CE}" type="presOf" srcId="{DBEF9622-0374-416B-8675-373A1BB56BB4}" destId="{FD21C5DE-E0CF-4C55-8121-F4956AFFED44}" srcOrd="0" destOrd="1" presId="urn:microsoft.com/office/officeart/2005/8/layout/vList6"/>
    <dgm:cxn modelId="{4083BF4B-2340-4350-A43B-B989D05221DF}" srcId="{0E6464BA-B720-496A-A85B-34DC2FD52298}" destId="{E4767A7C-EFE4-4BB2-AC69-FFFCF877AA41}" srcOrd="1" destOrd="0" parTransId="{98F8353D-20C7-4450-849F-017E104A3A1A}" sibTransId="{269E0DA6-B17E-46E5-8B50-A66BD4D94161}"/>
    <dgm:cxn modelId="{3A18CD6C-C6C3-4AA3-9918-CA4126E285A1}" type="presOf" srcId="{7700F52E-6FD5-4DE6-AFA4-4D67C4344D96}" destId="{C8509574-213F-4959-90B9-A69F63A74AFC}" srcOrd="0" destOrd="0" presId="urn:microsoft.com/office/officeart/2005/8/layout/vList6"/>
    <dgm:cxn modelId="{517F814F-1179-4717-A250-018CABA59C47}" type="presOf" srcId="{66A944EA-25BB-496C-8790-BBCA702D5540}" destId="{FD21C5DE-E0CF-4C55-8121-F4956AFFED44}" srcOrd="0" destOrd="0" presId="urn:microsoft.com/office/officeart/2005/8/layout/vList6"/>
    <dgm:cxn modelId="{D6EBB453-7F3F-491A-883C-BB0A4FD28935}" type="presOf" srcId="{1DAEFFA3-0F4C-4386-89B8-7D81436E451B}" destId="{EA41108F-77F6-4E59-9484-FFA3D13A8510}" srcOrd="0" destOrd="0" presId="urn:microsoft.com/office/officeart/2005/8/layout/vList6"/>
    <dgm:cxn modelId="{0EE52C7E-995F-4096-BCE0-9596ABAFC18B}" type="presOf" srcId="{B2E17287-E7CC-43EF-9618-A2BC1D31067E}" destId="{C12BF774-0D6A-4DE1-BE79-6587B6EED193}" srcOrd="0" destOrd="0" presId="urn:microsoft.com/office/officeart/2005/8/layout/vList6"/>
    <dgm:cxn modelId="{2CFA6286-CB79-422D-A0A3-041129894636}" type="presOf" srcId="{E8963B42-F38A-4FF9-BAE2-E8447E56675C}" destId="{122E521B-7E32-41A7-B764-1652405AA7F4}" srcOrd="0" destOrd="0" presId="urn:microsoft.com/office/officeart/2005/8/layout/vList6"/>
    <dgm:cxn modelId="{8B90D792-2EF2-4AD0-BA77-C8BE622238C2}" srcId="{0E6464BA-B720-496A-A85B-34DC2FD52298}" destId="{1DAEFFA3-0F4C-4386-89B8-7D81436E451B}" srcOrd="0" destOrd="0" parTransId="{CD7760C5-0171-4F72-A515-CE6DBE1AFEAE}" sibTransId="{3DA17361-8F26-4696-AF30-20844E70C0F1}"/>
    <dgm:cxn modelId="{1FE8FBA5-BD28-4009-B988-9856B74FE53B}" type="presOf" srcId="{DF6A51EE-946B-4AAA-B91E-9B03ABDD025E}" destId="{DA503C39-7C78-4095-A3D0-D3E1369A96BA}" srcOrd="0" destOrd="0" presId="urn:microsoft.com/office/officeart/2005/8/layout/vList6"/>
    <dgm:cxn modelId="{FA7742AF-75BF-41F0-AD56-E71E4D52A45D}" srcId="{0E6464BA-B720-496A-A85B-34DC2FD52298}" destId="{B2FEEC3F-2A45-4118-8861-58E79826A62B}" srcOrd="2" destOrd="0" parTransId="{6F30AF50-5196-401C-8984-EFCBEECA65E9}" sibTransId="{5AB47A65-5BDD-41D4-AA62-85C7FD83125C}"/>
    <dgm:cxn modelId="{029EE6C2-3534-403E-9AA8-6B769F49ACF8}" srcId="{F82CAC9F-A707-4E1A-9FAC-D5D91A88E18C}" destId="{D1374812-0659-40DA-B745-B4BF8DC79332}" srcOrd="1" destOrd="0" parTransId="{2165EF96-BD76-4EE1-ACAE-319F27E032DB}" sibTransId="{65000945-0E57-4B75-B996-9BE71B32C23D}"/>
    <dgm:cxn modelId="{EF7322CB-FB8E-482C-83D2-ED7E5D678482}" type="presOf" srcId="{0D3EE784-15DC-4643-AC97-3B0AFC7AAE00}" destId="{F4F0DBBF-1BE6-4DD5-B44A-195FD1B9EA5A}" srcOrd="0" destOrd="0" presId="urn:microsoft.com/office/officeart/2005/8/layout/vList6"/>
    <dgm:cxn modelId="{AE8CEACF-30A6-4C7A-8D10-3AF1D188F27B}" type="presOf" srcId="{0E6464BA-B720-496A-A85B-34DC2FD52298}" destId="{08EC51A2-159B-4A4A-92C6-EAA50FE958EC}" srcOrd="0" destOrd="0" presId="urn:microsoft.com/office/officeart/2005/8/layout/vList6"/>
    <dgm:cxn modelId="{409DEDD6-7C2E-4246-8061-310BFE887808}" srcId="{1DAEFFA3-0F4C-4386-89B8-7D81436E451B}" destId="{54D41BC9-22EC-4A35-8593-E7404AAE16A4}" srcOrd="1" destOrd="0" parTransId="{848B6188-9608-4610-A0D0-04C71305A6A7}" sibTransId="{CD159762-E3C0-42EF-A53F-F1B2DCE1E5B9}"/>
    <dgm:cxn modelId="{AB0E36D9-9612-4F7F-B20E-C1E563E28071}" srcId="{0E6464BA-B720-496A-A85B-34DC2FD52298}" destId="{F82CAC9F-A707-4E1A-9FAC-D5D91A88E18C}" srcOrd="3" destOrd="0" parTransId="{83B62B77-984E-4BE6-99CF-DBF68EA0ECD4}" sibTransId="{7A13D5C5-81C9-4899-BF94-714071EA2206}"/>
    <dgm:cxn modelId="{F403BEE2-9262-421E-94D1-B5277156E79A}" type="presOf" srcId="{E4767A7C-EFE4-4BB2-AC69-FFFCF877AA41}" destId="{0E864C71-1EC3-4B97-A12D-C934C1FD7608}" srcOrd="0" destOrd="0" presId="urn:microsoft.com/office/officeart/2005/8/layout/vList6"/>
    <dgm:cxn modelId="{7025CCF6-20EC-4A6D-B123-DF5F374FF510}" type="presOf" srcId="{D1374812-0659-40DA-B745-B4BF8DC79332}" destId="{122E521B-7E32-41A7-B764-1652405AA7F4}" srcOrd="0" destOrd="1" presId="urn:microsoft.com/office/officeart/2005/8/layout/vList6"/>
    <dgm:cxn modelId="{234013FD-76CF-4D70-8992-95A86522F9A5}" type="presOf" srcId="{54D41BC9-22EC-4A35-8593-E7404AAE16A4}" destId="{F4F0DBBF-1BE6-4DD5-B44A-195FD1B9EA5A}" srcOrd="0" destOrd="1" presId="urn:microsoft.com/office/officeart/2005/8/layout/vList6"/>
    <dgm:cxn modelId="{0BBAE4FD-292D-4E04-8CB8-4C14C0595562}" type="presOf" srcId="{F82CAC9F-A707-4E1A-9FAC-D5D91A88E18C}" destId="{305B22FB-59CB-433A-B56D-3E0FEB00C7E6}" srcOrd="0" destOrd="0" presId="urn:microsoft.com/office/officeart/2005/8/layout/vList6"/>
    <dgm:cxn modelId="{DA4E08FE-0FF0-4832-A60F-4E5B48248DDA}" srcId="{E4767A7C-EFE4-4BB2-AC69-FFFCF877AA41}" destId="{66A944EA-25BB-496C-8790-BBCA702D5540}" srcOrd="0" destOrd="0" parTransId="{3AC38CD9-B4B9-4276-A32B-FC442AC84BD0}" sibTransId="{7E82EC07-3CE2-4311-8130-286E823BDF76}"/>
    <dgm:cxn modelId="{7CB01BCB-F815-440B-85F1-169C00ACD765}" type="presParOf" srcId="{08EC51A2-159B-4A4A-92C6-EAA50FE958EC}" destId="{38B5442C-D3FA-4C8A-BD40-617E2C799FE2}" srcOrd="0" destOrd="0" presId="urn:microsoft.com/office/officeart/2005/8/layout/vList6"/>
    <dgm:cxn modelId="{27AB56D0-8F51-4D94-B417-59A084F89AD0}" type="presParOf" srcId="{38B5442C-D3FA-4C8A-BD40-617E2C799FE2}" destId="{EA41108F-77F6-4E59-9484-FFA3D13A8510}" srcOrd="0" destOrd="0" presId="urn:microsoft.com/office/officeart/2005/8/layout/vList6"/>
    <dgm:cxn modelId="{2BE52B61-3C8D-4467-B597-3A95850E2B91}" type="presParOf" srcId="{38B5442C-D3FA-4C8A-BD40-617E2C799FE2}" destId="{F4F0DBBF-1BE6-4DD5-B44A-195FD1B9EA5A}" srcOrd="1" destOrd="0" presId="urn:microsoft.com/office/officeart/2005/8/layout/vList6"/>
    <dgm:cxn modelId="{ABE7E8F3-AFFA-4DDC-B8A7-8E4A5AD70F14}" type="presParOf" srcId="{08EC51A2-159B-4A4A-92C6-EAA50FE958EC}" destId="{AC93AB91-240F-45CE-AE52-E1404D168F75}" srcOrd="1" destOrd="0" presId="urn:microsoft.com/office/officeart/2005/8/layout/vList6"/>
    <dgm:cxn modelId="{06AD72C2-4FB4-4B4E-877D-66C39CB4C034}" type="presParOf" srcId="{08EC51A2-159B-4A4A-92C6-EAA50FE958EC}" destId="{A5691847-ED3A-4F05-A626-D31F77EACA88}" srcOrd="2" destOrd="0" presId="urn:microsoft.com/office/officeart/2005/8/layout/vList6"/>
    <dgm:cxn modelId="{070F7300-95C9-4769-8CE5-A3505D063554}" type="presParOf" srcId="{A5691847-ED3A-4F05-A626-D31F77EACA88}" destId="{0E864C71-1EC3-4B97-A12D-C934C1FD7608}" srcOrd="0" destOrd="0" presId="urn:microsoft.com/office/officeart/2005/8/layout/vList6"/>
    <dgm:cxn modelId="{2C3661ED-1A1E-4C56-B14F-BE70C8B7A620}" type="presParOf" srcId="{A5691847-ED3A-4F05-A626-D31F77EACA88}" destId="{FD21C5DE-E0CF-4C55-8121-F4956AFFED44}" srcOrd="1" destOrd="0" presId="urn:microsoft.com/office/officeart/2005/8/layout/vList6"/>
    <dgm:cxn modelId="{64C44982-F999-41FA-813F-3181FB14D47A}" type="presParOf" srcId="{08EC51A2-159B-4A4A-92C6-EAA50FE958EC}" destId="{E8718BA5-61C7-4CBE-B7A9-1B1C51831426}" srcOrd="3" destOrd="0" presId="urn:microsoft.com/office/officeart/2005/8/layout/vList6"/>
    <dgm:cxn modelId="{43E5D3EE-BAC5-40F7-A020-FC780B2AFF80}" type="presParOf" srcId="{08EC51A2-159B-4A4A-92C6-EAA50FE958EC}" destId="{9A0133F0-81B8-4186-915B-853FFBA89F53}" srcOrd="4" destOrd="0" presId="urn:microsoft.com/office/officeart/2005/8/layout/vList6"/>
    <dgm:cxn modelId="{181EDDF1-56DA-42D6-BEB7-72C202A6D785}" type="presParOf" srcId="{9A0133F0-81B8-4186-915B-853FFBA89F53}" destId="{732DED34-DBB0-4AB8-A032-2E518F00F7B7}" srcOrd="0" destOrd="0" presId="urn:microsoft.com/office/officeart/2005/8/layout/vList6"/>
    <dgm:cxn modelId="{0246C0CB-AE48-4533-9873-07DC34F3CE3E}" type="presParOf" srcId="{9A0133F0-81B8-4186-915B-853FFBA89F53}" destId="{DA503C39-7C78-4095-A3D0-D3E1369A96BA}" srcOrd="1" destOrd="0" presId="urn:microsoft.com/office/officeart/2005/8/layout/vList6"/>
    <dgm:cxn modelId="{120B91E4-BC9E-4800-9316-774E5DD49063}" type="presParOf" srcId="{08EC51A2-159B-4A4A-92C6-EAA50FE958EC}" destId="{098E2494-DD1C-4F27-85E6-F009180B9823}" srcOrd="5" destOrd="0" presId="urn:microsoft.com/office/officeart/2005/8/layout/vList6"/>
    <dgm:cxn modelId="{C7F872ED-5227-46B7-ADFF-1E5C23712BD3}" type="presParOf" srcId="{08EC51A2-159B-4A4A-92C6-EAA50FE958EC}" destId="{92646B51-A8E6-4AFA-9FBA-071583821A9C}" srcOrd="6" destOrd="0" presId="urn:microsoft.com/office/officeart/2005/8/layout/vList6"/>
    <dgm:cxn modelId="{F6A6D826-3A26-4981-9F6C-D4A284F5DD14}" type="presParOf" srcId="{92646B51-A8E6-4AFA-9FBA-071583821A9C}" destId="{305B22FB-59CB-433A-B56D-3E0FEB00C7E6}" srcOrd="0" destOrd="0" presId="urn:microsoft.com/office/officeart/2005/8/layout/vList6"/>
    <dgm:cxn modelId="{4881676C-EB27-4DE8-A59F-48FC2231B174}" type="presParOf" srcId="{92646B51-A8E6-4AFA-9FBA-071583821A9C}" destId="{122E521B-7E32-41A7-B764-1652405AA7F4}" srcOrd="1" destOrd="0" presId="urn:microsoft.com/office/officeart/2005/8/layout/vList6"/>
    <dgm:cxn modelId="{0059F6C4-1575-4C60-BBD4-B7C3BA4C9B27}" type="presParOf" srcId="{08EC51A2-159B-4A4A-92C6-EAA50FE958EC}" destId="{AE1B7AD3-B24E-4595-82B3-A7C459EA0A8F}" srcOrd="7" destOrd="0" presId="urn:microsoft.com/office/officeart/2005/8/layout/vList6"/>
    <dgm:cxn modelId="{751C291F-5764-4F58-B4C4-F3805B3AC642}" type="presParOf" srcId="{08EC51A2-159B-4A4A-92C6-EAA50FE958EC}" destId="{D2F1F32E-55B8-47F7-88A0-A432701EBEE8}" srcOrd="8" destOrd="0" presId="urn:microsoft.com/office/officeart/2005/8/layout/vList6"/>
    <dgm:cxn modelId="{FF8679C3-5FC5-4B41-BD78-57ED55928942}" type="presParOf" srcId="{D2F1F32E-55B8-47F7-88A0-A432701EBEE8}" destId="{C8509574-213F-4959-90B9-A69F63A74AFC}" srcOrd="0" destOrd="0" presId="urn:microsoft.com/office/officeart/2005/8/layout/vList6"/>
    <dgm:cxn modelId="{026E45C5-5D5F-42EA-BB53-2088475EC15A}" type="presParOf" srcId="{D2F1F32E-55B8-47F7-88A0-A432701EBEE8}" destId="{C12BF774-0D6A-4DE1-BE79-6587B6EED193}"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3F29F0E-1E2E-4F73-A0B7-C4688D456C69}" type="doc">
      <dgm:prSet loTypeId="urn:microsoft.com/office/officeart/2008/layout/VerticalCircleList" loCatId="list" qsTypeId="urn:microsoft.com/office/officeart/2005/8/quickstyle/simple1" qsCatId="simple" csTypeId="urn:microsoft.com/office/officeart/2005/8/colors/colorful3" csCatId="colorful" phldr="1"/>
      <dgm:spPr/>
      <dgm:t>
        <a:bodyPr/>
        <a:lstStyle/>
        <a:p>
          <a:endParaRPr lang="en-US"/>
        </a:p>
      </dgm:t>
    </dgm:pt>
    <dgm:pt modelId="{7BB66C7A-2608-4E03-8707-D0EEEFE85031}">
      <dgm:prSet phldrT="[Text]" custT="1"/>
      <dgm:spPr/>
      <dgm:t>
        <a:bodyPr/>
        <a:lstStyle/>
        <a:p>
          <a:r>
            <a:rPr lang="en-GB" sz="2000" dirty="0"/>
            <a:t>System errors</a:t>
          </a:r>
          <a:endParaRPr lang="en-US" sz="2000" dirty="0"/>
        </a:p>
      </dgm:t>
    </dgm:pt>
    <dgm:pt modelId="{6E46EC28-ACF5-4537-BE0F-E6B5ABD7C937}" type="parTrans" cxnId="{4120288A-7EBC-49AF-812E-CDF7E23CB83D}">
      <dgm:prSet/>
      <dgm:spPr/>
      <dgm:t>
        <a:bodyPr/>
        <a:lstStyle/>
        <a:p>
          <a:endParaRPr lang="en-US"/>
        </a:p>
      </dgm:t>
    </dgm:pt>
    <dgm:pt modelId="{4111852B-F627-43F7-BC24-2E001D52E5E3}" type="sibTrans" cxnId="{4120288A-7EBC-49AF-812E-CDF7E23CB83D}">
      <dgm:prSet/>
      <dgm:spPr/>
      <dgm:t>
        <a:bodyPr/>
        <a:lstStyle/>
        <a:p>
          <a:endParaRPr lang="en-US"/>
        </a:p>
      </dgm:t>
    </dgm:pt>
    <dgm:pt modelId="{0F63F1E6-FE72-4257-AD42-62BD74AA5459}">
      <dgm:prSet phldrT="[Text]" custT="1"/>
      <dgm:spPr/>
      <dgm:t>
        <a:bodyPr/>
        <a:lstStyle/>
        <a:p>
          <a:r>
            <a:rPr lang="en-GB" sz="2000" dirty="0"/>
            <a:t>Omission in original requirements</a:t>
          </a:r>
          <a:endParaRPr lang="en-US" sz="2000" dirty="0"/>
        </a:p>
      </dgm:t>
    </dgm:pt>
    <dgm:pt modelId="{CA0E8246-6926-4F4E-B151-508C5A26E527}" type="parTrans" cxnId="{089C2136-B0E2-412E-B2A8-F680B394521E}">
      <dgm:prSet/>
      <dgm:spPr/>
      <dgm:t>
        <a:bodyPr/>
        <a:lstStyle/>
        <a:p>
          <a:endParaRPr lang="en-US"/>
        </a:p>
      </dgm:t>
    </dgm:pt>
    <dgm:pt modelId="{EE0D2F29-306F-41C1-86EF-44F413C02780}" type="sibTrans" cxnId="{089C2136-B0E2-412E-B2A8-F680B394521E}">
      <dgm:prSet/>
      <dgm:spPr/>
      <dgm:t>
        <a:bodyPr/>
        <a:lstStyle/>
        <a:p>
          <a:endParaRPr lang="en-US"/>
        </a:p>
      </dgm:t>
    </dgm:pt>
    <dgm:pt modelId="{BE07A6F7-0000-47A0-A5E7-2AE060DDCDE1}">
      <dgm:prSet phldrT="[Text]" custT="1"/>
      <dgm:spPr/>
      <dgm:t>
        <a:bodyPr/>
        <a:lstStyle/>
        <a:p>
          <a:r>
            <a:rPr lang="en-GB" sz="2000" dirty="0"/>
            <a:t>Emerging business requirements</a:t>
          </a:r>
          <a:endParaRPr lang="en-US" sz="2000" dirty="0"/>
        </a:p>
      </dgm:t>
    </dgm:pt>
    <dgm:pt modelId="{7B73D7CB-C105-4E25-B3D8-1E82AF9C0E63}" type="parTrans" cxnId="{6043745E-B890-44F3-97E6-05D6A5A3D33F}">
      <dgm:prSet/>
      <dgm:spPr/>
      <dgm:t>
        <a:bodyPr/>
        <a:lstStyle/>
        <a:p>
          <a:endParaRPr lang="en-US"/>
        </a:p>
      </dgm:t>
    </dgm:pt>
    <dgm:pt modelId="{2384DEEA-81FD-4CD8-8931-AB41B505ADEE}" type="sibTrans" cxnId="{6043745E-B890-44F3-97E6-05D6A5A3D33F}">
      <dgm:prSet/>
      <dgm:spPr/>
      <dgm:t>
        <a:bodyPr/>
        <a:lstStyle/>
        <a:p>
          <a:endParaRPr lang="en-US"/>
        </a:p>
      </dgm:t>
    </dgm:pt>
    <dgm:pt modelId="{04486304-A4C2-43EE-9AA4-28F0DE59A4A3}" type="pres">
      <dgm:prSet presAssocID="{93F29F0E-1E2E-4F73-A0B7-C4688D456C69}" presName="Name0" presStyleCnt="0">
        <dgm:presLayoutVars>
          <dgm:dir/>
        </dgm:presLayoutVars>
      </dgm:prSet>
      <dgm:spPr/>
    </dgm:pt>
    <dgm:pt modelId="{18005914-BE24-4B21-B7F0-7207526CC585}" type="pres">
      <dgm:prSet presAssocID="{7BB66C7A-2608-4E03-8707-D0EEEFE85031}" presName="noChildren" presStyleCnt="0"/>
      <dgm:spPr/>
    </dgm:pt>
    <dgm:pt modelId="{D2E1F05F-5611-41EF-9841-825D4B268F22}" type="pres">
      <dgm:prSet presAssocID="{7BB66C7A-2608-4E03-8707-D0EEEFE85031}" presName="gap" presStyleCnt="0"/>
      <dgm:spPr/>
    </dgm:pt>
    <dgm:pt modelId="{773CEA98-2866-4D6B-AC43-D2A5C596EA61}" type="pres">
      <dgm:prSet presAssocID="{7BB66C7A-2608-4E03-8707-D0EEEFE85031}" presName="medCircle2" presStyleLbl="vennNode1" presStyleIdx="0" presStyleCnt="3"/>
      <dgm:spPr/>
    </dgm:pt>
    <dgm:pt modelId="{86847FFB-4E66-40AD-9552-FEAF6865139B}" type="pres">
      <dgm:prSet presAssocID="{7BB66C7A-2608-4E03-8707-D0EEEFE85031}" presName="txLvlOnly1" presStyleLbl="revTx" presStyleIdx="0" presStyleCnt="3"/>
      <dgm:spPr/>
    </dgm:pt>
    <dgm:pt modelId="{B12008F0-77A0-4FCC-A62D-A4778B85D628}" type="pres">
      <dgm:prSet presAssocID="{0F63F1E6-FE72-4257-AD42-62BD74AA5459}" presName="noChildren" presStyleCnt="0"/>
      <dgm:spPr/>
    </dgm:pt>
    <dgm:pt modelId="{3B45E3AC-1D68-4317-87E9-E6B654799F76}" type="pres">
      <dgm:prSet presAssocID="{0F63F1E6-FE72-4257-AD42-62BD74AA5459}" presName="gap" presStyleCnt="0"/>
      <dgm:spPr/>
    </dgm:pt>
    <dgm:pt modelId="{58A2F2F5-65E2-40D7-9021-C86DD07298CE}" type="pres">
      <dgm:prSet presAssocID="{0F63F1E6-FE72-4257-AD42-62BD74AA5459}" presName="medCircle2" presStyleLbl="vennNode1" presStyleIdx="1" presStyleCnt="3"/>
      <dgm:spPr/>
    </dgm:pt>
    <dgm:pt modelId="{D255D41E-CFD9-461F-9DED-AB96C2D92D80}" type="pres">
      <dgm:prSet presAssocID="{0F63F1E6-FE72-4257-AD42-62BD74AA5459}" presName="txLvlOnly1" presStyleLbl="revTx" presStyleIdx="1" presStyleCnt="3"/>
      <dgm:spPr/>
    </dgm:pt>
    <dgm:pt modelId="{32279ADA-035F-476D-9FDC-309832B49EC9}" type="pres">
      <dgm:prSet presAssocID="{BE07A6F7-0000-47A0-A5E7-2AE060DDCDE1}" presName="noChildren" presStyleCnt="0"/>
      <dgm:spPr/>
    </dgm:pt>
    <dgm:pt modelId="{0933FF74-BF6E-4DEA-8ACD-94F464916F65}" type="pres">
      <dgm:prSet presAssocID="{BE07A6F7-0000-47A0-A5E7-2AE060DDCDE1}" presName="gap" presStyleCnt="0"/>
      <dgm:spPr/>
    </dgm:pt>
    <dgm:pt modelId="{A7E187C3-E69D-4277-A23F-FD9DCA6F8600}" type="pres">
      <dgm:prSet presAssocID="{BE07A6F7-0000-47A0-A5E7-2AE060DDCDE1}" presName="medCircle2" presStyleLbl="vennNode1" presStyleIdx="2" presStyleCnt="3"/>
      <dgm:spPr/>
    </dgm:pt>
    <dgm:pt modelId="{0D530C06-8086-431B-AE8A-26A6086120C7}" type="pres">
      <dgm:prSet presAssocID="{BE07A6F7-0000-47A0-A5E7-2AE060DDCDE1}" presName="txLvlOnly1" presStyleLbl="revTx" presStyleIdx="2" presStyleCnt="3"/>
      <dgm:spPr/>
    </dgm:pt>
  </dgm:ptLst>
  <dgm:cxnLst>
    <dgm:cxn modelId="{089C2136-B0E2-412E-B2A8-F680B394521E}" srcId="{93F29F0E-1E2E-4F73-A0B7-C4688D456C69}" destId="{0F63F1E6-FE72-4257-AD42-62BD74AA5459}" srcOrd="1" destOrd="0" parTransId="{CA0E8246-6926-4F4E-B151-508C5A26E527}" sibTransId="{EE0D2F29-306F-41C1-86EF-44F413C02780}"/>
    <dgm:cxn modelId="{6043745E-B890-44F3-97E6-05D6A5A3D33F}" srcId="{93F29F0E-1E2E-4F73-A0B7-C4688D456C69}" destId="{BE07A6F7-0000-47A0-A5E7-2AE060DDCDE1}" srcOrd="2" destOrd="0" parTransId="{7B73D7CB-C105-4E25-B3D8-1E82AF9C0E63}" sibTransId="{2384DEEA-81FD-4CD8-8931-AB41B505ADEE}"/>
    <dgm:cxn modelId="{555C7F60-3793-4263-AA20-E2163B94A4E0}" type="presOf" srcId="{BE07A6F7-0000-47A0-A5E7-2AE060DDCDE1}" destId="{0D530C06-8086-431B-AE8A-26A6086120C7}" srcOrd="0" destOrd="0" presId="urn:microsoft.com/office/officeart/2008/layout/VerticalCircleList"/>
    <dgm:cxn modelId="{4120288A-7EBC-49AF-812E-CDF7E23CB83D}" srcId="{93F29F0E-1E2E-4F73-A0B7-C4688D456C69}" destId="{7BB66C7A-2608-4E03-8707-D0EEEFE85031}" srcOrd="0" destOrd="0" parTransId="{6E46EC28-ACF5-4537-BE0F-E6B5ABD7C937}" sibTransId="{4111852B-F627-43F7-BC24-2E001D52E5E3}"/>
    <dgm:cxn modelId="{A709C3C8-A181-4B84-B719-F07744B2A821}" type="presOf" srcId="{0F63F1E6-FE72-4257-AD42-62BD74AA5459}" destId="{D255D41E-CFD9-461F-9DED-AB96C2D92D80}" srcOrd="0" destOrd="0" presId="urn:microsoft.com/office/officeart/2008/layout/VerticalCircleList"/>
    <dgm:cxn modelId="{78E9B8D7-AF15-4724-9E77-976833DB30BD}" type="presOf" srcId="{7BB66C7A-2608-4E03-8707-D0EEEFE85031}" destId="{86847FFB-4E66-40AD-9552-FEAF6865139B}" srcOrd="0" destOrd="0" presId="urn:microsoft.com/office/officeart/2008/layout/VerticalCircleList"/>
    <dgm:cxn modelId="{57BE9CD9-C40B-4BE6-AF6C-2F70E4FE6184}" type="presOf" srcId="{93F29F0E-1E2E-4F73-A0B7-C4688D456C69}" destId="{04486304-A4C2-43EE-9AA4-28F0DE59A4A3}" srcOrd="0" destOrd="0" presId="urn:microsoft.com/office/officeart/2008/layout/VerticalCircleList"/>
    <dgm:cxn modelId="{AEDAD02B-1C51-4EE8-AA6E-393984FAD985}" type="presParOf" srcId="{04486304-A4C2-43EE-9AA4-28F0DE59A4A3}" destId="{18005914-BE24-4B21-B7F0-7207526CC585}" srcOrd="0" destOrd="0" presId="urn:microsoft.com/office/officeart/2008/layout/VerticalCircleList"/>
    <dgm:cxn modelId="{60E352BC-CECD-4E41-951E-AD67A396D65D}" type="presParOf" srcId="{18005914-BE24-4B21-B7F0-7207526CC585}" destId="{D2E1F05F-5611-41EF-9841-825D4B268F22}" srcOrd="0" destOrd="0" presId="urn:microsoft.com/office/officeart/2008/layout/VerticalCircleList"/>
    <dgm:cxn modelId="{54DE0D61-E66B-42E9-A04F-6AC9E417C51D}" type="presParOf" srcId="{18005914-BE24-4B21-B7F0-7207526CC585}" destId="{773CEA98-2866-4D6B-AC43-D2A5C596EA61}" srcOrd="1" destOrd="0" presId="urn:microsoft.com/office/officeart/2008/layout/VerticalCircleList"/>
    <dgm:cxn modelId="{A4C523E2-8350-4BD8-ABB0-542EE01B3504}" type="presParOf" srcId="{18005914-BE24-4B21-B7F0-7207526CC585}" destId="{86847FFB-4E66-40AD-9552-FEAF6865139B}" srcOrd="2" destOrd="0" presId="urn:microsoft.com/office/officeart/2008/layout/VerticalCircleList"/>
    <dgm:cxn modelId="{80307DF0-B968-42AE-83EB-2CDA4A46E86B}" type="presParOf" srcId="{04486304-A4C2-43EE-9AA4-28F0DE59A4A3}" destId="{B12008F0-77A0-4FCC-A62D-A4778B85D628}" srcOrd="1" destOrd="0" presId="urn:microsoft.com/office/officeart/2008/layout/VerticalCircleList"/>
    <dgm:cxn modelId="{9FF0823E-3136-4938-9C49-86E0470FFE24}" type="presParOf" srcId="{B12008F0-77A0-4FCC-A62D-A4778B85D628}" destId="{3B45E3AC-1D68-4317-87E9-E6B654799F76}" srcOrd="0" destOrd="0" presId="urn:microsoft.com/office/officeart/2008/layout/VerticalCircleList"/>
    <dgm:cxn modelId="{223D4705-F02D-48AE-8F81-F7677CCB2E9A}" type="presParOf" srcId="{B12008F0-77A0-4FCC-A62D-A4778B85D628}" destId="{58A2F2F5-65E2-40D7-9021-C86DD07298CE}" srcOrd="1" destOrd="0" presId="urn:microsoft.com/office/officeart/2008/layout/VerticalCircleList"/>
    <dgm:cxn modelId="{64AD9902-E2CB-4ABD-9AD9-7EAF0B30C882}" type="presParOf" srcId="{B12008F0-77A0-4FCC-A62D-A4778B85D628}" destId="{D255D41E-CFD9-461F-9DED-AB96C2D92D80}" srcOrd="2" destOrd="0" presId="urn:microsoft.com/office/officeart/2008/layout/VerticalCircleList"/>
    <dgm:cxn modelId="{8E3708F4-CFCE-4FD5-AD44-7F2C8AC861AF}" type="presParOf" srcId="{04486304-A4C2-43EE-9AA4-28F0DE59A4A3}" destId="{32279ADA-035F-476D-9FDC-309832B49EC9}" srcOrd="2" destOrd="0" presId="urn:microsoft.com/office/officeart/2008/layout/VerticalCircleList"/>
    <dgm:cxn modelId="{A4B9D276-6FF6-4FAD-BAD1-A1807F0078A9}" type="presParOf" srcId="{32279ADA-035F-476D-9FDC-309832B49EC9}" destId="{0933FF74-BF6E-4DEA-8ACD-94F464916F65}" srcOrd="0" destOrd="0" presId="urn:microsoft.com/office/officeart/2008/layout/VerticalCircleList"/>
    <dgm:cxn modelId="{19EC8B6B-A3CD-4A5D-A0C1-E827D202682F}" type="presParOf" srcId="{32279ADA-035F-476D-9FDC-309832B49EC9}" destId="{A7E187C3-E69D-4277-A23F-FD9DCA6F8600}" srcOrd="1" destOrd="0" presId="urn:microsoft.com/office/officeart/2008/layout/VerticalCircleList"/>
    <dgm:cxn modelId="{2EE3903B-291C-4087-919E-0C97BDB52B07}" type="presParOf" srcId="{32279ADA-035F-476D-9FDC-309832B49EC9}" destId="{0D530C06-8086-431B-AE8A-26A6086120C7}" srcOrd="2" destOrd="0" presId="urn:microsoft.com/office/officeart/2008/layout/Vertical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935F9A4F-1163-4C2E-BFE9-90213D94544F}" type="doc">
      <dgm:prSet loTypeId="urn:microsoft.com/office/officeart/2005/8/layout/bProcess2" loCatId="process" qsTypeId="urn:microsoft.com/office/officeart/2005/8/quickstyle/simple1" qsCatId="simple" csTypeId="urn:microsoft.com/office/officeart/2005/8/colors/colorful1" csCatId="colorful" phldr="1"/>
      <dgm:spPr/>
      <dgm:t>
        <a:bodyPr/>
        <a:lstStyle/>
        <a:p>
          <a:endParaRPr lang="en-US"/>
        </a:p>
      </dgm:t>
    </dgm:pt>
    <dgm:pt modelId="{05E885D9-3AD7-45A3-BD44-18A42D06D83F}">
      <dgm:prSet/>
      <dgm:spPr/>
      <dgm:t>
        <a:bodyPr/>
        <a:lstStyle/>
        <a:p>
          <a:pPr rtl="0"/>
          <a:r>
            <a:rPr lang="en-GB" dirty="0"/>
            <a:t>Requirements evolving</a:t>
          </a:r>
          <a:endParaRPr lang="en-US" dirty="0"/>
        </a:p>
      </dgm:t>
    </dgm:pt>
    <dgm:pt modelId="{35ADF181-FDC5-4B51-9060-70B0A5AEB14B}" type="parTrans" cxnId="{7BA04EF3-CEA0-49E7-A978-E18A00AAC5E9}">
      <dgm:prSet/>
      <dgm:spPr/>
      <dgm:t>
        <a:bodyPr/>
        <a:lstStyle/>
        <a:p>
          <a:endParaRPr lang="en-US"/>
        </a:p>
      </dgm:t>
    </dgm:pt>
    <dgm:pt modelId="{461AE892-C918-4DED-BD17-B27933BAB8EE}" type="sibTrans" cxnId="{7BA04EF3-CEA0-49E7-A978-E18A00AAC5E9}">
      <dgm:prSet/>
      <dgm:spPr/>
      <dgm:t>
        <a:bodyPr/>
        <a:lstStyle/>
        <a:p>
          <a:endParaRPr lang="en-US"/>
        </a:p>
      </dgm:t>
    </dgm:pt>
    <dgm:pt modelId="{FE9E0E07-1EA4-43FC-9E60-5DEA4CAF506D}">
      <dgm:prSet/>
      <dgm:spPr/>
      <dgm:t>
        <a:bodyPr/>
        <a:lstStyle/>
        <a:p>
          <a:pPr rtl="0"/>
          <a:r>
            <a:rPr lang="en-GB" dirty="0"/>
            <a:t>Keep track of individual req.</a:t>
          </a:r>
          <a:endParaRPr lang="en-US" dirty="0"/>
        </a:p>
      </dgm:t>
    </dgm:pt>
    <dgm:pt modelId="{8762D9F3-E1F0-46CB-A556-CC60597E1456}" type="parTrans" cxnId="{F97EC4DC-E90D-4D27-8683-3A4BEDDD8F56}">
      <dgm:prSet/>
      <dgm:spPr/>
      <dgm:t>
        <a:bodyPr/>
        <a:lstStyle/>
        <a:p>
          <a:endParaRPr lang="en-US"/>
        </a:p>
      </dgm:t>
    </dgm:pt>
    <dgm:pt modelId="{023CD46E-21E5-4771-B352-295C15F1E308}" type="sibTrans" cxnId="{F97EC4DC-E90D-4D27-8683-3A4BEDDD8F56}">
      <dgm:prSet/>
      <dgm:spPr/>
      <dgm:t>
        <a:bodyPr/>
        <a:lstStyle/>
        <a:p>
          <a:endParaRPr lang="en-US"/>
        </a:p>
      </dgm:t>
    </dgm:pt>
    <dgm:pt modelId="{63D85B52-0300-4A06-98C3-A8EF8C3124B9}">
      <dgm:prSet/>
      <dgm:spPr/>
      <dgm:t>
        <a:bodyPr/>
        <a:lstStyle/>
        <a:p>
          <a:pPr rtl="0"/>
          <a:r>
            <a:rPr lang="en-GB" dirty="0"/>
            <a:t>Maintain links b/w dependent req. </a:t>
          </a:r>
          <a:endParaRPr lang="en-US" dirty="0"/>
        </a:p>
      </dgm:t>
    </dgm:pt>
    <dgm:pt modelId="{9BE3450E-8542-4875-B320-1121BCFF3F2F}" type="parTrans" cxnId="{9516E2C6-F5CB-4335-8846-8FD4F7EF1E8D}">
      <dgm:prSet/>
      <dgm:spPr/>
      <dgm:t>
        <a:bodyPr/>
        <a:lstStyle/>
        <a:p>
          <a:endParaRPr lang="en-US"/>
        </a:p>
      </dgm:t>
    </dgm:pt>
    <dgm:pt modelId="{765CABFA-B2B0-4034-A655-00F2C509D4AD}" type="sibTrans" cxnId="{9516E2C6-F5CB-4335-8846-8FD4F7EF1E8D}">
      <dgm:prSet/>
      <dgm:spPr/>
      <dgm:t>
        <a:bodyPr/>
        <a:lstStyle/>
        <a:p>
          <a:endParaRPr lang="en-US"/>
        </a:p>
      </dgm:t>
    </dgm:pt>
    <dgm:pt modelId="{E8AE6EF0-8550-4642-91EF-6C2B56A25B16}">
      <dgm:prSet/>
      <dgm:spPr/>
      <dgm:t>
        <a:bodyPr/>
        <a:lstStyle/>
        <a:p>
          <a:pPr rtl="0"/>
          <a:r>
            <a:rPr lang="en-GB" dirty="0"/>
            <a:t>Access the impact</a:t>
          </a:r>
          <a:endParaRPr lang="en-US" dirty="0"/>
        </a:p>
      </dgm:t>
    </dgm:pt>
    <dgm:pt modelId="{E04A0FBA-0C81-445F-BC76-D4695D48BA83}" type="parTrans" cxnId="{7CC198FB-0F9A-445B-885F-8D16C22373D5}">
      <dgm:prSet/>
      <dgm:spPr/>
      <dgm:t>
        <a:bodyPr/>
        <a:lstStyle/>
        <a:p>
          <a:endParaRPr lang="en-US"/>
        </a:p>
      </dgm:t>
    </dgm:pt>
    <dgm:pt modelId="{7D7FEC4D-EC23-458C-8A61-3B641D85E223}" type="sibTrans" cxnId="{7CC198FB-0F9A-445B-885F-8D16C22373D5}">
      <dgm:prSet/>
      <dgm:spPr/>
      <dgm:t>
        <a:bodyPr/>
        <a:lstStyle/>
        <a:p>
          <a:endParaRPr lang="en-US"/>
        </a:p>
      </dgm:t>
    </dgm:pt>
    <dgm:pt modelId="{B6C7AEFB-F9B4-41CA-8EC6-AF4DB5AB4C9B}">
      <dgm:prSet/>
      <dgm:spPr/>
      <dgm:t>
        <a:bodyPr/>
        <a:lstStyle/>
        <a:p>
          <a:pPr rtl="0"/>
          <a:r>
            <a:rPr lang="en-GB" dirty="0"/>
            <a:t>Make change proposal</a:t>
          </a:r>
          <a:endParaRPr lang="en-US" dirty="0"/>
        </a:p>
      </dgm:t>
    </dgm:pt>
    <dgm:pt modelId="{31CE1075-8EDF-4C8B-A22E-BC7CC5D974AE}" type="parTrans" cxnId="{75A28525-2EE0-4297-98BD-153E3B59C28C}">
      <dgm:prSet/>
      <dgm:spPr/>
      <dgm:t>
        <a:bodyPr/>
        <a:lstStyle/>
        <a:p>
          <a:endParaRPr lang="en-US"/>
        </a:p>
      </dgm:t>
    </dgm:pt>
    <dgm:pt modelId="{5FA502AD-4A61-4BF1-BB26-14536B2C0F46}" type="sibTrans" cxnId="{75A28525-2EE0-4297-98BD-153E3B59C28C}">
      <dgm:prSet/>
      <dgm:spPr/>
      <dgm:t>
        <a:bodyPr/>
        <a:lstStyle/>
        <a:p>
          <a:endParaRPr lang="en-US"/>
        </a:p>
      </dgm:t>
    </dgm:pt>
    <dgm:pt modelId="{3512C9BC-07EF-4F1B-8948-FF74C8F45335}">
      <dgm:prSet/>
      <dgm:spPr/>
      <dgm:t>
        <a:bodyPr/>
        <a:lstStyle/>
        <a:p>
          <a:pPr rtl="0"/>
          <a:r>
            <a:rPr lang="en-GB" dirty="0"/>
            <a:t>Link it to system requirements </a:t>
          </a:r>
          <a:endParaRPr lang="en-US" dirty="0"/>
        </a:p>
      </dgm:t>
    </dgm:pt>
    <dgm:pt modelId="{A114B7F8-05AF-46C4-A4A3-AB73110C4C96}" type="parTrans" cxnId="{D0D4EEE9-54E0-47AF-829A-5E62A2C58274}">
      <dgm:prSet/>
      <dgm:spPr/>
      <dgm:t>
        <a:bodyPr/>
        <a:lstStyle/>
        <a:p>
          <a:endParaRPr lang="en-US"/>
        </a:p>
      </dgm:t>
    </dgm:pt>
    <dgm:pt modelId="{9CDC5255-653D-495F-AE1B-82F32DCBB0E4}" type="sibTrans" cxnId="{D0D4EEE9-54E0-47AF-829A-5E62A2C58274}">
      <dgm:prSet/>
      <dgm:spPr/>
      <dgm:t>
        <a:bodyPr/>
        <a:lstStyle/>
        <a:p>
          <a:endParaRPr lang="en-US"/>
        </a:p>
      </dgm:t>
    </dgm:pt>
    <dgm:pt modelId="{7742070E-1E8E-462B-BA51-1D20E20192F3}" type="pres">
      <dgm:prSet presAssocID="{935F9A4F-1163-4C2E-BFE9-90213D94544F}" presName="diagram" presStyleCnt="0">
        <dgm:presLayoutVars>
          <dgm:dir/>
          <dgm:resizeHandles/>
        </dgm:presLayoutVars>
      </dgm:prSet>
      <dgm:spPr/>
    </dgm:pt>
    <dgm:pt modelId="{01023D73-1FD1-4C49-95EB-00AB3C65F842}" type="pres">
      <dgm:prSet presAssocID="{05E885D9-3AD7-45A3-BD44-18A42D06D83F}" presName="firstNode" presStyleLbl="node1" presStyleIdx="0" presStyleCnt="6">
        <dgm:presLayoutVars>
          <dgm:bulletEnabled val="1"/>
        </dgm:presLayoutVars>
      </dgm:prSet>
      <dgm:spPr/>
    </dgm:pt>
    <dgm:pt modelId="{8E81FC92-DABF-4502-8C0B-EC44754738CD}" type="pres">
      <dgm:prSet presAssocID="{461AE892-C918-4DED-BD17-B27933BAB8EE}" presName="sibTrans" presStyleLbl="sibTrans2D1" presStyleIdx="0" presStyleCnt="5"/>
      <dgm:spPr/>
    </dgm:pt>
    <dgm:pt modelId="{360D47D7-9237-4C36-9743-9484B15C33D7}" type="pres">
      <dgm:prSet presAssocID="{FE9E0E07-1EA4-43FC-9E60-5DEA4CAF506D}" presName="middleNode" presStyleCnt="0"/>
      <dgm:spPr/>
    </dgm:pt>
    <dgm:pt modelId="{ABB9E8E8-E22F-4156-8A98-D3E975CEE2B7}" type="pres">
      <dgm:prSet presAssocID="{FE9E0E07-1EA4-43FC-9E60-5DEA4CAF506D}" presName="padding" presStyleLbl="node1" presStyleIdx="0" presStyleCnt="6"/>
      <dgm:spPr/>
    </dgm:pt>
    <dgm:pt modelId="{551C396C-5CE5-48D4-8FF3-BB3AE821B945}" type="pres">
      <dgm:prSet presAssocID="{FE9E0E07-1EA4-43FC-9E60-5DEA4CAF506D}" presName="shape" presStyleLbl="node1" presStyleIdx="1" presStyleCnt="6" custScaleX="122323" custScaleY="111362">
        <dgm:presLayoutVars>
          <dgm:bulletEnabled val="1"/>
        </dgm:presLayoutVars>
      </dgm:prSet>
      <dgm:spPr/>
    </dgm:pt>
    <dgm:pt modelId="{94E10676-875A-4FC2-9351-BA7AAC8843F5}" type="pres">
      <dgm:prSet presAssocID="{023CD46E-21E5-4771-B352-295C15F1E308}" presName="sibTrans" presStyleLbl="sibTrans2D1" presStyleIdx="1" presStyleCnt="5"/>
      <dgm:spPr/>
    </dgm:pt>
    <dgm:pt modelId="{D66E002E-CFF8-48A8-B400-AE1E5E7B6B59}" type="pres">
      <dgm:prSet presAssocID="{63D85B52-0300-4A06-98C3-A8EF8C3124B9}" presName="middleNode" presStyleCnt="0"/>
      <dgm:spPr/>
    </dgm:pt>
    <dgm:pt modelId="{D7C5939C-5BFC-4FB3-A093-F14FD00A82BC}" type="pres">
      <dgm:prSet presAssocID="{63D85B52-0300-4A06-98C3-A8EF8C3124B9}" presName="padding" presStyleLbl="node1" presStyleIdx="1" presStyleCnt="6"/>
      <dgm:spPr/>
    </dgm:pt>
    <dgm:pt modelId="{3B7B258E-DCB2-41FA-A083-B6CD940F6073}" type="pres">
      <dgm:prSet presAssocID="{63D85B52-0300-4A06-98C3-A8EF8C3124B9}" presName="shape" presStyleLbl="node1" presStyleIdx="2" presStyleCnt="6" custScaleX="134612" custScaleY="122580">
        <dgm:presLayoutVars>
          <dgm:bulletEnabled val="1"/>
        </dgm:presLayoutVars>
      </dgm:prSet>
      <dgm:spPr/>
    </dgm:pt>
    <dgm:pt modelId="{CD29EFE2-EFCB-4FDD-ADFD-AD4F4361F46A}" type="pres">
      <dgm:prSet presAssocID="{765CABFA-B2B0-4034-A655-00F2C509D4AD}" presName="sibTrans" presStyleLbl="sibTrans2D1" presStyleIdx="2" presStyleCnt="5"/>
      <dgm:spPr/>
    </dgm:pt>
    <dgm:pt modelId="{285CE938-E0BD-456D-8B59-41EFB6A3B913}" type="pres">
      <dgm:prSet presAssocID="{E8AE6EF0-8550-4642-91EF-6C2B56A25B16}" presName="middleNode" presStyleCnt="0"/>
      <dgm:spPr/>
    </dgm:pt>
    <dgm:pt modelId="{28A96893-C306-4943-87A0-F8E5401D3BD0}" type="pres">
      <dgm:prSet presAssocID="{E8AE6EF0-8550-4642-91EF-6C2B56A25B16}" presName="padding" presStyleLbl="node1" presStyleIdx="2" presStyleCnt="6"/>
      <dgm:spPr/>
    </dgm:pt>
    <dgm:pt modelId="{9B31FE16-F6B8-4D29-814D-93C13E1D3F72}" type="pres">
      <dgm:prSet presAssocID="{E8AE6EF0-8550-4642-91EF-6C2B56A25B16}" presName="shape" presStyleLbl="node1" presStyleIdx="3" presStyleCnt="6">
        <dgm:presLayoutVars>
          <dgm:bulletEnabled val="1"/>
        </dgm:presLayoutVars>
      </dgm:prSet>
      <dgm:spPr/>
    </dgm:pt>
    <dgm:pt modelId="{ABB6122C-7A7C-4143-BAE6-66ADD4F92706}" type="pres">
      <dgm:prSet presAssocID="{7D7FEC4D-EC23-458C-8A61-3B641D85E223}" presName="sibTrans" presStyleLbl="sibTrans2D1" presStyleIdx="3" presStyleCnt="5"/>
      <dgm:spPr/>
    </dgm:pt>
    <dgm:pt modelId="{D142CFA6-96F7-4031-B860-2933F66FC522}" type="pres">
      <dgm:prSet presAssocID="{B6C7AEFB-F9B4-41CA-8EC6-AF4DB5AB4C9B}" presName="middleNode" presStyleCnt="0"/>
      <dgm:spPr/>
    </dgm:pt>
    <dgm:pt modelId="{8B39FD5E-9419-417F-BF77-2335F682053F}" type="pres">
      <dgm:prSet presAssocID="{B6C7AEFB-F9B4-41CA-8EC6-AF4DB5AB4C9B}" presName="padding" presStyleLbl="node1" presStyleIdx="3" presStyleCnt="6"/>
      <dgm:spPr/>
    </dgm:pt>
    <dgm:pt modelId="{238A9D35-15C0-4772-9888-7C76F81F255A}" type="pres">
      <dgm:prSet presAssocID="{B6C7AEFB-F9B4-41CA-8EC6-AF4DB5AB4C9B}" presName="shape" presStyleLbl="node1" presStyleIdx="4" presStyleCnt="6">
        <dgm:presLayoutVars>
          <dgm:bulletEnabled val="1"/>
        </dgm:presLayoutVars>
      </dgm:prSet>
      <dgm:spPr/>
    </dgm:pt>
    <dgm:pt modelId="{B52BA7C4-19E4-45E2-B69F-A017A27DE1AF}" type="pres">
      <dgm:prSet presAssocID="{5FA502AD-4A61-4BF1-BB26-14536B2C0F46}" presName="sibTrans" presStyleLbl="sibTrans2D1" presStyleIdx="4" presStyleCnt="5"/>
      <dgm:spPr/>
    </dgm:pt>
    <dgm:pt modelId="{87D6A720-83D5-4D76-9132-BC2313588618}" type="pres">
      <dgm:prSet presAssocID="{3512C9BC-07EF-4F1B-8948-FF74C8F45335}" presName="lastNode" presStyleLbl="node1" presStyleIdx="5" presStyleCnt="6">
        <dgm:presLayoutVars>
          <dgm:bulletEnabled val="1"/>
        </dgm:presLayoutVars>
      </dgm:prSet>
      <dgm:spPr/>
    </dgm:pt>
  </dgm:ptLst>
  <dgm:cxnLst>
    <dgm:cxn modelId="{4CA9A007-64F1-423C-B4D8-F16921859923}" type="presOf" srcId="{935F9A4F-1163-4C2E-BFE9-90213D94544F}" destId="{7742070E-1E8E-462B-BA51-1D20E20192F3}" srcOrd="0" destOrd="0" presId="urn:microsoft.com/office/officeart/2005/8/layout/bProcess2"/>
    <dgm:cxn modelId="{C22AFB10-8814-466C-BB4C-703E4A1BADE0}" type="presOf" srcId="{7D7FEC4D-EC23-458C-8A61-3B641D85E223}" destId="{ABB6122C-7A7C-4143-BAE6-66ADD4F92706}" srcOrd="0" destOrd="0" presId="urn:microsoft.com/office/officeart/2005/8/layout/bProcess2"/>
    <dgm:cxn modelId="{75A28525-2EE0-4297-98BD-153E3B59C28C}" srcId="{935F9A4F-1163-4C2E-BFE9-90213D94544F}" destId="{B6C7AEFB-F9B4-41CA-8EC6-AF4DB5AB4C9B}" srcOrd="4" destOrd="0" parTransId="{31CE1075-8EDF-4C8B-A22E-BC7CC5D974AE}" sibTransId="{5FA502AD-4A61-4BF1-BB26-14536B2C0F46}"/>
    <dgm:cxn modelId="{51DF4029-326A-48B1-B3F6-BF7217198F7C}" type="presOf" srcId="{461AE892-C918-4DED-BD17-B27933BAB8EE}" destId="{8E81FC92-DABF-4502-8C0B-EC44754738CD}" srcOrd="0" destOrd="0" presId="urn:microsoft.com/office/officeart/2005/8/layout/bProcess2"/>
    <dgm:cxn modelId="{ACD6E048-732D-40DC-B8FC-FBEB4794A258}" type="presOf" srcId="{63D85B52-0300-4A06-98C3-A8EF8C3124B9}" destId="{3B7B258E-DCB2-41FA-A083-B6CD940F6073}" srcOrd="0" destOrd="0" presId="urn:microsoft.com/office/officeart/2005/8/layout/bProcess2"/>
    <dgm:cxn modelId="{5C379975-C08A-443D-B4D9-F39289A3DFAC}" type="presOf" srcId="{3512C9BC-07EF-4F1B-8948-FF74C8F45335}" destId="{87D6A720-83D5-4D76-9132-BC2313588618}" srcOrd="0" destOrd="0" presId="urn:microsoft.com/office/officeart/2005/8/layout/bProcess2"/>
    <dgm:cxn modelId="{08068F8D-907E-4915-BA0D-86188F2AB246}" type="presOf" srcId="{5FA502AD-4A61-4BF1-BB26-14536B2C0F46}" destId="{B52BA7C4-19E4-45E2-B69F-A017A27DE1AF}" srcOrd="0" destOrd="0" presId="urn:microsoft.com/office/officeart/2005/8/layout/bProcess2"/>
    <dgm:cxn modelId="{4C5021A8-AE99-4DA3-90DB-C746B3B287F2}" type="presOf" srcId="{FE9E0E07-1EA4-43FC-9E60-5DEA4CAF506D}" destId="{551C396C-5CE5-48D4-8FF3-BB3AE821B945}" srcOrd="0" destOrd="0" presId="urn:microsoft.com/office/officeart/2005/8/layout/bProcess2"/>
    <dgm:cxn modelId="{007063B8-BE7D-4F20-B1FB-BFDD5A6B37F8}" type="presOf" srcId="{B6C7AEFB-F9B4-41CA-8EC6-AF4DB5AB4C9B}" destId="{238A9D35-15C0-4772-9888-7C76F81F255A}" srcOrd="0" destOrd="0" presId="urn:microsoft.com/office/officeart/2005/8/layout/bProcess2"/>
    <dgm:cxn modelId="{9516E2C6-F5CB-4335-8846-8FD4F7EF1E8D}" srcId="{935F9A4F-1163-4C2E-BFE9-90213D94544F}" destId="{63D85B52-0300-4A06-98C3-A8EF8C3124B9}" srcOrd="2" destOrd="0" parTransId="{9BE3450E-8542-4875-B320-1121BCFF3F2F}" sibTransId="{765CABFA-B2B0-4034-A655-00F2C509D4AD}"/>
    <dgm:cxn modelId="{26BC14D3-6697-4340-9D72-ADFDC9463A72}" type="presOf" srcId="{765CABFA-B2B0-4034-A655-00F2C509D4AD}" destId="{CD29EFE2-EFCB-4FDD-ADFD-AD4F4361F46A}" srcOrd="0" destOrd="0" presId="urn:microsoft.com/office/officeart/2005/8/layout/bProcess2"/>
    <dgm:cxn modelId="{1DE8B9D3-BD11-4EB6-82C4-C11ADAC393AB}" type="presOf" srcId="{05E885D9-3AD7-45A3-BD44-18A42D06D83F}" destId="{01023D73-1FD1-4C49-95EB-00AB3C65F842}" srcOrd="0" destOrd="0" presId="urn:microsoft.com/office/officeart/2005/8/layout/bProcess2"/>
    <dgm:cxn modelId="{EA98C9D9-898B-4222-A8C5-364154DFA934}" type="presOf" srcId="{023CD46E-21E5-4771-B352-295C15F1E308}" destId="{94E10676-875A-4FC2-9351-BA7AAC8843F5}" srcOrd="0" destOrd="0" presId="urn:microsoft.com/office/officeart/2005/8/layout/bProcess2"/>
    <dgm:cxn modelId="{F97EC4DC-E90D-4D27-8683-3A4BEDDD8F56}" srcId="{935F9A4F-1163-4C2E-BFE9-90213D94544F}" destId="{FE9E0E07-1EA4-43FC-9E60-5DEA4CAF506D}" srcOrd="1" destOrd="0" parTransId="{8762D9F3-E1F0-46CB-A556-CC60597E1456}" sibTransId="{023CD46E-21E5-4771-B352-295C15F1E308}"/>
    <dgm:cxn modelId="{1041A5E1-BEF1-40E3-AAEC-146FDD727709}" type="presOf" srcId="{E8AE6EF0-8550-4642-91EF-6C2B56A25B16}" destId="{9B31FE16-F6B8-4D29-814D-93C13E1D3F72}" srcOrd="0" destOrd="0" presId="urn:microsoft.com/office/officeart/2005/8/layout/bProcess2"/>
    <dgm:cxn modelId="{D0D4EEE9-54E0-47AF-829A-5E62A2C58274}" srcId="{935F9A4F-1163-4C2E-BFE9-90213D94544F}" destId="{3512C9BC-07EF-4F1B-8948-FF74C8F45335}" srcOrd="5" destOrd="0" parTransId="{A114B7F8-05AF-46C4-A4A3-AB73110C4C96}" sibTransId="{9CDC5255-653D-495F-AE1B-82F32DCBB0E4}"/>
    <dgm:cxn modelId="{7BA04EF3-CEA0-49E7-A978-E18A00AAC5E9}" srcId="{935F9A4F-1163-4C2E-BFE9-90213D94544F}" destId="{05E885D9-3AD7-45A3-BD44-18A42D06D83F}" srcOrd="0" destOrd="0" parTransId="{35ADF181-FDC5-4B51-9060-70B0A5AEB14B}" sibTransId="{461AE892-C918-4DED-BD17-B27933BAB8EE}"/>
    <dgm:cxn modelId="{7CC198FB-0F9A-445B-885F-8D16C22373D5}" srcId="{935F9A4F-1163-4C2E-BFE9-90213D94544F}" destId="{E8AE6EF0-8550-4642-91EF-6C2B56A25B16}" srcOrd="3" destOrd="0" parTransId="{E04A0FBA-0C81-445F-BC76-D4695D48BA83}" sibTransId="{7D7FEC4D-EC23-458C-8A61-3B641D85E223}"/>
    <dgm:cxn modelId="{0832B5B2-13D6-45CE-9FDF-0942DD68D01E}" type="presParOf" srcId="{7742070E-1E8E-462B-BA51-1D20E20192F3}" destId="{01023D73-1FD1-4C49-95EB-00AB3C65F842}" srcOrd="0" destOrd="0" presId="urn:microsoft.com/office/officeart/2005/8/layout/bProcess2"/>
    <dgm:cxn modelId="{CE7B0BE0-D20A-4F99-90BC-3B24F0019D08}" type="presParOf" srcId="{7742070E-1E8E-462B-BA51-1D20E20192F3}" destId="{8E81FC92-DABF-4502-8C0B-EC44754738CD}" srcOrd="1" destOrd="0" presId="urn:microsoft.com/office/officeart/2005/8/layout/bProcess2"/>
    <dgm:cxn modelId="{7DD3FA76-9C44-41C6-AE07-F52BE88F189B}" type="presParOf" srcId="{7742070E-1E8E-462B-BA51-1D20E20192F3}" destId="{360D47D7-9237-4C36-9743-9484B15C33D7}" srcOrd="2" destOrd="0" presId="urn:microsoft.com/office/officeart/2005/8/layout/bProcess2"/>
    <dgm:cxn modelId="{7D86B736-4686-45E2-BD76-9187BE92E97F}" type="presParOf" srcId="{360D47D7-9237-4C36-9743-9484B15C33D7}" destId="{ABB9E8E8-E22F-4156-8A98-D3E975CEE2B7}" srcOrd="0" destOrd="0" presId="urn:microsoft.com/office/officeart/2005/8/layout/bProcess2"/>
    <dgm:cxn modelId="{8F0EF6D6-88B0-4851-8540-7A648D6A7F1B}" type="presParOf" srcId="{360D47D7-9237-4C36-9743-9484B15C33D7}" destId="{551C396C-5CE5-48D4-8FF3-BB3AE821B945}" srcOrd="1" destOrd="0" presId="urn:microsoft.com/office/officeart/2005/8/layout/bProcess2"/>
    <dgm:cxn modelId="{1FE288B8-C519-4B69-A201-47105062E48A}" type="presParOf" srcId="{7742070E-1E8E-462B-BA51-1D20E20192F3}" destId="{94E10676-875A-4FC2-9351-BA7AAC8843F5}" srcOrd="3" destOrd="0" presId="urn:microsoft.com/office/officeart/2005/8/layout/bProcess2"/>
    <dgm:cxn modelId="{1A14A76F-2F6A-4377-9B08-6093A7FF94B0}" type="presParOf" srcId="{7742070E-1E8E-462B-BA51-1D20E20192F3}" destId="{D66E002E-CFF8-48A8-B400-AE1E5E7B6B59}" srcOrd="4" destOrd="0" presId="urn:microsoft.com/office/officeart/2005/8/layout/bProcess2"/>
    <dgm:cxn modelId="{0CC66F46-9B3F-4A8F-93EA-3015FA94DB22}" type="presParOf" srcId="{D66E002E-CFF8-48A8-B400-AE1E5E7B6B59}" destId="{D7C5939C-5BFC-4FB3-A093-F14FD00A82BC}" srcOrd="0" destOrd="0" presId="urn:microsoft.com/office/officeart/2005/8/layout/bProcess2"/>
    <dgm:cxn modelId="{C9EB16EE-875E-4C46-9763-92C66A0BAD74}" type="presParOf" srcId="{D66E002E-CFF8-48A8-B400-AE1E5E7B6B59}" destId="{3B7B258E-DCB2-41FA-A083-B6CD940F6073}" srcOrd="1" destOrd="0" presId="urn:microsoft.com/office/officeart/2005/8/layout/bProcess2"/>
    <dgm:cxn modelId="{8A48341D-E5D1-4534-A4BF-05DBA02626FF}" type="presParOf" srcId="{7742070E-1E8E-462B-BA51-1D20E20192F3}" destId="{CD29EFE2-EFCB-4FDD-ADFD-AD4F4361F46A}" srcOrd="5" destOrd="0" presId="urn:microsoft.com/office/officeart/2005/8/layout/bProcess2"/>
    <dgm:cxn modelId="{C025DA77-04D4-4545-A359-5E0E155F343E}" type="presParOf" srcId="{7742070E-1E8E-462B-BA51-1D20E20192F3}" destId="{285CE938-E0BD-456D-8B59-41EFB6A3B913}" srcOrd="6" destOrd="0" presId="urn:microsoft.com/office/officeart/2005/8/layout/bProcess2"/>
    <dgm:cxn modelId="{D2334285-3FBF-4C6F-BD4B-DDA87C80AA97}" type="presParOf" srcId="{285CE938-E0BD-456D-8B59-41EFB6A3B913}" destId="{28A96893-C306-4943-87A0-F8E5401D3BD0}" srcOrd="0" destOrd="0" presId="urn:microsoft.com/office/officeart/2005/8/layout/bProcess2"/>
    <dgm:cxn modelId="{A247C223-F1F8-464F-9199-47792244B4E4}" type="presParOf" srcId="{285CE938-E0BD-456D-8B59-41EFB6A3B913}" destId="{9B31FE16-F6B8-4D29-814D-93C13E1D3F72}" srcOrd="1" destOrd="0" presId="urn:microsoft.com/office/officeart/2005/8/layout/bProcess2"/>
    <dgm:cxn modelId="{CCF98567-0D9C-4F02-8C01-C55E76E5BEF6}" type="presParOf" srcId="{7742070E-1E8E-462B-BA51-1D20E20192F3}" destId="{ABB6122C-7A7C-4143-BAE6-66ADD4F92706}" srcOrd="7" destOrd="0" presId="urn:microsoft.com/office/officeart/2005/8/layout/bProcess2"/>
    <dgm:cxn modelId="{9D2A20E1-7B95-480F-A367-92C17921C9F2}" type="presParOf" srcId="{7742070E-1E8E-462B-BA51-1D20E20192F3}" destId="{D142CFA6-96F7-4031-B860-2933F66FC522}" srcOrd="8" destOrd="0" presId="urn:microsoft.com/office/officeart/2005/8/layout/bProcess2"/>
    <dgm:cxn modelId="{6A4EC2F5-1C47-4D73-8A59-B44CBDADEFEC}" type="presParOf" srcId="{D142CFA6-96F7-4031-B860-2933F66FC522}" destId="{8B39FD5E-9419-417F-BF77-2335F682053F}" srcOrd="0" destOrd="0" presId="urn:microsoft.com/office/officeart/2005/8/layout/bProcess2"/>
    <dgm:cxn modelId="{C0657701-6F1A-4FA7-9312-A1C0870E64B9}" type="presParOf" srcId="{D142CFA6-96F7-4031-B860-2933F66FC522}" destId="{238A9D35-15C0-4772-9888-7C76F81F255A}" srcOrd="1" destOrd="0" presId="urn:microsoft.com/office/officeart/2005/8/layout/bProcess2"/>
    <dgm:cxn modelId="{6CA9B6DB-97FE-46E7-8477-423D0DCC2624}" type="presParOf" srcId="{7742070E-1E8E-462B-BA51-1D20E20192F3}" destId="{B52BA7C4-19E4-45E2-B69F-A017A27DE1AF}" srcOrd="9" destOrd="0" presId="urn:microsoft.com/office/officeart/2005/8/layout/bProcess2"/>
    <dgm:cxn modelId="{60E128BB-068E-4D25-BAC3-E0FC0B91F8D1}" type="presParOf" srcId="{7742070E-1E8E-462B-BA51-1D20E20192F3}" destId="{87D6A720-83D5-4D76-9132-BC2313588618}" srcOrd="10" destOrd="0" presId="urn:microsoft.com/office/officeart/2005/8/layout/b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777CFBB-3986-47B6-A8C7-4091DF0CAF42}"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152EF4AD-5D2A-435A-B75D-D6FCB181F339}">
      <dgm:prSet/>
      <dgm:spPr/>
      <dgm:t>
        <a:bodyPr/>
        <a:lstStyle/>
        <a:p>
          <a:pPr rtl="0"/>
          <a:r>
            <a:rPr lang="en-US" i="1" dirty="0"/>
            <a:t>Problem analysis and change specification</a:t>
          </a:r>
          <a:r>
            <a:rPr lang="en-US" dirty="0"/>
            <a:t> </a:t>
          </a:r>
        </a:p>
      </dgm:t>
    </dgm:pt>
    <dgm:pt modelId="{2C834D3D-4171-400A-8CC0-D09EC6B9DB4E}" type="parTrans" cxnId="{CC430FD8-DE10-407A-9093-EAAE4F91A2E3}">
      <dgm:prSet/>
      <dgm:spPr/>
      <dgm:t>
        <a:bodyPr/>
        <a:lstStyle/>
        <a:p>
          <a:endParaRPr lang="en-US"/>
        </a:p>
      </dgm:t>
    </dgm:pt>
    <dgm:pt modelId="{F42A3E91-F124-4CFB-BFFE-6566FB379A06}" type="sibTrans" cxnId="{CC430FD8-DE10-407A-9093-EAAE4F91A2E3}">
      <dgm:prSet/>
      <dgm:spPr/>
      <dgm:t>
        <a:bodyPr/>
        <a:lstStyle/>
        <a:p>
          <a:endParaRPr lang="en-US"/>
        </a:p>
      </dgm:t>
    </dgm:pt>
    <dgm:pt modelId="{83C57827-6329-4C6A-83F4-7E99877FA208}">
      <dgm:prSet/>
      <dgm:spPr/>
      <dgm:t>
        <a:bodyPr/>
        <a:lstStyle/>
        <a:p>
          <a:pPr algn="just" rtl="0"/>
          <a:r>
            <a:rPr lang="en-US" dirty="0"/>
            <a:t>check validity of change proposal</a:t>
          </a:r>
        </a:p>
      </dgm:t>
    </dgm:pt>
    <dgm:pt modelId="{8395DF07-D077-452D-A4B7-C38856A5483B}" type="parTrans" cxnId="{A8FA06B1-DA0B-450D-8723-1126C342463F}">
      <dgm:prSet/>
      <dgm:spPr/>
      <dgm:t>
        <a:bodyPr/>
        <a:lstStyle/>
        <a:p>
          <a:endParaRPr lang="en-US"/>
        </a:p>
      </dgm:t>
    </dgm:pt>
    <dgm:pt modelId="{8F0D1DC7-D447-4239-AB36-4C8E71B9EA9C}" type="sibTrans" cxnId="{A8FA06B1-DA0B-450D-8723-1126C342463F}">
      <dgm:prSet/>
      <dgm:spPr/>
      <dgm:t>
        <a:bodyPr/>
        <a:lstStyle/>
        <a:p>
          <a:endParaRPr lang="en-US"/>
        </a:p>
      </dgm:t>
    </dgm:pt>
    <dgm:pt modelId="{147EC455-12A3-4484-8BBC-6377C34646DA}">
      <dgm:prSet/>
      <dgm:spPr/>
      <dgm:t>
        <a:bodyPr/>
        <a:lstStyle/>
        <a:p>
          <a:pPr rtl="0"/>
          <a:r>
            <a:rPr lang="en-US" i="1" dirty="0"/>
            <a:t>Change analysis and costing</a:t>
          </a:r>
          <a:r>
            <a:rPr lang="en-US" dirty="0"/>
            <a:t> </a:t>
          </a:r>
        </a:p>
      </dgm:t>
    </dgm:pt>
    <dgm:pt modelId="{CA7AB021-731E-4DB4-8B76-04130F88117B}" type="parTrans" cxnId="{124394C6-C6FD-42ED-821A-30F49AA77E01}">
      <dgm:prSet/>
      <dgm:spPr/>
      <dgm:t>
        <a:bodyPr/>
        <a:lstStyle/>
        <a:p>
          <a:endParaRPr lang="en-US"/>
        </a:p>
      </dgm:t>
    </dgm:pt>
    <dgm:pt modelId="{8595F495-BD10-4603-B326-91D30455AA57}" type="sibTrans" cxnId="{124394C6-C6FD-42ED-821A-30F49AA77E01}">
      <dgm:prSet/>
      <dgm:spPr/>
      <dgm:t>
        <a:bodyPr/>
        <a:lstStyle/>
        <a:p>
          <a:endParaRPr lang="en-US"/>
        </a:p>
      </dgm:t>
    </dgm:pt>
    <dgm:pt modelId="{3A444DEF-2EC2-456F-B344-15404BC1AE83}">
      <dgm:prSet/>
      <dgm:spPr/>
      <dgm:t>
        <a:bodyPr/>
        <a:lstStyle/>
        <a:p>
          <a:pPr rtl="0"/>
          <a:r>
            <a:rPr lang="en-US" dirty="0"/>
            <a:t>The effect of the proposed change is assessed using traceability information and general knowledge of the system requirements. </a:t>
          </a:r>
        </a:p>
      </dgm:t>
    </dgm:pt>
    <dgm:pt modelId="{CA0C097E-1E85-45F4-A395-18C729F69BE4}" type="parTrans" cxnId="{24F94B50-48F7-4416-AD2F-7D078B632865}">
      <dgm:prSet/>
      <dgm:spPr/>
      <dgm:t>
        <a:bodyPr/>
        <a:lstStyle/>
        <a:p>
          <a:endParaRPr lang="en-US"/>
        </a:p>
      </dgm:t>
    </dgm:pt>
    <dgm:pt modelId="{D5145C98-6FF8-4FDE-B42C-01A10F8C7CA7}" type="sibTrans" cxnId="{24F94B50-48F7-4416-AD2F-7D078B632865}">
      <dgm:prSet/>
      <dgm:spPr/>
      <dgm:t>
        <a:bodyPr/>
        <a:lstStyle/>
        <a:p>
          <a:endParaRPr lang="en-US"/>
        </a:p>
      </dgm:t>
    </dgm:pt>
    <dgm:pt modelId="{00B3E269-E16A-41A7-B28F-D3F45B4EC462}">
      <dgm:prSet/>
      <dgm:spPr/>
      <dgm:t>
        <a:bodyPr/>
        <a:lstStyle/>
        <a:p>
          <a:pPr rtl="0"/>
          <a:r>
            <a:rPr lang="en-US" dirty="0"/>
            <a:t>Change implementation </a:t>
          </a:r>
        </a:p>
      </dgm:t>
    </dgm:pt>
    <dgm:pt modelId="{E519E9F7-1D0A-4B91-8A35-903FB6F78FA4}" type="parTrans" cxnId="{9A510DE7-88FF-4436-B2D9-B022C2E8049B}">
      <dgm:prSet/>
      <dgm:spPr/>
      <dgm:t>
        <a:bodyPr/>
        <a:lstStyle/>
        <a:p>
          <a:endParaRPr lang="en-US"/>
        </a:p>
      </dgm:t>
    </dgm:pt>
    <dgm:pt modelId="{C68D3613-8D3E-4784-B908-CA67B8DDB91F}" type="sibTrans" cxnId="{9A510DE7-88FF-4436-B2D9-B022C2E8049B}">
      <dgm:prSet/>
      <dgm:spPr/>
      <dgm:t>
        <a:bodyPr/>
        <a:lstStyle/>
        <a:p>
          <a:endParaRPr lang="en-US"/>
        </a:p>
      </dgm:t>
    </dgm:pt>
    <dgm:pt modelId="{EAE6DC26-D33D-4D00-AB34-925FCABDB7BF}">
      <dgm:prSet/>
      <dgm:spPr/>
      <dgm:t>
        <a:bodyPr/>
        <a:lstStyle/>
        <a:p>
          <a:pPr rtl="0"/>
          <a:r>
            <a:rPr lang="en-US" dirty="0"/>
            <a:t>The document should be organized so that changes can be easily implemented. Like modular documentation should be done to cater changes.</a:t>
          </a:r>
        </a:p>
      </dgm:t>
    </dgm:pt>
    <dgm:pt modelId="{E0C43583-45DC-4218-A880-7B68B391E642}" type="parTrans" cxnId="{26F76102-1AD4-41D4-B626-48A99594D602}">
      <dgm:prSet/>
      <dgm:spPr/>
      <dgm:t>
        <a:bodyPr/>
        <a:lstStyle/>
        <a:p>
          <a:endParaRPr lang="en-US"/>
        </a:p>
      </dgm:t>
    </dgm:pt>
    <dgm:pt modelId="{B92C9F2B-6CCF-4539-AF30-24BDFEB004C4}" type="sibTrans" cxnId="{26F76102-1AD4-41D4-B626-48A99594D602}">
      <dgm:prSet/>
      <dgm:spPr/>
      <dgm:t>
        <a:bodyPr/>
        <a:lstStyle/>
        <a:p>
          <a:endParaRPr lang="en-US"/>
        </a:p>
      </dgm:t>
    </dgm:pt>
    <dgm:pt modelId="{EA6209FC-BF8D-4CE7-AA22-F1A87C2B0E16}">
      <dgm:prSet/>
      <dgm:spPr/>
      <dgm:t>
        <a:bodyPr/>
        <a:lstStyle/>
        <a:p>
          <a:pPr algn="just" rtl="0"/>
          <a:r>
            <a:rPr lang="en-US" dirty="0"/>
            <a:t>pass on to change requestor</a:t>
          </a:r>
        </a:p>
      </dgm:t>
    </dgm:pt>
    <dgm:pt modelId="{EBA12685-AF85-4364-B6A8-9CE63872633C}" type="parTrans" cxnId="{A649E9F1-AB9D-45E2-8295-A3B73BBAA510}">
      <dgm:prSet/>
      <dgm:spPr/>
      <dgm:t>
        <a:bodyPr/>
        <a:lstStyle/>
        <a:p>
          <a:endParaRPr lang="en-US"/>
        </a:p>
      </dgm:t>
    </dgm:pt>
    <dgm:pt modelId="{F1007D89-58ED-4B09-B9B9-01F7C94174F7}" type="sibTrans" cxnId="{A649E9F1-AB9D-45E2-8295-A3B73BBAA510}">
      <dgm:prSet/>
      <dgm:spPr/>
      <dgm:t>
        <a:bodyPr/>
        <a:lstStyle/>
        <a:p>
          <a:endParaRPr lang="en-US"/>
        </a:p>
      </dgm:t>
    </dgm:pt>
    <dgm:pt modelId="{CEE1D56A-3CB5-4084-A632-68A6E086D9C3}">
      <dgm:prSet/>
      <dgm:spPr/>
      <dgm:t>
        <a:bodyPr/>
        <a:lstStyle/>
        <a:p>
          <a:pPr algn="just" rtl="0"/>
          <a:r>
            <a:rPr lang="en-US" dirty="0"/>
            <a:t>who will either suggest a better specific requirements change proposal  or withdraw the request.</a:t>
          </a:r>
        </a:p>
      </dgm:t>
    </dgm:pt>
    <dgm:pt modelId="{974C762A-B97C-40D7-BE15-261B834BC286}" type="parTrans" cxnId="{74695D63-9B31-41B0-B659-C4888AB3E39B}">
      <dgm:prSet/>
      <dgm:spPr/>
      <dgm:t>
        <a:bodyPr/>
        <a:lstStyle/>
        <a:p>
          <a:endParaRPr lang="en-US"/>
        </a:p>
      </dgm:t>
    </dgm:pt>
    <dgm:pt modelId="{E95FB3CE-811B-448D-A440-5722CDB354AD}" type="sibTrans" cxnId="{74695D63-9B31-41B0-B659-C4888AB3E39B}">
      <dgm:prSet/>
      <dgm:spPr/>
      <dgm:t>
        <a:bodyPr/>
        <a:lstStyle/>
        <a:p>
          <a:endParaRPr lang="en-US"/>
        </a:p>
      </dgm:t>
    </dgm:pt>
    <dgm:pt modelId="{3F0DC22F-18DA-45D9-8177-29DD1D65F4F1}">
      <dgm:prSet/>
      <dgm:spPr/>
      <dgm:t>
        <a:bodyPr/>
        <a:lstStyle/>
        <a:p>
          <a:pPr rtl="0"/>
          <a:r>
            <a:rPr lang="en-US" dirty="0"/>
            <a:t>After analysis, proceed/not to proceed with the requirements change is decided.</a:t>
          </a:r>
        </a:p>
      </dgm:t>
    </dgm:pt>
    <dgm:pt modelId="{454FBA3B-F45E-406C-86F3-538E9DEE7257}" type="parTrans" cxnId="{F1BEF784-416B-4075-BBE8-89B63F479B2E}">
      <dgm:prSet/>
      <dgm:spPr/>
      <dgm:t>
        <a:bodyPr/>
        <a:lstStyle/>
        <a:p>
          <a:endParaRPr lang="en-US"/>
        </a:p>
      </dgm:t>
    </dgm:pt>
    <dgm:pt modelId="{7441FC40-E8F0-4776-9B35-24174F930314}" type="sibTrans" cxnId="{F1BEF784-416B-4075-BBE8-89B63F479B2E}">
      <dgm:prSet/>
      <dgm:spPr/>
      <dgm:t>
        <a:bodyPr/>
        <a:lstStyle/>
        <a:p>
          <a:endParaRPr lang="en-US"/>
        </a:p>
      </dgm:t>
    </dgm:pt>
    <dgm:pt modelId="{D9C80998-B726-474B-9A8D-C2A508A912C9}" type="pres">
      <dgm:prSet presAssocID="{A777CFBB-3986-47B6-A8C7-4091DF0CAF42}" presName="linear" presStyleCnt="0">
        <dgm:presLayoutVars>
          <dgm:animLvl val="lvl"/>
          <dgm:resizeHandles val="exact"/>
        </dgm:presLayoutVars>
      </dgm:prSet>
      <dgm:spPr/>
    </dgm:pt>
    <dgm:pt modelId="{57A8BC14-2C9D-48D5-A638-3E984874D042}" type="pres">
      <dgm:prSet presAssocID="{152EF4AD-5D2A-435A-B75D-D6FCB181F339}" presName="parentText" presStyleLbl="node1" presStyleIdx="0" presStyleCnt="3">
        <dgm:presLayoutVars>
          <dgm:chMax val="0"/>
          <dgm:bulletEnabled val="1"/>
        </dgm:presLayoutVars>
      </dgm:prSet>
      <dgm:spPr/>
    </dgm:pt>
    <dgm:pt modelId="{EC8763CE-B328-4455-9CA2-BA7695D2B3C8}" type="pres">
      <dgm:prSet presAssocID="{152EF4AD-5D2A-435A-B75D-D6FCB181F339}" presName="childText" presStyleLbl="revTx" presStyleIdx="0" presStyleCnt="3">
        <dgm:presLayoutVars>
          <dgm:bulletEnabled val="1"/>
        </dgm:presLayoutVars>
      </dgm:prSet>
      <dgm:spPr/>
    </dgm:pt>
    <dgm:pt modelId="{AF992F85-F4A6-497E-909A-4A06DC211B3C}" type="pres">
      <dgm:prSet presAssocID="{147EC455-12A3-4484-8BBC-6377C34646DA}" presName="parentText" presStyleLbl="node1" presStyleIdx="1" presStyleCnt="3">
        <dgm:presLayoutVars>
          <dgm:chMax val="0"/>
          <dgm:bulletEnabled val="1"/>
        </dgm:presLayoutVars>
      </dgm:prSet>
      <dgm:spPr/>
    </dgm:pt>
    <dgm:pt modelId="{E1049F54-8E4A-4A94-9A7C-7AFB0D72A9CC}" type="pres">
      <dgm:prSet presAssocID="{147EC455-12A3-4484-8BBC-6377C34646DA}" presName="childText" presStyleLbl="revTx" presStyleIdx="1" presStyleCnt="3">
        <dgm:presLayoutVars>
          <dgm:bulletEnabled val="1"/>
        </dgm:presLayoutVars>
      </dgm:prSet>
      <dgm:spPr/>
    </dgm:pt>
    <dgm:pt modelId="{37F3B09E-429E-4B44-9106-C8C0FDDE095C}" type="pres">
      <dgm:prSet presAssocID="{00B3E269-E16A-41A7-B28F-D3F45B4EC462}" presName="parentText" presStyleLbl="node1" presStyleIdx="2" presStyleCnt="3">
        <dgm:presLayoutVars>
          <dgm:chMax val="0"/>
          <dgm:bulletEnabled val="1"/>
        </dgm:presLayoutVars>
      </dgm:prSet>
      <dgm:spPr/>
    </dgm:pt>
    <dgm:pt modelId="{11DC1C60-9095-4105-A660-1F16B9363F67}" type="pres">
      <dgm:prSet presAssocID="{00B3E269-E16A-41A7-B28F-D3F45B4EC462}" presName="childText" presStyleLbl="revTx" presStyleIdx="2" presStyleCnt="3">
        <dgm:presLayoutVars>
          <dgm:bulletEnabled val="1"/>
        </dgm:presLayoutVars>
      </dgm:prSet>
      <dgm:spPr/>
    </dgm:pt>
  </dgm:ptLst>
  <dgm:cxnLst>
    <dgm:cxn modelId="{26F76102-1AD4-41D4-B626-48A99594D602}" srcId="{00B3E269-E16A-41A7-B28F-D3F45B4EC462}" destId="{EAE6DC26-D33D-4D00-AB34-925FCABDB7BF}" srcOrd="0" destOrd="0" parTransId="{E0C43583-45DC-4218-A880-7B68B391E642}" sibTransId="{B92C9F2B-6CCF-4539-AF30-24BDFEB004C4}"/>
    <dgm:cxn modelId="{6E94B30B-4D12-40D6-AA0D-2239DAEA8C81}" type="presOf" srcId="{00B3E269-E16A-41A7-B28F-D3F45B4EC462}" destId="{37F3B09E-429E-4B44-9106-C8C0FDDE095C}" srcOrd="0" destOrd="0" presId="urn:microsoft.com/office/officeart/2005/8/layout/vList2"/>
    <dgm:cxn modelId="{5678AF0C-0BE5-4F91-8D83-84D96F2A9C58}" type="presOf" srcId="{EAE6DC26-D33D-4D00-AB34-925FCABDB7BF}" destId="{11DC1C60-9095-4105-A660-1F16B9363F67}" srcOrd="0" destOrd="0" presId="urn:microsoft.com/office/officeart/2005/8/layout/vList2"/>
    <dgm:cxn modelId="{9C4FD822-0797-44FA-A788-283CCE80A9C7}" type="presOf" srcId="{3F0DC22F-18DA-45D9-8177-29DD1D65F4F1}" destId="{E1049F54-8E4A-4A94-9A7C-7AFB0D72A9CC}" srcOrd="0" destOrd="1" presId="urn:microsoft.com/office/officeart/2005/8/layout/vList2"/>
    <dgm:cxn modelId="{C3671536-1144-4EF3-87C4-9D855C88E8E1}" type="presOf" srcId="{83C57827-6329-4C6A-83F4-7E99877FA208}" destId="{EC8763CE-B328-4455-9CA2-BA7695D2B3C8}" srcOrd="0" destOrd="0" presId="urn:microsoft.com/office/officeart/2005/8/layout/vList2"/>
    <dgm:cxn modelId="{83898E3F-2EAB-4E9C-A2A6-0BA1FA445269}" type="presOf" srcId="{CEE1D56A-3CB5-4084-A632-68A6E086D9C3}" destId="{EC8763CE-B328-4455-9CA2-BA7695D2B3C8}" srcOrd="0" destOrd="2" presId="urn:microsoft.com/office/officeart/2005/8/layout/vList2"/>
    <dgm:cxn modelId="{74695D63-9B31-41B0-B659-C4888AB3E39B}" srcId="{152EF4AD-5D2A-435A-B75D-D6FCB181F339}" destId="{CEE1D56A-3CB5-4084-A632-68A6E086D9C3}" srcOrd="2" destOrd="0" parTransId="{974C762A-B97C-40D7-BE15-261B834BC286}" sibTransId="{E95FB3CE-811B-448D-A440-5722CDB354AD}"/>
    <dgm:cxn modelId="{399B7946-0B33-4FEA-B8AE-278B4D6062BF}" type="presOf" srcId="{A777CFBB-3986-47B6-A8C7-4091DF0CAF42}" destId="{D9C80998-B726-474B-9A8D-C2A508A912C9}" srcOrd="0" destOrd="0" presId="urn:microsoft.com/office/officeart/2005/8/layout/vList2"/>
    <dgm:cxn modelId="{24F94B50-48F7-4416-AD2F-7D078B632865}" srcId="{147EC455-12A3-4484-8BBC-6377C34646DA}" destId="{3A444DEF-2EC2-456F-B344-15404BC1AE83}" srcOrd="0" destOrd="0" parTransId="{CA0C097E-1E85-45F4-A395-18C729F69BE4}" sibTransId="{D5145C98-6FF8-4FDE-B42C-01A10F8C7CA7}"/>
    <dgm:cxn modelId="{F1BEF784-416B-4075-BBE8-89B63F479B2E}" srcId="{147EC455-12A3-4484-8BBC-6377C34646DA}" destId="{3F0DC22F-18DA-45D9-8177-29DD1D65F4F1}" srcOrd="1" destOrd="0" parTransId="{454FBA3B-F45E-406C-86F3-538E9DEE7257}" sibTransId="{7441FC40-E8F0-4776-9B35-24174F930314}"/>
    <dgm:cxn modelId="{1AAA30A1-C8BC-4723-BDF7-0A4A1D810BDF}" type="presOf" srcId="{EA6209FC-BF8D-4CE7-AA22-F1A87C2B0E16}" destId="{EC8763CE-B328-4455-9CA2-BA7695D2B3C8}" srcOrd="0" destOrd="1" presId="urn:microsoft.com/office/officeart/2005/8/layout/vList2"/>
    <dgm:cxn modelId="{61BE00A3-3DE7-44A3-A8AA-2E11DD75F8A5}" type="presOf" srcId="{147EC455-12A3-4484-8BBC-6377C34646DA}" destId="{AF992F85-F4A6-497E-909A-4A06DC211B3C}" srcOrd="0" destOrd="0" presId="urn:microsoft.com/office/officeart/2005/8/layout/vList2"/>
    <dgm:cxn modelId="{A8FA06B1-DA0B-450D-8723-1126C342463F}" srcId="{152EF4AD-5D2A-435A-B75D-D6FCB181F339}" destId="{83C57827-6329-4C6A-83F4-7E99877FA208}" srcOrd="0" destOrd="0" parTransId="{8395DF07-D077-452D-A4B7-C38856A5483B}" sibTransId="{8F0D1DC7-D447-4239-AB36-4C8E71B9EA9C}"/>
    <dgm:cxn modelId="{C92061C1-0E13-4AB0-ADFE-7F8539AAB8D4}" type="presOf" srcId="{3A444DEF-2EC2-456F-B344-15404BC1AE83}" destId="{E1049F54-8E4A-4A94-9A7C-7AFB0D72A9CC}" srcOrd="0" destOrd="0" presId="urn:microsoft.com/office/officeart/2005/8/layout/vList2"/>
    <dgm:cxn modelId="{124394C6-C6FD-42ED-821A-30F49AA77E01}" srcId="{A777CFBB-3986-47B6-A8C7-4091DF0CAF42}" destId="{147EC455-12A3-4484-8BBC-6377C34646DA}" srcOrd="1" destOrd="0" parTransId="{CA7AB021-731E-4DB4-8B76-04130F88117B}" sibTransId="{8595F495-BD10-4603-B326-91D30455AA57}"/>
    <dgm:cxn modelId="{CC430FD8-DE10-407A-9093-EAAE4F91A2E3}" srcId="{A777CFBB-3986-47B6-A8C7-4091DF0CAF42}" destId="{152EF4AD-5D2A-435A-B75D-D6FCB181F339}" srcOrd="0" destOrd="0" parTransId="{2C834D3D-4171-400A-8CC0-D09EC6B9DB4E}" sibTransId="{F42A3E91-F124-4CFB-BFFE-6566FB379A06}"/>
    <dgm:cxn modelId="{9A510DE7-88FF-4436-B2D9-B022C2E8049B}" srcId="{A777CFBB-3986-47B6-A8C7-4091DF0CAF42}" destId="{00B3E269-E16A-41A7-B28F-D3F45B4EC462}" srcOrd="2" destOrd="0" parTransId="{E519E9F7-1D0A-4B91-8A35-903FB6F78FA4}" sibTransId="{C68D3613-8D3E-4784-B908-CA67B8DDB91F}"/>
    <dgm:cxn modelId="{F92B2EEE-7D1E-4183-A6BC-77910A47A58C}" type="presOf" srcId="{152EF4AD-5D2A-435A-B75D-D6FCB181F339}" destId="{57A8BC14-2C9D-48D5-A638-3E984874D042}" srcOrd="0" destOrd="0" presId="urn:microsoft.com/office/officeart/2005/8/layout/vList2"/>
    <dgm:cxn modelId="{A649E9F1-AB9D-45E2-8295-A3B73BBAA510}" srcId="{152EF4AD-5D2A-435A-B75D-D6FCB181F339}" destId="{EA6209FC-BF8D-4CE7-AA22-F1A87C2B0E16}" srcOrd="1" destOrd="0" parTransId="{EBA12685-AF85-4364-B6A8-9CE63872633C}" sibTransId="{F1007D89-58ED-4B09-B9B9-01F7C94174F7}"/>
    <dgm:cxn modelId="{FF9EB182-9379-45D3-9182-571EBF69EF66}" type="presParOf" srcId="{D9C80998-B726-474B-9A8D-C2A508A912C9}" destId="{57A8BC14-2C9D-48D5-A638-3E984874D042}" srcOrd="0" destOrd="0" presId="urn:microsoft.com/office/officeart/2005/8/layout/vList2"/>
    <dgm:cxn modelId="{D242A600-BB76-4FAF-9EAD-0B08DA8198D3}" type="presParOf" srcId="{D9C80998-B726-474B-9A8D-C2A508A912C9}" destId="{EC8763CE-B328-4455-9CA2-BA7695D2B3C8}" srcOrd="1" destOrd="0" presId="urn:microsoft.com/office/officeart/2005/8/layout/vList2"/>
    <dgm:cxn modelId="{7C08F4D8-2DDE-4BD3-8896-4117C85DDCBC}" type="presParOf" srcId="{D9C80998-B726-474B-9A8D-C2A508A912C9}" destId="{AF992F85-F4A6-497E-909A-4A06DC211B3C}" srcOrd="2" destOrd="0" presId="urn:microsoft.com/office/officeart/2005/8/layout/vList2"/>
    <dgm:cxn modelId="{02243D76-D944-4349-8BF4-8C3983961AC2}" type="presParOf" srcId="{D9C80998-B726-474B-9A8D-C2A508A912C9}" destId="{E1049F54-8E4A-4A94-9A7C-7AFB0D72A9CC}" srcOrd="3" destOrd="0" presId="urn:microsoft.com/office/officeart/2005/8/layout/vList2"/>
    <dgm:cxn modelId="{F8C31291-8301-4A0E-BBF0-2E86EADF3868}" type="presParOf" srcId="{D9C80998-B726-474B-9A8D-C2A508A912C9}" destId="{37F3B09E-429E-4B44-9106-C8C0FDDE095C}" srcOrd="4" destOrd="0" presId="urn:microsoft.com/office/officeart/2005/8/layout/vList2"/>
    <dgm:cxn modelId="{EF796B52-F670-4058-88B5-2F1400365786}" type="presParOf" srcId="{D9C80998-B726-474B-9A8D-C2A508A912C9}" destId="{11DC1C60-9095-4105-A660-1F16B9363F67}"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275460-CDEE-432A-B308-D04FA132E0AE}">
      <dsp:nvSpPr>
        <dsp:cNvPr id="0" name=""/>
        <dsp:cNvSpPr/>
      </dsp:nvSpPr>
      <dsp:spPr>
        <a:xfrm rot="5400000">
          <a:off x="6574985" y="-2476021"/>
          <a:ext cx="1585912" cy="6934533"/>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A user can make an appointment</a:t>
          </a:r>
        </a:p>
      </dsp:txBody>
      <dsp:txXfrm rot="-5400000">
        <a:off x="3900675" y="275707"/>
        <a:ext cx="6857115" cy="1431076"/>
      </dsp:txXfrm>
    </dsp:sp>
    <dsp:sp modelId="{86021C33-2194-492A-B070-088EE92A1BB1}">
      <dsp:nvSpPr>
        <dsp:cNvPr id="0" name=""/>
        <dsp:cNvSpPr/>
      </dsp:nvSpPr>
      <dsp:spPr>
        <a:xfrm>
          <a:off x="0" y="49"/>
          <a:ext cx="3900674" cy="198239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85725" rIns="171450" bIns="85725" numCol="1" spcCol="1270" anchor="ctr" anchorCtr="0">
          <a:noAutofit/>
        </a:bodyPr>
        <a:lstStyle/>
        <a:p>
          <a:pPr marL="0" lvl="0" indent="0" algn="ctr" defTabSz="2000250">
            <a:lnSpc>
              <a:spcPct val="90000"/>
            </a:lnSpc>
            <a:spcBef>
              <a:spcPct val="0"/>
            </a:spcBef>
            <a:spcAft>
              <a:spcPct val="35000"/>
            </a:spcAft>
            <a:buNone/>
          </a:pPr>
          <a:r>
            <a:rPr lang="en-US" sz="4500" kern="1200" dirty="0"/>
            <a:t>User requirements</a:t>
          </a:r>
        </a:p>
      </dsp:txBody>
      <dsp:txXfrm>
        <a:off x="96772" y="96821"/>
        <a:ext cx="3707130" cy="1788846"/>
      </dsp:txXfrm>
    </dsp:sp>
    <dsp:sp modelId="{DD94E503-FEE8-4BCE-A1EB-E7442381345E}">
      <dsp:nvSpPr>
        <dsp:cNvPr id="0" name=""/>
        <dsp:cNvSpPr/>
      </dsp:nvSpPr>
      <dsp:spPr>
        <a:xfrm rot="5400000">
          <a:off x="6574985" y="-394511"/>
          <a:ext cx="1585912" cy="6934533"/>
        </a:xfrm>
        <a:prstGeom prst="round2SameRect">
          <a:avLst/>
        </a:prstGeom>
        <a:solidFill>
          <a:schemeClr val="accent3">
            <a:tint val="40000"/>
            <a:alpha val="90000"/>
            <a:hueOff val="10716854"/>
            <a:satOff val="-13793"/>
            <a:lumOff val="-1075"/>
            <a:alphaOff val="0"/>
          </a:schemeClr>
        </a:solidFill>
        <a:ln w="25400" cap="flat" cmpd="sng" algn="ctr">
          <a:solidFill>
            <a:schemeClr val="accent3">
              <a:tint val="40000"/>
              <a:alpha val="90000"/>
              <a:hueOff val="10716854"/>
              <a:satOff val="-13793"/>
              <a:lumOff val="-107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User must have an account (sign up)</a:t>
          </a:r>
        </a:p>
        <a:p>
          <a:pPr marL="171450" lvl="1" indent="-171450" algn="l" defTabSz="755650">
            <a:lnSpc>
              <a:spcPct val="90000"/>
            </a:lnSpc>
            <a:spcBef>
              <a:spcPct val="0"/>
            </a:spcBef>
            <a:spcAft>
              <a:spcPct val="15000"/>
            </a:spcAft>
            <a:buChar char="•"/>
          </a:pPr>
          <a:r>
            <a:rPr lang="en-US" sz="1700" kern="1200" dirty="0"/>
            <a:t>User will login to that account</a:t>
          </a:r>
        </a:p>
        <a:p>
          <a:pPr marL="171450" lvl="1" indent="-171450" algn="l" defTabSz="755650">
            <a:lnSpc>
              <a:spcPct val="90000"/>
            </a:lnSpc>
            <a:spcBef>
              <a:spcPct val="0"/>
            </a:spcBef>
            <a:spcAft>
              <a:spcPct val="15000"/>
            </a:spcAft>
            <a:buChar char="•"/>
          </a:pPr>
          <a:r>
            <a:rPr lang="en-US" sz="1700" kern="1200" dirty="0"/>
            <a:t>Check for the specific doctor’s availability</a:t>
          </a:r>
        </a:p>
        <a:p>
          <a:pPr marL="171450" lvl="1" indent="-171450" algn="l" defTabSz="755650">
            <a:lnSpc>
              <a:spcPct val="90000"/>
            </a:lnSpc>
            <a:spcBef>
              <a:spcPct val="0"/>
            </a:spcBef>
            <a:spcAft>
              <a:spcPct val="15000"/>
            </a:spcAft>
            <a:buChar char="•"/>
          </a:pPr>
          <a:r>
            <a:rPr lang="en-US" sz="1700" kern="1200" dirty="0"/>
            <a:t>Make an appointment</a:t>
          </a:r>
        </a:p>
        <a:p>
          <a:pPr marL="171450" lvl="1" indent="-171450" algn="l" defTabSz="755650">
            <a:lnSpc>
              <a:spcPct val="90000"/>
            </a:lnSpc>
            <a:spcBef>
              <a:spcPct val="0"/>
            </a:spcBef>
            <a:spcAft>
              <a:spcPct val="15000"/>
            </a:spcAft>
            <a:buChar char="•"/>
          </a:pPr>
          <a:r>
            <a:rPr lang="en-US" sz="1700" kern="1200" dirty="0"/>
            <a:t>Pay the fee</a:t>
          </a:r>
        </a:p>
      </dsp:txBody>
      <dsp:txXfrm rot="-5400000">
        <a:off x="3900675" y="2357217"/>
        <a:ext cx="6857115" cy="1431076"/>
      </dsp:txXfrm>
    </dsp:sp>
    <dsp:sp modelId="{A7CB810E-F3AB-4400-9294-88540EE3661F}">
      <dsp:nvSpPr>
        <dsp:cNvPr id="0" name=""/>
        <dsp:cNvSpPr/>
      </dsp:nvSpPr>
      <dsp:spPr>
        <a:xfrm>
          <a:off x="0" y="2081559"/>
          <a:ext cx="3900674" cy="1982390"/>
        </a:xfrm>
        <a:prstGeom prst="roundRect">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85725" rIns="171450" bIns="85725" numCol="1" spcCol="1270" anchor="ctr" anchorCtr="0">
          <a:noAutofit/>
        </a:bodyPr>
        <a:lstStyle/>
        <a:p>
          <a:pPr marL="0" lvl="0" indent="0" algn="ctr" defTabSz="2000250">
            <a:lnSpc>
              <a:spcPct val="90000"/>
            </a:lnSpc>
            <a:spcBef>
              <a:spcPct val="0"/>
            </a:spcBef>
            <a:spcAft>
              <a:spcPct val="35000"/>
            </a:spcAft>
            <a:buNone/>
          </a:pPr>
          <a:r>
            <a:rPr lang="en-US" sz="4500" kern="1200" dirty="0"/>
            <a:t>System requirements</a:t>
          </a:r>
        </a:p>
      </dsp:txBody>
      <dsp:txXfrm>
        <a:off x="96772" y="2178331"/>
        <a:ext cx="3707130" cy="17888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6482F2-528A-4270-A6B6-AA38487537B0}">
      <dsp:nvSpPr>
        <dsp:cNvPr id="0" name=""/>
        <dsp:cNvSpPr/>
      </dsp:nvSpPr>
      <dsp:spPr>
        <a:xfrm>
          <a:off x="0" y="35795"/>
          <a:ext cx="11962015" cy="43173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Functional Requirements</a:t>
          </a:r>
        </a:p>
      </dsp:txBody>
      <dsp:txXfrm>
        <a:off x="21075" y="56870"/>
        <a:ext cx="11919865" cy="389580"/>
      </dsp:txXfrm>
    </dsp:sp>
    <dsp:sp modelId="{E396C8BF-76B2-4FBE-B7B9-8795CE8845FF}">
      <dsp:nvSpPr>
        <dsp:cNvPr id="0" name=""/>
        <dsp:cNvSpPr/>
      </dsp:nvSpPr>
      <dsp:spPr>
        <a:xfrm>
          <a:off x="0" y="467525"/>
          <a:ext cx="11962015" cy="1639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9794"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GB" sz="1600" b="1" kern="1200" dirty="0"/>
            <a:t>List the services provided by the system.</a:t>
          </a:r>
          <a:endParaRPr lang="en-US" sz="1600" b="1" kern="1200" dirty="0"/>
        </a:p>
        <a:p>
          <a:pPr marL="171450" lvl="1" indent="-171450" algn="l" defTabSz="711200">
            <a:lnSpc>
              <a:spcPct val="90000"/>
            </a:lnSpc>
            <a:spcBef>
              <a:spcPct val="0"/>
            </a:spcBef>
            <a:spcAft>
              <a:spcPct val="20000"/>
            </a:spcAft>
            <a:buChar char="•"/>
          </a:pPr>
          <a:r>
            <a:rPr lang="en-GB" sz="1600" b="1" kern="1200" dirty="0"/>
            <a:t>System’s response to a particular inputs </a:t>
          </a:r>
          <a:r>
            <a:rPr lang="en-GB" sz="1600" kern="1200" dirty="0"/>
            <a:t>/ adverse scenario.</a:t>
          </a:r>
        </a:p>
        <a:p>
          <a:pPr marL="171450" lvl="1" indent="-171450" algn="l" defTabSz="711200">
            <a:lnSpc>
              <a:spcPct val="90000"/>
            </a:lnSpc>
            <a:spcBef>
              <a:spcPct val="0"/>
            </a:spcBef>
            <a:spcAft>
              <a:spcPct val="20000"/>
            </a:spcAft>
            <a:buChar char="•"/>
          </a:pPr>
          <a:r>
            <a:rPr lang="en-GB" sz="1600" kern="1200" dirty="0"/>
            <a:t>May state </a:t>
          </a:r>
          <a:r>
            <a:rPr lang="en-GB" sz="1600" b="1" kern="1200" dirty="0"/>
            <a:t>what the system should or should not do.</a:t>
          </a:r>
        </a:p>
        <a:p>
          <a:pPr marL="171450" lvl="1" indent="-171450" algn="l" defTabSz="711200">
            <a:lnSpc>
              <a:spcPct val="90000"/>
            </a:lnSpc>
            <a:spcBef>
              <a:spcPct val="0"/>
            </a:spcBef>
            <a:spcAft>
              <a:spcPct val="20000"/>
            </a:spcAft>
            <a:buChar char="•"/>
          </a:pPr>
          <a:r>
            <a:rPr lang="en-GB" sz="1600" kern="1200" dirty="0">
              <a:solidFill>
                <a:prstClr val="black">
                  <a:hueOff val="0"/>
                  <a:satOff val="0"/>
                  <a:lumOff val="0"/>
                  <a:alphaOff val="0"/>
                </a:prstClr>
              </a:solidFill>
              <a:latin typeface="Calibri"/>
              <a:ea typeface="+mn-ea"/>
              <a:cs typeface="+mn-cs"/>
            </a:rPr>
            <a:t>Depend on:</a:t>
          </a:r>
        </a:p>
        <a:p>
          <a:pPr marL="342900" lvl="2" indent="-171450" algn="l" defTabSz="711200">
            <a:lnSpc>
              <a:spcPct val="90000"/>
            </a:lnSpc>
            <a:spcBef>
              <a:spcPct val="0"/>
            </a:spcBef>
            <a:spcAft>
              <a:spcPct val="20000"/>
            </a:spcAft>
            <a:buChar char="•"/>
          </a:pPr>
          <a:r>
            <a:rPr lang="en-GB" sz="1600" kern="1200" dirty="0">
              <a:solidFill>
                <a:prstClr val="black">
                  <a:hueOff val="0"/>
                  <a:satOff val="0"/>
                  <a:lumOff val="0"/>
                  <a:alphaOff val="0"/>
                </a:prstClr>
              </a:solidFill>
              <a:latin typeface="Calibri"/>
              <a:ea typeface="+mn-ea"/>
              <a:cs typeface="+mn-cs"/>
            </a:rPr>
            <a:t>type of software being developed</a:t>
          </a:r>
        </a:p>
        <a:p>
          <a:pPr marL="342900" lvl="2" indent="-171450" algn="l" defTabSz="711200">
            <a:lnSpc>
              <a:spcPct val="90000"/>
            </a:lnSpc>
            <a:spcBef>
              <a:spcPct val="0"/>
            </a:spcBef>
            <a:spcAft>
              <a:spcPct val="20000"/>
            </a:spcAft>
            <a:buChar char="•"/>
          </a:pPr>
          <a:r>
            <a:rPr lang="en-GB" sz="1600" kern="1200" dirty="0">
              <a:solidFill>
                <a:prstClr val="black">
                  <a:hueOff val="0"/>
                  <a:satOff val="0"/>
                  <a:lumOff val="0"/>
                  <a:alphaOff val="0"/>
                </a:prstClr>
              </a:solidFill>
              <a:latin typeface="Calibri"/>
              <a:ea typeface="+mn-ea"/>
              <a:cs typeface="+mn-cs"/>
            </a:rPr>
            <a:t>Expected users </a:t>
          </a:r>
        </a:p>
      </dsp:txBody>
      <dsp:txXfrm>
        <a:off x="0" y="467525"/>
        <a:ext cx="11962015" cy="1639440"/>
      </dsp:txXfrm>
    </dsp:sp>
    <dsp:sp modelId="{F7D067F9-D8EB-47C0-9B1B-80177672E2CE}">
      <dsp:nvSpPr>
        <dsp:cNvPr id="0" name=""/>
        <dsp:cNvSpPr/>
      </dsp:nvSpPr>
      <dsp:spPr>
        <a:xfrm>
          <a:off x="0" y="2106965"/>
          <a:ext cx="11962015" cy="431730"/>
        </a:xfrm>
        <a:prstGeom prst="roundRect">
          <a:avLst/>
        </a:prstGeom>
        <a:solidFill>
          <a:schemeClr val="accent4">
            <a:hueOff val="-2232385"/>
            <a:satOff val="13449"/>
            <a:lumOff val="10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Non-functional Requirements</a:t>
          </a:r>
        </a:p>
      </dsp:txBody>
      <dsp:txXfrm>
        <a:off x="21075" y="2128040"/>
        <a:ext cx="11919865" cy="389580"/>
      </dsp:txXfrm>
    </dsp:sp>
    <dsp:sp modelId="{2958449B-B322-4E2E-BE98-A7D2CA51A5EA}">
      <dsp:nvSpPr>
        <dsp:cNvPr id="0" name=""/>
        <dsp:cNvSpPr/>
      </dsp:nvSpPr>
      <dsp:spPr>
        <a:xfrm>
          <a:off x="0" y="2538695"/>
          <a:ext cx="11962015" cy="2198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9794"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GB" sz="1600" b="1" kern="1200" dirty="0"/>
            <a:t>Constraints on the services offered by the system</a:t>
          </a:r>
          <a:endParaRPr lang="en-US" sz="1600" b="1" kern="1200" dirty="0"/>
        </a:p>
        <a:p>
          <a:pPr marL="171450" lvl="1" indent="-171450" algn="l" defTabSz="711200">
            <a:lnSpc>
              <a:spcPct val="90000"/>
            </a:lnSpc>
            <a:spcBef>
              <a:spcPct val="0"/>
            </a:spcBef>
            <a:spcAft>
              <a:spcPct val="20000"/>
            </a:spcAft>
            <a:buChar char="•"/>
          </a:pPr>
          <a:r>
            <a:rPr lang="en-GB" sz="1600" kern="1200" dirty="0"/>
            <a:t>Includes </a:t>
          </a:r>
          <a:r>
            <a:rPr lang="en-GB" sz="1600" b="1" kern="1200" dirty="0"/>
            <a:t>timing constraints</a:t>
          </a:r>
          <a:r>
            <a:rPr lang="en-GB" sz="1600" kern="1200" dirty="0"/>
            <a:t>, </a:t>
          </a:r>
          <a:r>
            <a:rPr lang="en-GB" sz="1600" b="1" kern="1200" dirty="0"/>
            <a:t>constraints on the development process</a:t>
          </a:r>
          <a:r>
            <a:rPr lang="en-GB" sz="1600" kern="1200" dirty="0"/>
            <a:t>, </a:t>
          </a:r>
          <a:r>
            <a:rPr lang="en-GB" sz="1600" b="1" kern="1200" dirty="0"/>
            <a:t>standards</a:t>
          </a:r>
          <a:r>
            <a:rPr lang="en-GB" sz="1600" kern="1200" dirty="0"/>
            <a:t> etc.</a:t>
          </a:r>
        </a:p>
        <a:p>
          <a:pPr marL="171450" lvl="1" indent="-171450" algn="l" defTabSz="711200">
            <a:lnSpc>
              <a:spcPct val="90000"/>
            </a:lnSpc>
            <a:spcBef>
              <a:spcPct val="0"/>
            </a:spcBef>
            <a:spcAft>
              <a:spcPct val="20000"/>
            </a:spcAft>
            <a:buChar char="•"/>
          </a:pPr>
          <a:r>
            <a:rPr lang="en-GB" sz="1600" u="sng" kern="1200" dirty="0"/>
            <a:t>Often </a:t>
          </a:r>
          <a:r>
            <a:rPr lang="en-GB" sz="1600" b="1" u="sng" kern="1200" dirty="0"/>
            <a:t>apply to the system as a whole rather than individual services</a:t>
          </a:r>
          <a:r>
            <a:rPr lang="en-GB" sz="1600" b="1" kern="1200" dirty="0"/>
            <a:t>.</a:t>
          </a:r>
        </a:p>
        <a:p>
          <a:pPr marL="171450" lvl="1" indent="-171450" algn="l" defTabSz="711200">
            <a:lnSpc>
              <a:spcPct val="90000"/>
            </a:lnSpc>
            <a:spcBef>
              <a:spcPct val="0"/>
            </a:spcBef>
            <a:spcAft>
              <a:spcPct val="20000"/>
            </a:spcAft>
            <a:buChar char="•"/>
          </a:pPr>
          <a:r>
            <a:rPr lang="en-GB" sz="1600" kern="1200" dirty="0"/>
            <a:t>May relate to system properties like </a:t>
          </a:r>
          <a:r>
            <a:rPr lang="en-GB" sz="1600" b="1" kern="1200" dirty="0"/>
            <a:t>reliability, memory usage, response time, security, usability etc.</a:t>
          </a:r>
        </a:p>
        <a:p>
          <a:pPr marL="171450" lvl="1" indent="-171450" algn="l" defTabSz="711200">
            <a:lnSpc>
              <a:spcPct val="90000"/>
            </a:lnSpc>
            <a:spcBef>
              <a:spcPct val="0"/>
            </a:spcBef>
            <a:spcAft>
              <a:spcPct val="20000"/>
            </a:spcAft>
            <a:buChar char="•"/>
          </a:pPr>
          <a:r>
            <a:rPr lang="en-GB" sz="1600" kern="1200" dirty="0"/>
            <a:t>NF requirements may be more critical than functional requirements. </a:t>
          </a:r>
          <a:r>
            <a:rPr lang="en-GB" sz="1600" b="1" kern="1200" dirty="0"/>
            <a:t>If these are not met, the system might be useless.</a:t>
          </a:r>
        </a:p>
        <a:p>
          <a:pPr marL="171450" lvl="1" indent="-171450" algn="l" defTabSz="711200">
            <a:lnSpc>
              <a:spcPct val="90000"/>
            </a:lnSpc>
            <a:spcBef>
              <a:spcPct val="0"/>
            </a:spcBef>
            <a:spcAft>
              <a:spcPct val="20000"/>
            </a:spcAft>
            <a:buChar char="•"/>
          </a:pPr>
          <a:r>
            <a:rPr lang="en-GB" sz="1600" b="1" kern="1200" dirty="0">
              <a:solidFill>
                <a:srgbClr val="FF0000"/>
              </a:solidFill>
            </a:rPr>
            <a:t>Example</a:t>
          </a:r>
          <a:r>
            <a:rPr lang="en-GB" sz="1600" kern="1200" dirty="0">
              <a:solidFill>
                <a:srgbClr val="FF0000"/>
              </a:solidFill>
            </a:rPr>
            <a:t>: </a:t>
          </a:r>
        </a:p>
        <a:p>
          <a:pPr marL="342900" lvl="2" indent="-171450" algn="l" defTabSz="711200">
            <a:lnSpc>
              <a:spcPct val="90000"/>
            </a:lnSpc>
            <a:spcBef>
              <a:spcPct val="0"/>
            </a:spcBef>
            <a:spcAft>
              <a:spcPct val="20000"/>
            </a:spcAft>
            <a:buChar char="•"/>
          </a:pPr>
          <a:r>
            <a:rPr lang="en-GB" sz="1600" b="1" kern="1200" dirty="0">
              <a:solidFill>
                <a:srgbClr val="FF0000"/>
              </a:solidFill>
            </a:rPr>
            <a:t>a banking application</a:t>
          </a:r>
          <a:r>
            <a:rPr lang="en-GB" sz="1600" kern="1200" dirty="0">
              <a:solidFill>
                <a:srgbClr val="FF0000"/>
              </a:solidFill>
            </a:rPr>
            <a:t>, to ensure security, may give the authorization to user only after authentication.</a:t>
          </a:r>
        </a:p>
        <a:p>
          <a:pPr marL="342900" lvl="2" indent="-171450" algn="l" defTabSz="711200">
            <a:lnSpc>
              <a:spcPct val="90000"/>
            </a:lnSpc>
            <a:spcBef>
              <a:spcPct val="0"/>
            </a:spcBef>
            <a:spcAft>
              <a:spcPct val="20000"/>
            </a:spcAft>
            <a:buChar char="•"/>
          </a:pPr>
          <a:r>
            <a:rPr lang="en-GB" sz="1600" kern="1200" dirty="0">
              <a:solidFill>
                <a:srgbClr val="FF0000"/>
              </a:solidFill>
            </a:rPr>
            <a:t>To </a:t>
          </a:r>
          <a:r>
            <a:rPr lang="en-GB" sz="1600" b="1" kern="1200" dirty="0">
              <a:solidFill>
                <a:srgbClr val="FF0000"/>
              </a:solidFill>
            </a:rPr>
            <a:t>reduce response time in an embedded system</a:t>
          </a:r>
          <a:r>
            <a:rPr lang="en-GB" sz="1600" kern="1200" dirty="0">
              <a:solidFill>
                <a:srgbClr val="FF0000"/>
              </a:solidFill>
            </a:rPr>
            <a:t>, minimum hardware components are used to perform a task.</a:t>
          </a:r>
        </a:p>
      </dsp:txBody>
      <dsp:txXfrm>
        <a:off x="0" y="2538695"/>
        <a:ext cx="11962015" cy="2198340"/>
      </dsp:txXfrm>
    </dsp:sp>
    <dsp:sp modelId="{F7D332C7-B82B-4B3D-A4BF-F102C5D7D756}">
      <dsp:nvSpPr>
        <dsp:cNvPr id="0" name=""/>
        <dsp:cNvSpPr/>
      </dsp:nvSpPr>
      <dsp:spPr>
        <a:xfrm>
          <a:off x="0" y="4737036"/>
          <a:ext cx="11962015" cy="431730"/>
        </a:xfrm>
        <a:prstGeom prst="roundRect">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t>Domain Requirements</a:t>
          </a:r>
        </a:p>
      </dsp:txBody>
      <dsp:txXfrm>
        <a:off x="21075" y="4758111"/>
        <a:ext cx="11919865" cy="389580"/>
      </dsp:txXfrm>
    </dsp:sp>
    <dsp:sp modelId="{006E8922-5A7A-4E7D-A503-9EE698D9F272}">
      <dsp:nvSpPr>
        <dsp:cNvPr id="0" name=""/>
        <dsp:cNvSpPr/>
      </dsp:nvSpPr>
      <dsp:spPr>
        <a:xfrm>
          <a:off x="0" y="5168766"/>
          <a:ext cx="11962015" cy="819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9794"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GB" sz="1600" kern="1200" dirty="0"/>
            <a:t>Special constraints on system enforced in case of a specific domain application</a:t>
          </a:r>
        </a:p>
        <a:p>
          <a:pPr marL="342900" lvl="2" indent="-171450" algn="l" defTabSz="711200">
            <a:lnSpc>
              <a:spcPct val="90000"/>
            </a:lnSpc>
            <a:spcBef>
              <a:spcPct val="0"/>
            </a:spcBef>
            <a:spcAft>
              <a:spcPct val="20000"/>
            </a:spcAft>
            <a:buChar char="•"/>
          </a:pPr>
          <a:r>
            <a:rPr lang="en-GB" sz="1600" kern="1200" dirty="0"/>
            <a:t>Example:</a:t>
          </a:r>
        </a:p>
        <a:p>
          <a:pPr marL="514350" lvl="3" indent="-171450" algn="l" defTabSz="711200">
            <a:lnSpc>
              <a:spcPct val="90000"/>
            </a:lnSpc>
            <a:spcBef>
              <a:spcPct val="0"/>
            </a:spcBef>
            <a:spcAft>
              <a:spcPct val="20000"/>
            </a:spcAft>
            <a:buChar char="•"/>
          </a:pPr>
          <a:r>
            <a:rPr lang="en-GB" sz="1600" kern="1200" dirty="0"/>
            <a:t>System availability or Network BW in case of a live streaming website.</a:t>
          </a:r>
        </a:p>
      </dsp:txBody>
      <dsp:txXfrm>
        <a:off x="0" y="5168766"/>
        <a:ext cx="11962015" cy="8197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3ED0DC-2A51-4BC9-BB1E-E07CF546D374}">
      <dsp:nvSpPr>
        <dsp:cNvPr id="0" name=""/>
        <dsp:cNvSpPr/>
      </dsp:nvSpPr>
      <dsp:spPr>
        <a:xfrm rot="16200000">
          <a:off x="-1235810" y="1240164"/>
          <a:ext cx="4200186" cy="1719857"/>
        </a:xfrm>
        <a:prstGeom prst="flowChartManualOperation">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marL="0" lvl="0" indent="0" algn="l" defTabSz="889000">
            <a:lnSpc>
              <a:spcPct val="90000"/>
            </a:lnSpc>
            <a:spcBef>
              <a:spcPct val="0"/>
            </a:spcBef>
            <a:spcAft>
              <a:spcPct val="35000"/>
            </a:spcAft>
            <a:buNone/>
          </a:pPr>
          <a:r>
            <a:rPr lang="en-US" sz="2000" b="1" kern="1200" dirty="0"/>
            <a:t>Speed</a:t>
          </a:r>
        </a:p>
        <a:p>
          <a:pPr marL="171450" lvl="1" indent="-171450" algn="l" defTabSz="711200">
            <a:lnSpc>
              <a:spcPct val="90000"/>
            </a:lnSpc>
            <a:spcBef>
              <a:spcPct val="0"/>
            </a:spcBef>
            <a:spcAft>
              <a:spcPct val="15000"/>
            </a:spcAft>
            <a:buChar char="•"/>
          </a:pPr>
          <a:r>
            <a:rPr lang="en-US" sz="1600" kern="1200" dirty="0"/>
            <a:t>Transaction time,</a:t>
          </a:r>
        </a:p>
        <a:p>
          <a:pPr marL="171450" lvl="1" indent="-171450" algn="l" defTabSz="711200">
            <a:lnSpc>
              <a:spcPct val="90000"/>
            </a:lnSpc>
            <a:spcBef>
              <a:spcPct val="0"/>
            </a:spcBef>
            <a:spcAft>
              <a:spcPct val="15000"/>
            </a:spcAft>
            <a:buChar char="•"/>
          </a:pPr>
          <a:r>
            <a:rPr lang="en-US" sz="1600" kern="1200" dirty="0"/>
            <a:t>event response time</a:t>
          </a:r>
        </a:p>
      </dsp:txBody>
      <dsp:txXfrm rot="5400000">
        <a:off x="4354" y="840037"/>
        <a:ext cx="1719857" cy="2520112"/>
      </dsp:txXfrm>
    </dsp:sp>
    <dsp:sp modelId="{8D048204-BB84-410E-A751-D876C1504519}">
      <dsp:nvSpPr>
        <dsp:cNvPr id="0" name=""/>
        <dsp:cNvSpPr/>
      </dsp:nvSpPr>
      <dsp:spPr>
        <a:xfrm rot="16200000">
          <a:off x="613036" y="1240164"/>
          <a:ext cx="4200186" cy="1719857"/>
        </a:xfrm>
        <a:prstGeom prst="flowChartManualOperation">
          <a:avLst/>
        </a:prstGeom>
        <a:solidFill>
          <a:schemeClr val="accent2">
            <a:hueOff val="936304"/>
            <a:satOff val="-1168"/>
            <a:lumOff val="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marL="0" lvl="0" indent="0" algn="l" defTabSz="889000">
            <a:lnSpc>
              <a:spcPct val="90000"/>
            </a:lnSpc>
            <a:spcBef>
              <a:spcPct val="0"/>
            </a:spcBef>
            <a:spcAft>
              <a:spcPct val="35000"/>
            </a:spcAft>
            <a:buNone/>
          </a:pPr>
          <a:r>
            <a:rPr lang="en-US" sz="2000" b="1" kern="1200" dirty="0"/>
            <a:t>Size</a:t>
          </a:r>
        </a:p>
        <a:p>
          <a:pPr marL="171450" lvl="1" indent="-171450" algn="l" defTabSz="711200">
            <a:lnSpc>
              <a:spcPct val="90000"/>
            </a:lnSpc>
            <a:spcBef>
              <a:spcPct val="0"/>
            </a:spcBef>
            <a:spcAft>
              <a:spcPct val="15000"/>
            </a:spcAft>
            <a:buChar char="•"/>
          </a:pPr>
          <a:r>
            <a:rPr lang="en-US" sz="1600" kern="1200" dirty="0"/>
            <a:t>Memory usage </a:t>
          </a:r>
        </a:p>
      </dsp:txBody>
      <dsp:txXfrm rot="5400000">
        <a:off x="1853200" y="840037"/>
        <a:ext cx="1719857" cy="2520112"/>
      </dsp:txXfrm>
    </dsp:sp>
    <dsp:sp modelId="{A2BBEA7D-FE90-4383-BA0A-2EB623F72452}">
      <dsp:nvSpPr>
        <dsp:cNvPr id="0" name=""/>
        <dsp:cNvSpPr/>
      </dsp:nvSpPr>
      <dsp:spPr>
        <a:xfrm rot="16200000">
          <a:off x="2461883" y="1240164"/>
          <a:ext cx="4200186" cy="1719857"/>
        </a:xfrm>
        <a:prstGeom prst="flowChartManualOperation">
          <a:avLst/>
        </a:prstGeom>
        <a:solidFill>
          <a:schemeClr val="accent2">
            <a:hueOff val="1872608"/>
            <a:satOff val="-233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marL="0" lvl="0" indent="0" algn="l" defTabSz="889000">
            <a:lnSpc>
              <a:spcPct val="90000"/>
            </a:lnSpc>
            <a:spcBef>
              <a:spcPct val="0"/>
            </a:spcBef>
            <a:spcAft>
              <a:spcPct val="35000"/>
            </a:spcAft>
            <a:buNone/>
          </a:pPr>
          <a:r>
            <a:rPr lang="en-US" sz="2000" b="1" kern="1200" dirty="0"/>
            <a:t>Ease of use</a:t>
          </a:r>
        </a:p>
        <a:p>
          <a:pPr marL="171450" lvl="1" indent="-171450" algn="l" defTabSz="711200">
            <a:lnSpc>
              <a:spcPct val="90000"/>
            </a:lnSpc>
            <a:spcBef>
              <a:spcPct val="0"/>
            </a:spcBef>
            <a:spcAft>
              <a:spcPct val="15000"/>
            </a:spcAft>
            <a:buChar char="•"/>
          </a:pPr>
          <a:r>
            <a:rPr lang="en-US" sz="1600" kern="1200" dirty="0"/>
            <a:t>Training time required for product usage</a:t>
          </a:r>
        </a:p>
      </dsp:txBody>
      <dsp:txXfrm rot="5400000">
        <a:off x="3702047" y="840037"/>
        <a:ext cx="1719857" cy="2520112"/>
      </dsp:txXfrm>
    </dsp:sp>
    <dsp:sp modelId="{7BC4E304-7F22-4FC3-9794-AF346B0E6B26}">
      <dsp:nvSpPr>
        <dsp:cNvPr id="0" name=""/>
        <dsp:cNvSpPr/>
      </dsp:nvSpPr>
      <dsp:spPr>
        <a:xfrm rot="16200000">
          <a:off x="4310730" y="1240164"/>
          <a:ext cx="4200186" cy="1719857"/>
        </a:xfrm>
        <a:prstGeom prst="flowChartManualOperation">
          <a:avLst/>
        </a:prstGeom>
        <a:solidFill>
          <a:schemeClr val="accent2">
            <a:hueOff val="2808911"/>
            <a:satOff val="-3503"/>
            <a:lumOff val="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marL="0" lvl="0" indent="0" algn="l" defTabSz="889000">
            <a:lnSpc>
              <a:spcPct val="90000"/>
            </a:lnSpc>
            <a:spcBef>
              <a:spcPct val="0"/>
            </a:spcBef>
            <a:spcAft>
              <a:spcPct val="35000"/>
            </a:spcAft>
            <a:buNone/>
          </a:pPr>
          <a:r>
            <a:rPr lang="en-US" sz="2000" b="1" kern="1200" dirty="0"/>
            <a:t>Reliability</a:t>
          </a:r>
        </a:p>
        <a:p>
          <a:pPr marL="171450" lvl="1" indent="-171450" algn="l" defTabSz="711200">
            <a:lnSpc>
              <a:spcPct val="90000"/>
            </a:lnSpc>
            <a:spcBef>
              <a:spcPct val="0"/>
            </a:spcBef>
            <a:spcAft>
              <a:spcPct val="15000"/>
            </a:spcAft>
            <a:buChar char="•"/>
          </a:pPr>
          <a:r>
            <a:rPr lang="en-US" sz="1600" kern="1200" dirty="0"/>
            <a:t>MTTF / system availability time</a:t>
          </a:r>
        </a:p>
      </dsp:txBody>
      <dsp:txXfrm rot="5400000">
        <a:off x="5550894" y="840037"/>
        <a:ext cx="1719857" cy="2520112"/>
      </dsp:txXfrm>
    </dsp:sp>
    <dsp:sp modelId="{74156EB7-67A6-44C3-A6A2-7B9CEA51975A}">
      <dsp:nvSpPr>
        <dsp:cNvPr id="0" name=""/>
        <dsp:cNvSpPr/>
      </dsp:nvSpPr>
      <dsp:spPr>
        <a:xfrm rot="16200000">
          <a:off x="6159577" y="1240164"/>
          <a:ext cx="4200186" cy="1719857"/>
        </a:xfrm>
        <a:prstGeom prst="flowChartManualOperation">
          <a:avLst/>
        </a:prstGeom>
        <a:solidFill>
          <a:schemeClr val="accent2">
            <a:hueOff val="3745215"/>
            <a:satOff val="-4671"/>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marL="0" lvl="0" indent="0" algn="l" defTabSz="889000">
            <a:lnSpc>
              <a:spcPct val="90000"/>
            </a:lnSpc>
            <a:spcBef>
              <a:spcPct val="0"/>
            </a:spcBef>
            <a:spcAft>
              <a:spcPct val="35000"/>
            </a:spcAft>
            <a:buNone/>
          </a:pPr>
          <a:r>
            <a:rPr lang="en-US" sz="2000" b="1" kern="1200" dirty="0"/>
            <a:t>Robustness</a:t>
          </a:r>
        </a:p>
        <a:p>
          <a:pPr marL="171450" lvl="1" indent="-171450" algn="l" defTabSz="711200">
            <a:lnSpc>
              <a:spcPct val="90000"/>
            </a:lnSpc>
            <a:spcBef>
              <a:spcPct val="0"/>
            </a:spcBef>
            <a:spcAft>
              <a:spcPct val="15000"/>
            </a:spcAft>
            <a:buChar char="•"/>
          </a:pPr>
          <a:r>
            <a:rPr lang="en-US" sz="1600" kern="1200" dirty="0"/>
            <a:t>max. downtime in case of failure</a:t>
          </a:r>
        </a:p>
        <a:p>
          <a:pPr marL="171450" lvl="1" indent="-171450" algn="l" defTabSz="711200">
            <a:lnSpc>
              <a:spcPct val="90000"/>
            </a:lnSpc>
            <a:spcBef>
              <a:spcPct val="0"/>
            </a:spcBef>
            <a:spcAft>
              <a:spcPct val="15000"/>
            </a:spcAft>
            <a:buChar char="•"/>
          </a:pPr>
          <a:r>
            <a:rPr lang="en-US" sz="1600" kern="1200" dirty="0"/>
            <a:t>%age of failure occurrence</a:t>
          </a:r>
        </a:p>
        <a:p>
          <a:pPr marL="171450" lvl="1" indent="-171450" algn="l" defTabSz="711200">
            <a:lnSpc>
              <a:spcPct val="90000"/>
            </a:lnSpc>
            <a:spcBef>
              <a:spcPct val="0"/>
            </a:spcBef>
            <a:spcAft>
              <a:spcPct val="15000"/>
            </a:spcAft>
            <a:buChar char="•"/>
          </a:pPr>
          <a:r>
            <a:rPr lang="en-US" sz="1600" kern="1200" dirty="0"/>
            <a:t>Probability of data corruption after failure</a:t>
          </a:r>
        </a:p>
        <a:p>
          <a:pPr marL="171450" lvl="1" indent="-171450" algn="l" defTabSz="711200">
            <a:lnSpc>
              <a:spcPct val="90000"/>
            </a:lnSpc>
            <a:spcBef>
              <a:spcPct val="0"/>
            </a:spcBef>
            <a:spcAft>
              <a:spcPct val="15000"/>
            </a:spcAft>
            <a:buChar char="•"/>
          </a:pPr>
          <a:r>
            <a:rPr lang="en-US" sz="1600" kern="1200" dirty="0"/>
            <a:t>Transaction roll back/not?</a:t>
          </a:r>
        </a:p>
      </dsp:txBody>
      <dsp:txXfrm rot="5400000">
        <a:off x="7399741" y="840037"/>
        <a:ext cx="1719857" cy="2520112"/>
      </dsp:txXfrm>
    </dsp:sp>
    <dsp:sp modelId="{DC970B3C-6C3D-4CFA-AE5B-C71DA5BBE428}">
      <dsp:nvSpPr>
        <dsp:cNvPr id="0" name=""/>
        <dsp:cNvSpPr/>
      </dsp:nvSpPr>
      <dsp:spPr>
        <a:xfrm rot="16200000">
          <a:off x="8008424" y="1240164"/>
          <a:ext cx="4200186" cy="1719857"/>
        </a:xfrm>
        <a:prstGeom prst="flowChartManualOperation">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marL="0" lvl="0" indent="0" algn="l" defTabSz="889000">
            <a:lnSpc>
              <a:spcPct val="90000"/>
            </a:lnSpc>
            <a:spcBef>
              <a:spcPct val="0"/>
            </a:spcBef>
            <a:spcAft>
              <a:spcPct val="35000"/>
            </a:spcAft>
            <a:buNone/>
          </a:pPr>
          <a:r>
            <a:rPr lang="en-US" sz="2000" b="1" kern="1200" dirty="0"/>
            <a:t>Portability</a:t>
          </a:r>
        </a:p>
        <a:p>
          <a:pPr marL="171450" lvl="1" indent="-171450" algn="l" defTabSz="711200">
            <a:lnSpc>
              <a:spcPct val="90000"/>
            </a:lnSpc>
            <a:spcBef>
              <a:spcPct val="0"/>
            </a:spcBef>
            <a:spcAft>
              <a:spcPct val="15000"/>
            </a:spcAft>
            <a:buChar char="•"/>
          </a:pPr>
          <a:r>
            <a:rPr lang="en-US" sz="1600" kern="1200" dirty="0"/>
            <a:t>Diverse devices over which a system could run</a:t>
          </a:r>
        </a:p>
      </dsp:txBody>
      <dsp:txXfrm rot="5400000">
        <a:off x="9248588" y="840037"/>
        <a:ext cx="1719857" cy="252011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3EB323-A766-4536-B45E-4292C4FACAC7}">
      <dsp:nvSpPr>
        <dsp:cNvPr id="0" name=""/>
        <dsp:cNvSpPr/>
      </dsp:nvSpPr>
      <dsp:spPr>
        <a:xfrm>
          <a:off x="170905" y="253026"/>
          <a:ext cx="651826" cy="651826"/>
        </a:xfrm>
        <a:prstGeom prst="ellipse">
          <a:avLst/>
        </a:prstGeom>
        <a:solidFill>
          <a:schemeClr val="accent2">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C48B0252-8F2E-452B-BFD9-60934C92E5B1}">
      <dsp:nvSpPr>
        <dsp:cNvPr id="0" name=""/>
        <dsp:cNvSpPr/>
      </dsp:nvSpPr>
      <dsp:spPr>
        <a:xfrm>
          <a:off x="496819" y="253026"/>
          <a:ext cx="3477734" cy="651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6670" rIns="0" bIns="26670" numCol="1" spcCol="1270" anchor="ctr" anchorCtr="0">
          <a:noAutofit/>
        </a:bodyPr>
        <a:lstStyle/>
        <a:p>
          <a:pPr marL="0" lvl="0" indent="0" algn="l" defTabSz="933450">
            <a:lnSpc>
              <a:spcPct val="90000"/>
            </a:lnSpc>
            <a:spcBef>
              <a:spcPct val="0"/>
            </a:spcBef>
            <a:spcAft>
              <a:spcPct val="35000"/>
            </a:spcAft>
            <a:buNone/>
          </a:pPr>
          <a:r>
            <a:rPr lang="en-US" sz="2100" kern="1200" dirty="0"/>
            <a:t>High level requirements view in inner rounds</a:t>
          </a:r>
        </a:p>
      </dsp:txBody>
      <dsp:txXfrm>
        <a:off x="496819" y="253026"/>
        <a:ext cx="3477734" cy="651826"/>
      </dsp:txXfrm>
    </dsp:sp>
    <dsp:sp modelId="{40789B7E-95C8-4B25-B6AC-2595E519AE74}">
      <dsp:nvSpPr>
        <dsp:cNvPr id="0" name=""/>
        <dsp:cNvSpPr/>
      </dsp:nvSpPr>
      <dsp:spPr>
        <a:xfrm>
          <a:off x="170905" y="904853"/>
          <a:ext cx="651826" cy="651826"/>
        </a:xfrm>
        <a:prstGeom prst="ellipse">
          <a:avLst/>
        </a:prstGeom>
        <a:solidFill>
          <a:schemeClr val="accent3">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436BDDD5-DAEE-447B-8A03-B502A9C3C10E}">
      <dsp:nvSpPr>
        <dsp:cNvPr id="0" name=""/>
        <dsp:cNvSpPr/>
      </dsp:nvSpPr>
      <dsp:spPr>
        <a:xfrm>
          <a:off x="496819" y="904853"/>
          <a:ext cx="3477734" cy="651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6670" rIns="0" bIns="26670" numCol="1" spcCol="1270" anchor="ctr" anchorCtr="0">
          <a:noAutofit/>
        </a:bodyPr>
        <a:lstStyle/>
        <a:p>
          <a:pPr marL="0" lvl="0" indent="0" algn="l" defTabSz="933450">
            <a:lnSpc>
              <a:spcPct val="90000"/>
            </a:lnSpc>
            <a:spcBef>
              <a:spcPct val="0"/>
            </a:spcBef>
            <a:spcAft>
              <a:spcPct val="35000"/>
            </a:spcAft>
            <a:buNone/>
          </a:pPr>
          <a:r>
            <a:rPr lang="en-US" sz="2100" kern="1200" dirty="0"/>
            <a:t>Complex requirements in outer ones</a:t>
          </a:r>
        </a:p>
      </dsp:txBody>
      <dsp:txXfrm>
        <a:off x="496819" y="904853"/>
        <a:ext cx="3477734" cy="651826"/>
      </dsp:txXfrm>
    </dsp:sp>
    <dsp:sp modelId="{708EDB69-05D5-4EBD-8293-FA64961F51BD}">
      <dsp:nvSpPr>
        <dsp:cNvPr id="0" name=""/>
        <dsp:cNvSpPr/>
      </dsp:nvSpPr>
      <dsp:spPr>
        <a:xfrm>
          <a:off x="170905" y="1556680"/>
          <a:ext cx="651826" cy="651826"/>
        </a:xfrm>
        <a:prstGeom prst="ellipse">
          <a:avLst/>
        </a:prstGeom>
        <a:solidFill>
          <a:schemeClr val="accent4">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36E2F1A3-7741-4C53-89B1-4F8C7210934A}">
      <dsp:nvSpPr>
        <dsp:cNvPr id="0" name=""/>
        <dsp:cNvSpPr/>
      </dsp:nvSpPr>
      <dsp:spPr>
        <a:xfrm>
          <a:off x="496819" y="1556680"/>
          <a:ext cx="3477734" cy="651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6670" rIns="0" bIns="26670" numCol="1" spcCol="1270" anchor="ctr" anchorCtr="0">
          <a:noAutofit/>
        </a:bodyPr>
        <a:lstStyle/>
        <a:p>
          <a:pPr marL="0" lvl="0" indent="0" algn="l" defTabSz="933450">
            <a:lnSpc>
              <a:spcPct val="90000"/>
            </a:lnSpc>
            <a:spcBef>
              <a:spcPct val="0"/>
            </a:spcBef>
            <a:spcAft>
              <a:spcPct val="35000"/>
            </a:spcAft>
            <a:buNone/>
          </a:pPr>
          <a:r>
            <a:rPr lang="en-US" sz="2100" kern="1200" dirty="0"/>
            <a:t>Risk analysis </a:t>
          </a:r>
        </a:p>
      </dsp:txBody>
      <dsp:txXfrm>
        <a:off x="496819" y="1556680"/>
        <a:ext cx="3477734" cy="651826"/>
      </dsp:txXfrm>
    </dsp:sp>
    <dsp:sp modelId="{4957573B-F844-40BC-BE54-665ECE9FAAEF}">
      <dsp:nvSpPr>
        <dsp:cNvPr id="0" name=""/>
        <dsp:cNvSpPr/>
      </dsp:nvSpPr>
      <dsp:spPr>
        <a:xfrm>
          <a:off x="170905" y="2208507"/>
          <a:ext cx="651826" cy="651826"/>
        </a:xfrm>
        <a:prstGeom prst="ellipse">
          <a:avLst/>
        </a:prstGeom>
        <a:solidFill>
          <a:schemeClr val="accent5">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EA994F97-7AE6-4AAC-B7E7-20370F9CDB80}">
      <dsp:nvSpPr>
        <dsp:cNvPr id="0" name=""/>
        <dsp:cNvSpPr/>
      </dsp:nvSpPr>
      <dsp:spPr>
        <a:xfrm>
          <a:off x="496819" y="2208507"/>
          <a:ext cx="3477734" cy="651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6670" rIns="0" bIns="26670" numCol="1" spcCol="1270" anchor="ctr" anchorCtr="0">
          <a:noAutofit/>
        </a:bodyPr>
        <a:lstStyle/>
        <a:p>
          <a:pPr marL="0" lvl="0" indent="0" algn="l" defTabSz="933450">
            <a:lnSpc>
              <a:spcPct val="90000"/>
            </a:lnSpc>
            <a:spcBef>
              <a:spcPct val="0"/>
            </a:spcBef>
            <a:spcAft>
              <a:spcPct val="35000"/>
            </a:spcAft>
            <a:buNone/>
          </a:pPr>
          <a:r>
            <a:rPr lang="en-US" sz="2100" kern="1200" dirty="0"/>
            <a:t>Time and effort invested</a:t>
          </a:r>
        </a:p>
      </dsp:txBody>
      <dsp:txXfrm>
        <a:off x="496819" y="2208507"/>
        <a:ext cx="3477734" cy="65182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C8F58B-8A2F-4CDB-B5F6-B896E5AD1898}">
      <dsp:nvSpPr>
        <dsp:cNvPr id="0" name=""/>
        <dsp:cNvSpPr/>
      </dsp:nvSpPr>
      <dsp:spPr>
        <a:xfrm>
          <a:off x="0" y="360039"/>
          <a:ext cx="3384376" cy="3384376"/>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7AC821-0898-42DA-92A3-E141CB244CAF}">
      <dsp:nvSpPr>
        <dsp:cNvPr id="0" name=""/>
        <dsp:cNvSpPr/>
      </dsp:nvSpPr>
      <dsp:spPr>
        <a:xfrm>
          <a:off x="321515" y="681555"/>
          <a:ext cx="1319906" cy="1319906"/>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Find requirements. List all business req.</a:t>
          </a:r>
        </a:p>
      </dsp:txBody>
      <dsp:txXfrm>
        <a:off x="385948" y="745988"/>
        <a:ext cx="1191040" cy="1191040"/>
      </dsp:txXfrm>
    </dsp:sp>
    <dsp:sp modelId="{7B562D49-A61A-48BB-8345-A3C8CD4D0B6D}">
      <dsp:nvSpPr>
        <dsp:cNvPr id="0" name=""/>
        <dsp:cNvSpPr/>
      </dsp:nvSpPr>
      <dsp:spPr>
        <a:xfrm>
          <a:off x="1742953" y="681555"/>
          <a:ext cx="1319906" cy="1319906"/>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Classify as FR / NFR</a:t>
          </a:r>
        </a:p>
      </dsp:txBody>
      <dsp:txXfrm>
        <a:off x="1807386" y="745988"/>
        <a:ext cx="1191040" cy="1191040"/>
      </dsp:txXfrm>
    </dsp:sp>
    <dsp:sp modelId="{C9F9089D-D3E1-49DE-BC1E-BF7BD64CBD42}">
      <dsp:nvSpPr>
        <dsp:cNvPr id="0" name=""/>
        <dsp:cNvSpPr/>
      </dsp:nvSpPr>
      <dsp:spPr>
        <a:xfrm>
          <a:off x="321515" y="2102993"/>
          <a:ext cx="1319906" cy="1319906"/>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Prioritize </a:t>
          </a:r>
          <a:r>
            <a:rPr lang="en-US" sz="1300" kern="1200" dirty="0"/>
            <a:t>which module to implement first and </a:t>
          </a:r>
          <a:r>
            <a:rPr lang="en-US" sz="1300" b="1" kern="1200" dirty="0"/>
            <a:t>remove the conflicting requirements</a:t>
          </a:r>
        </a:p>
      </dsp:txBody>
      <dsp:txXfrm>
        <a:off x="385948" y="2167426"/>
        <a:ext cx="1191040" cy="1191040"/>
      </dsp:txXfrm>
    </dsp:sp>
    <dsp:sp modelId="{DA8F8166-629B-4C89-9A59-2294BFF350C3}">
      <dsp:nvSpPr>
        <dsp:cNvPr id="0" name=""/>
        <dsp:cNvSpPr/>
      </dsp:nvSpPr>
      <dsp:spPr>
        <a:xfrm>
          <a:off x="1742953" y="2102993"/>
          <a:ext cx="1319906" cy="1319906"/>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Requirements documented and move to next spiral round</a:t>
          </a:r>
        </a:p>
      </dsp:txBody>
      <dsp:txXfrm>
        <a:off x="1807386" y="2167426"/>
        <a:ext cx="1191040" cy="119104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88B1A3-959A-4618-B937-8570C8769415}">
      <dsp:nvSpPr>
        <dsp:cNvPr id="0" name=""/>
        <dsp:cNvSpPr/>
      </dsp:nvSpPr>
      <dsp:spPr>
        <a:xfrm rot="16200000">
          <a:off x="-1122886" y="1124735"/>
          <a:ext cx="4064000" cy="1814529"/>
        </a:xfrm>
        <a:prstGeom prst="flowChartManualOperation">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8337" bIns="0" numCol="1" spcCol="1270" anchor="t" anchorCtr="0">
          <a:noAutofit/>
        </a:bodyPr>
        <a:lstStyle/>
        <a:p>
          <a:pPr marL="0" lvl="0" indent="0" algn="l" defTabSz="889000">
            <a:lnSpc>
              <a:spcPct val="90000"/>
            </a:lnSpc>
            <a:spcBef>
              <a:spcPct val="0"/>
            </a:spcBef>
            <a:spcAft>
              <a:spcPct val="35000"/>
            </a:spcAft>
            <a:buNone/>
          </a:pPr>
          <a:r>
            <a:rPr lang="en-US" sz="2000" b="1" kern="1200" dirty="0"/>
            <a:t>Natural language</a:t>
          </a:r>
        </a:p>
        <a:p>
          <a:pPr marL="171450" lvl="1" indent="-171450" algn="l" defTabSz="711200">
            <a:lnSpc>
              <a:spcPct val="90000"/>
            </a:lnSpc>
            <a:spcBef>
              <a:spcPct val="0"/>
            </a:spcBef>
            <a:spcAft>
              <a:spcPct val="15000"/>
            </a:spcAft>
            <a:buChar char="•"/>
          </a:pPr>
          <a:r>
            <a:rPr lang="en-US" sz="1600" kern="1200" dirty="0"/>
            <a:t>Written in sentences</a:t>
          </a:r>
        </a:p>
        <a:p>
          <a:pPr marL="171450" lvl="1" indent="-171450" algn="l" defTabSz="711200">
            <a:lnSpc>
              <a:spcPct val="90000"/>
            </a:lnSpc>
            <a:spcBef>
              <a:spcPct val="0"/>
            </a:spcBef>
            <a:spcAft>
              <a:spcPct val="15000"/>
            </a:spcAft>
            <a:buChar char="•"/>
          </a:pPr>
          <a:r>
            <a:rPr lang="en-US" sz="1600" kern="1200" dirty="0"/>
            <a:t>Every sentence is a requirement</a:t>
          </a:r>
        </a:p>
      </dsp:txBody>
      <dsp:txXfrm rot="5400000">
        <a:off x="1849" y="812800"/>
        <a:ext cx="1814529" cy="2438400"/>
      </dsp:txXfrm>
    </dsp:sp>
    <dsp:sp modelId="{4DE6F185-3550-463F-95CA-4D940815D833}">
      <dsp:nvSpPr>
        <dsp:cNvPr id="0" name=""/>
        <dsp:cNvSpPr/>
      </dsp:nvSpPr>
      <dsp:spPr>
        <a:xfrm rot="16200000">
          <a:off x="827733" y="1124735"/>
          <a:ext cx="4064000" cy="1814529"/>
        </a:xfrm>
        <a:prstGeom prst="flowChartManualOperation">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8337" bIns="0" numCol="1" spcCol="1270" anchor="t" anchorCtr="0">
          <a:noAutofit/>
        </a:bodyPr>
        <a:lstStyle/>
        <a:p>
          <a:pPr marL="0" lvl="0" indent="0" algn="l" defTabSz="889000">
            <a:lnSpc>
              <a:spcPct val="90000"/>
            </a:lnSpc>
            <a:spcBef>
              <a:spcPct val="0"/>
            </a:spcBef>
            <a:spcAft>
              <a:spcPct val="35000"/>
            </a:spcAft>
            <a:buNone/>
          </a:pPr>
          <a:r>
            <a:rPr lang="en-US" sz="2000" b="1" kern="1200" dirty="0"/>
            <a:t>Structured natural language</a:t>
          </a:r>
        </a:p>
        <a:p>
          <a:pPr marL="171450" lvl="1" indent="-171450" algn="l" defTabSz="711200">
            <a:lnSpc>
              <a:spcPct val="90000"/>
            </a:lnSpc>
            <a:spcBef>
              <a:spcPct val="0"/>
            </a:spcBef>
            <a:spcAft>
              <a:spcPct val="15000"/>
            </a:spcAft>
            <a:buChar char="•"/>
          </a:pPr>
          <a:r>
            <a:rPr lang="en-US" sz="1600" kern="1200" dirty="0"/>
            <a:t>Written using standard template</a:t>
          </a:r>
        </a:p>
        <a:p>
          <a:pPr marL="171450" lvl="1" indent="-171450" algn="l" defTabSz="711200">
            <a:lnSpc>
              <a:spcPct val="90000"/>
            </a:lnSpc>
            <a:spcBef>
              <a:spcPct val="0"/>
            </a:spcBef>
            <a:spcAft>
              <a:spcPct val="15000"/>
            </a:spcAft>
            <a:buChar char="•"/>
          </a:pPr>
          <a:r>
            <a:rPr lang="en-US" sz="1600" kern="1200" dirty="0"/>
            <a:t>Every sentence mentions details of requirements.</a:t>
          </a:r>
        </a:p>
      </dsp:txBody>
      <dsp:txXfrm rot="5400000">
        <a:off x="1952468" y="812800"/>
        <a:ext cx="1814529" cy="2438400"/>
      </dsp:txXfrm>
    </dsp:sp>
    <dsp:sp modelId="{F518CC3A-539C-4EE3-BB14-78F9DD676434}">
      <dsp:nvSpPr>
        <dsp:cNvPr id="0" name=""/>
        <dsp:cNvSpPr/>
      </dsp:nvSpPr>
      <dsp:spPr>
        <a:xfrm rot="16200000">
          <a:off x="2778352" y="1124735"/>
          <a:ext cx="4064000" cy="1814529"/>
        </a:xfrm>
        <a:prstGeom prst="flowChartManualOperation">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8337" bIns="0" numCol="1" spcCol="1270" anchor="t" anchorCtr="0">
          <a:noAutofit/>
        </a:bodyPr>
        <a:lstStyle/>
        <a:p>
          <a:pPr marL="0" lvl="0" indent="0" algn="l" defTabSz="889000">
            <a:lnSpc>
              <a:spcPct val="90000"/>
            </a:lnSpc>
            <a:spcBef>
              <a:spcPct val="0"/>
            </a:spcBef>
            <a:spcAft>
              <a:spcPct val="35000"/>
            </a:spcAft>
            <a:buNone/>
          </a:pPr>
          <a:r>
            <a:rPr lang="en-US" sz="2000" b="1" kern="1200" dirty="0"/>
            <a:t>Graphical notations</a:t>
          </a:r>
        </a:p>
        <a:p>
          <a:pPr marL="171450" lvl="1" indent="-171450" algn="l" defTabSz="711200">
            <a:lnSpc>
              <a:spcPct val="90000"/>
            </a:lnSpc>
            <a:spcBef>
              <a:spcPct val="0"/>
            </a:spcBef>
            <a:spcAft>
              <a:spcPct val="15000"/>
            </a:spcAft>
            <a:buChar char="•"/>
          </a:pPr>
          <a:r>
            <a:rPr lang="en-US" sz="1600" kern="1200" dirty="0"/>
            <a:t>UML, use case and sequence diagrams</a:t>
          </a:r>
        </a:p>
      </dsp:txBody>
      <dsp:txXfrm rot="5400000">
        <a:off x="3903087" y="812800"/>
        <a:ext cx="1814529" cy="2438400"/>
      </dsp:txXfrm>
    </dsp:sp>
    <dsp:sp modelId="{BCCC8A6A-F214-4C07-9E01-CFD264473676}">
      <dsp:nvSpPr>
        <dsp:cNvPr id="0" name=""/>
        <dsp:cNvSpPr/>
      </dsp:nvSpPr>
      <dsp:spPr>
        <a:xfrm rot="16200000">
          <a:off x="4728972" y="1124735"/>
          <a:ext cx="4064000" cy="1814529"/>
        </a:xfrm>
        <a:prstGeom prst="flowChartManualOperation">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8337" bIns="0" numCol="1" spcCol="1270" anchor="t" anchorCtr="0">
          <a:noAutofit/>
        </a:bodyPr>
        <a:lstStyle/>
        <a:p>
          <a:pPr marL="0" lvl="0" indent="0" algn="l" defTabSz="889000">
            <a:lnSpc>
              <a:spcPct val="90000"/>
            </a:lnSpc>
            <a:spcBef>
              <a:spcPct val="0"/>
            </a:spcBef>
            <a:spcAft>
              <a:spcPct val="35000"/>
            </a:spcAft>
            <a:buNone/>
          </a:pPr>
          <a:r>
            <a:rPr lang="en-US" sz="2000" b="1" kern="1200" dirty="0"/>
            <a:t>Mathematical specifications</a:t>
          </a:r>
        </a:p>
        <a:p>
          <a:pPr marL="171450" lvl="1" indent="-171450" algn="l" defTabSz="711200">
            <a:lnSpc>
              <a:spcPct val="90000"/>
            </a:lnSpc>
            <a:spcBef>
              <a:spcPct val="0"/>
            </a:spcBef>
            <a:spcAft>
              <a:spcPct val="15000"/>
            </a:spcAft>
            <a:buChar char="•"/>
          </a:pPr>
          <a:r>
            <a:rPr lang="en-US" sz="1600" kern="1200" dirty="0"/>
            <a:t>Show via finite state machines</a:t>
          </a:r>
        </a:p>
      </dsp:txBody>
      <dsp:txXfrm rot="5400000">
        <a:off x="5853707" y="812800"/>
        <a:ext cx="1814529" cy="24384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FB49FB-1759-45D0-8BA2-131EB45FABAE}">
      <dsp:nvSpPr>
        <dsp:cNvPr id="0" name=""/>
        <dsp:cNvSpPr/>
      </dsp:nvSpPr>
      <dsp:spPr>
        <a:xfrm>
          <a:off x="-5203301" y="-796986"/>
          <a:ext cx="6196224" cy="6196224"/>
        </a:xfrm>
        <a:prstGeom prst="blockArc">
          <a:avLst>
            <a:gd name="adj1" fmla="val 18900000"/>
            <a:gd name="adj2" fmla="val 2700000"/>
            <a:gd name="adj3" fmla="val 349"/>
          </a:avLst>
        </a:pr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2C1E7A-C98B-4332-8C19-A30BCE9D7A98}">
      <dsp:nvSpPr>
        <dsp:cNvPr id="0" name=""/>
        <dsp:cNvSpPr/>
      </dsp:nvSpPr>
      <dsp:spPr>
        <a:xfrm>
          <a:off x="434275" y="287548"/>
          <a:ext cx="10474836" cy="575465"/>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6776" tIns="66040" rIns="66040" bIns="66040" numCol="1" spcCol="1270" anchor="ctr" anchorCtr="0">
          <a:noAutofit/>
        </a:bodyPr>
        <a:lstStyle/>
        <a:p>
          <a:pPr marL="0" lvl="0" indent="0" algn="l" defTabSz="1155700">
            <a:lnSpc>
              <a:spcPct val="90000"/>
            </a:lnSpc>
            <a:spcBef>
              <a:spcPct val="0"/>
            </a:spcBef>
            <a:spcAft>
              <a:spcPct val="35000"/>
            </a:spcAft>
            <a:buNone/>
          </a:pPr>
          <a:r>
            <a:rPr lang="en-GB" sz="2600" kern="1200" dirty="0"/>
            <a:t>Use a standard format for all requirements.</a:t>
          </a:r>
          <a:endParaRPr lang="en-US" sz="2600" kern="1200" dirty="0"/>
        </a:p>
      </dsp:txBody>
      <dsp:txXfrm>
        <a:off x="434275" y="287548"/>
        <a:ext cx="10474836" cy="575465"/>
      </dsp:txXfrm>
    </dsp:sp>
    <dsp:sp modelId="{ABBC2EB9-B098-4370-AB2B-1AF2582AC371}">
      <dsp:nvSpPr>
        <dsp:cNvPr id="0" name=""/>
        <dsp:cNvSpPr/>
      </dsp:nvSpPr>
      <dsp:spPr>
        <a:xfrm>
          <a:off x="74609" y="215615"/>
          <a:ext cx="719331" cy="719331"/>
        </a:xfrm>
        <a:prstGeom prst="ellipse">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C9F990E-62B4-4CEF-A8EB-29D39E675CC4}">
      <dsp:nvSpPr>
        <dsp:cNvPr id="0" name=""/>
        <dsp:cNvSpPr/>
      </dsp:nvSpPr>
      <dsp:spPr>
        <a:xfrm>
          <a:off x="846637" y="1150470"/>
          <a:ext cx="10062474" cy="575465"/>
        </a:xfrm>
        <a:prstGeom prst="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6776" tIns="66040" rIns="66040" bIns="66040" numCol="1" spcCol="1270" anchor="ctr" anchorCtr="0">
          <a:noAutofit/>
        </a:bodyPr>
        <a:lstStyle/>
        <a:p>
          <a:pPr marL="0" lvl="0" indent="0" algn="l" defTabSz="1155700">
            <a:lnSpc>
              <a:spcPct val="90000"/>
            </a:lnSpc>
            <a:spcBef>
              <a:spcPct val="0"/>
            </a:spcBef>
            <a:spcAft>
              <a:spcPct val="35000"/>
            </a:spcAft>
            <a:buNone/>
          </a:pPr>
          <a:r>
            <a:rPr lang="en-US" sz="2600" kern="1200" dirty="0"/>
            <a:t>Mention the mandatory &amp; desirable requirements separately</a:t>
          </a:r>
        </a:p>
      </dsp:txBody>
      <dsp:txXfrm>
        <a:off x="846637" y="1150470"/>
        <a:ext cx="10062474" cy="575465"/>
      </dsp:txXfrm>
    </dsp:sp>
    <dsp:sp modelId="{87601033-E99A-40F7-A4E8-9A022108CA0B}">
      <dsp:nvSpPr>
        <dsp:cNvPr id="0" name=""/>
        <dsp:cNvSpPr/>
      </dsp:nvSpPr>
      <dsp:spPr>
        <a:xfrm>
          <a:off x="486971" y="1078537"/>
          <a:ext cx="719331" cy="719331"/>
        </a:xfrm>
        <a:prstGeom prst="ellipse">
          <a:avLst/>
        </a:prstGeom>
        <a:solidFill>
          <a:schemeClr val="lt1">
            <a:hueOff val="0"/>
            <a:satOff val="0"/>
            <a:lumOff val="0"/>
            <a:alphaOff val="0"/>
          </a:schemeClr>
        </a:solidFill>
        <a:ln w="25400" cap="flat" cmpd="sng" algn="ctr">
          <a:solidFill>
            <a:schemeClr val="accent2">
              <a:hueOff val="1170380"/>
              <a:satOff val="-1460"/>
              <a:lumOff val="343"/>
              <a:alphaOff val="0"/>
            </a:schemeClr>
          </a:solidFill>
          <a:prstDash val="solid"/>
        </a:ln>
        <a:effectLst/>
      </dsp:spPr>
      <dsp:style>
        <a:lnRef idx="2">
          <a:scrgbClr r="0" g="0" b="0"/>
        </a:lnRef>
        <a:fillRef idx="1">
          <a:scrgbClr r="0" g="0" b="0"/>
        </a:fillRef>
        <a:effectRef idx="0">
          <a:scrgbClr r="0" g="0" b="0"/>
        </a:effectRef>
        <a:fontRef idx="minor"/>
      </dsp:style>
    </dsp:sp>
    <dsp:sp modelId="{FFD10C8E-FDC5-4E44-9A3E-014E1A8C1F0E}">
      <dsp:nvSpPr>
        <dsp:cNvPr id="0" name=""/>
        <dsp:cNvSpPr/>
      </dsp:nvSpPr>
      <dsp:spPr>
        <a:xfrm>
          <a:off x="973199" y="2013392"/>
          <a:ext cx="9935913" cy="575465"/>
        </a:xfrm>
        <a:prstGeom prst="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6776" tIns="66040" rIns="66040" bIns="66040" numCol="1" spcCol="1270" anchor="ctr" anchorCtr="0">
          <a:noAutofit/>
        </a:bodyPr>
        <a:lstStyle/>
        <a:p>
          <a:pPr marL="0" lvl="0" indent="0" algn="l" defTabSz="1155700">
            <a:lnSpc>
              <a:spcPct val="90000"/>
            </a:lnSpc>
            <a:spcBef>
              <a:spcPct val="0"/>
            </a:spcBef>
            <a:spcAft>
              <a:spcPct val="35000"/>
            </a:spcAft>
            <a:buNone/>
          </a:pPr>
          <a:r>
            <a:rPr lang="en-GB" sz="2600" kern="1200" dirty="0"/>
            <a:t>Highlight(Bold ,Italicize ,Underline) the key parts of the requirement.</a:t>
          </a:r>
          <a:endParaRPr lang="en-US" sz="2600" kern="1200" dirty="0"/>
        </a:p>
      </dsp:txBody>
      <dsp:txXfrm>
        <a:off x="973199" y="2013392"/>
        <a:ext cx="9935913" cy="575465"/>
      </dsp:txXfrm>
    </dsp:sp>
    <dsp:sp modelId="{69A36CFA-008C-412A-B8FD-1655732DB5E0}">
      <dsp:nvSpPr>
        <dsp:cNvPr id="0" name=""/>
        <dsp:cNvSpPr/>
      </dsp:nvSpPr>
      <dsp:spPr>
        <a:xfrm>
          <a:off x="613533" y="1941459"/>
          <a:ext cx="719331" cy="719331"/>
        </a:xfrm>
        <a:prstGeom prst="ellipse">
          <a:avLst/>
        </a:prstGeom>
        <a:solidFill>
          <a:schemeClr val="lt1">
            <a:hueOff val="0"/>
            <a:satOff val="0"/>
            <a:lumOff val="0"/>
            <a:alphaOff val="0"/>
          </a:schemeClr>
        </a:solidFill>
        <a:ln w="25400" cap="flat" cmpd="sng" algn="ctr">
          <a:solidFill>
            <a:schemeClr val="accent2">
              <a:hueOff val="2340759"/>
              <a:satOff val="-2919"/>
              <a:lumOff val="686"/>
              <a:alphaOff val="0"/>
            </a:schemeClr>
          </a:solidFill>
          <a:prstDash val="solid"/>
        </a:ln>
        <a:effectLst/>
      </dsp:spPr>
      <dsp:style>
        <a:lnRef idx="2">
          <a:scrgbClr r="0" g="0" b="0"/>
        </a:lnRef>
        <a:fillRef idx="1">
          <a:scrgbClr r="0" g="0" b="0"/>
        </a:fillRef>
        <a:effectRef idx="0">
          <a:scrgbClr r="0" g="0" b="0"/>
        </a:effectRef>
        <a:fontRef idx="minor"/>
      </dsp:style>
    </dsp:sp>
    <dsp:sp modelId="{C28F45B1-2FAB-49F9-9F75-30474FE043F9}">
      <dsp:nvSpPr>
        <dsp:cNvPr id="0" name=""/>
        <dsp:cNvSpPr/>
      </dsp:nvSpPr>
      <dsp:spPr>
        <a:xfrm>
          <a:off x="846637" y="2876314"/>
          <a:ext cx="10062474" cy="575465"/>
        </a:xfrm>
        <a:prstGeom prst="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6776" tIns="66040" rIns="66040" bIns="66040" numCol="1" spcCol="1270" anchor="ctr" anchorCtr="0">
          <a:noAutofit/>
        </a:bodyPr>
        <a:lstStyle/>
        <a:p>
          <a:pPr marL="0" lvl="0" indent="0" algn="l" defTabSz="1155700">
            <a:lnSpc>
              <a:spcPct val="90000"/>
            </a:lnSpc>
            <a:spcBef>
              <a:spcPct val="0"/>
            </a:spcBef>
            <a:spcAft>
              <a:spcPct val="35000"/>
            </a:spcAft>
            <a:buNone/>
          </a:pPr>
          <a:r>
            <a:rPr lang="en-GB" sz="2600" kern="1200" dirty="0"/>
            <a:t>Avoid using technical words and abbreviations.</a:t>
          </a:r>
          <a:endParaRPr lang="en-US" sz="2600" kern="1200" dirty="0"/>
        </a:p>
      </dsp:txBody>
      <dsp:txXfrm>
        <a:off x="846637" y="2876314"/>
        <a:ext cx="10062474" cy="575465"/>
      </dsp:txXfrm>
    </dsp:sp>
    <dsp:sp modelId="{DDAF1B1E-F113-422B-852B-FE9CDE0D33C0}">
      <dsp:nvSpPr>
        <dsp:cNvPr id="0" name=""/>
        <dsp:cNvSpPr/>
      </dsp:nvSpPr>
      <dsp:spPr>
        <a:xfrm>
          <a:off x="486971" y="2804381"/>
          <a:ext cx="719331" cy="719331"/>
        </a:xfrm>
        <a:prstGeom prst="ellipse">
          <a:avLst/>
        </a:prstGeom>
        <a:solidFill>
          <a:schemeClr val="lt1">
            <a:hueOff val="0"/>
            <a:satOff val="0"/>
            <a:lumOff val="0"/>
            <a:alphaOff val="0"/>
          </a:schemeClr>
        </a:solidFill>
        <a:ln w="25400" cap="flat" cmpd="sng" algn="ctr">
          <a:solidFill>
            <a:schemeClr val="accent2">
              <a:hueOff val="3511139"/>
              <a:satOff val="-4379"/>
              <a:lumOff val="1030"/>
              <a:alphaOff val="0"/>
            </a:schemeClr>
          </a:solidFill>
          <a:prstDash val="solid"/>
        </a:ln>
        <a:effectLst/>
      </dsp:spPr>
      <dsp:style>
        <a:lnRef idx="2">
          <a:scrgbClr r="0" g="0" b="0"/>
        </a:lnRef>
        <a:fillRef idx="1">
          <a:scrgbClr r="0" g="0" b="0"/>
        </a:fillRef>
        <a:effectRef idx="0">
          <a:scrgbClr r="0" g="0" b="0"/>
        </a:effectRef>
        <a:fontRef idx="minor"/>
      </dsp:style>
    </dsp:sp>
    <dsp:sp modelId="{866E26C1-844D-46C7-9449-660D075235AB}">
      <dsp:nvSpPr>
        <dsp:cNvPr id="0" name=""/>
        <dsp:cNvSpPr/>
      </dsp:nvSpPr>
      <dsp:spPr>
        <a:xfrm>
          <a:off x="434275" y="3739236"/>
          <a:ext cx="10474836" cy="575465"/>
        </a:xfrm>
        <a:prstGeom prst="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6776" tIns="66040" rIns="66040" bIns="66040" numCol="1" spcCol="1270" anchor="ctr" anchorCtr="0">
          <a:noAutofit/>
        </a:bodyPr>
        <a:lstStyle/>
        <a:p>
          <a:pPr marL="0" lvl="0" indent="0" algn="l" defTabSz="1155700">
            <a:lnSpc>
              <a:spcPct val="90000"/>
            </a:lnSpc>
            <a:spcBef>
              <a:spcPct val="0"/>
            </a:spcBef>
            <a:spcAft>
              <a:spcPct val="35000"/>
            </a:spcAft>
            <a:buNone/>
          </a:pPr>
          <a:r>
            <a:rPr lang="en-GB" sz="2600" kern="1200" dirty="0"/>
            <a:t>Mention why a requirement is necessary.</a:t>
          </a:r>
          <a:endParaRPr lang="en-US" sz="2600" kern="1200" dirty="0"/>
        </a:p>
      </dsp:txBody>
      <dsp:txXfrm>
        <a:off x="434275" y="3739236"/>
        <a:ext cx="10474836" cy="575465"/>
      </dsp:txXfrm>
    </dsp:sp>
    <dsp:sp modelId="{6331D65F-AC65-4782-8AA3-689D7A80E9E2}">
      <dsp:nvSpPr>
        <dsp:cNvPr id="0" name=""/>
        <dsp:cNvSpPr/>
      </dsp:nvSpPr>
      <dsp:spPr>
        <a:xfrm>
          <a:off x="74609" y="3667302"/>
          <a:ext cx="719331" cy="719331"/>
        </a:xfrm>
        <a:prstGeom prst="ellipse">
          <a:avLst/>
        </a:prstGeom>
        <a:solidFill>
          <a:schemeClr val="lt1">
            <a:hueOff val="0"/>
            <a:satOff val="0"/>
            <a:lumOff val="0"/>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B9A1E7-916F-45B0-9CA9-9F298AA8026F}">
      <dsp:nvSpPr>
        <dsp:cNvPr id="0" name=""/>
        <dsp:cNvSpPr/>
      </dsp:nvSpPr>
      <dsp:spPr>
        <a:xfrm>
          <a:off x="1283281" y="1912"/>
          <a:ext cx="1360353" cy="1360353"/>
        </a:xfrm>
        <a:prstGeom prst="ellipse">
          <a:avLst/>
        </a:prstGeom>
        <a:solidFill>
          <a:schemeClr val="accent2">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6A3F5894-7316-4697-A1FD-6F0067FE6236}">
      <dsp:nvSpPr>
        <dsp:cNvPr id="0" name=""/>
        <dsp:cNvSpPr/>
      </dsp:nvSpPr>
      <dsp:spPr>
        <a:xfrm>
          <a:off x="1963458" y="1912"/>
          <a:ext cx="7257984" cy="1360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30480" rIns="0" bIns="30480" numCol="1" spcCol="1270" anchor="ctr" anchorCtr="0">
          <a:noAutofit/>
        </a:bodyPr>
        <a:lstStyle/>
        <a:p>
          <a:pPr marL="0" lvl="0" indent="0" algn="l" defTabSz="1066800">
            <a:lnSpc>
              <a:spcPct val="90000"/>
            </a:lnSpc>
            <a:spcBef>
              <a:spcPct val="0"/>
            </a:spcBef>
            <a:spcAft>
              <a:spcPct val="35000"/>
            </a:spcAft>
            <a:buNone/>
          </a:pPr>
          <a:r>
            <a:rPr lang="en-GB" sz="2400" kern="1200" dirty="0"/>
            <a:t>Ambiguous requirement details</a:t>
          </a:r>
          <a:endParaRPr lang="en-US" sz="2400" kern="1200" dirty="0"/>
        </a:p>
      </dsp:txBody>
      <dsp:txXfrm>
        <a:off x="1963458" y="1912"/>
        <a:ext cx="7257984" cy="1360353"/>
      </dsp:txXfrm>
    </dsp:sp>
    <dsp:sp modelId="{791BFC66-44E2-4AE1-8A83-DE258AC95348}">
      <dsp:nvSpPr>
        <dsp:cNvPr id="0" name=""/>
        <dsp:cNvSpPr/>
      </dsp:nvSpPr>
      <dsp:spPr>
        <a:xfrm>
          <a:off x="1283281" y="1362266"/>
          <a:ext cx="1360353" cy="1360353"/>
        </a:xfrm>
        <a:prstGeom prst="ellipse">
          <a:avLst/>
        </a:prstGeom>
        <a:solidFill>
          <a:schemeClr val="accent2">
            <a:alpha val="50000"/>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3C8469D9-3D63-41D7-9FF8-800675DBC0E4}">
      <dsp:nvSpPr>
        <dsp:cNvPr id="0" name=""/>
        <dsp:cNvSpPr/>
      </dsp:nvSpPr>
      <dsp:spPr>
        <a:xfrm>
          <a:off x="1963458" y="1362266"/>
          <a:ext cx="7257984" cy="1360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30480" rIns="0" bIns="30480" numCol="1" spcCol="1270" anchor="ctr" anchorCtr="0">
          <a:noAutofit/>
        </a:bodyPr>
        <a:lstStyle/>
        <a:p>
          <a:pPr marL="0" lvl="0" indent="0" algn="l" defTabSz="1066800">
            <a:lnSpc>
              <a:spcPct val="90000"/>
            </a:lnSpc>
            <a:spcBef>
              <a:spcPct val="0"/>
            </a:spcBef>
            <a:spcAft>
              <a:spcPct val="35000"/>
            </a:spcAft>
            <a:buNone/>
          </a:pPr>
          <a:r>
            <a:rPr lang="en-GB" sz="2400" kern="1200" dirty="0"/>
            <a:t>Functional/non-functional Requirements not segregated</a:t>
          </a:r>
        </a:p>
      </dsp:txBody>
      <dsp:txXfrm>
        <a:off x="1963458" y="1362266"/>
        <a:ext cx="7257984" cy="1360353"/>
      </dsp:txXfrm>
    </dsp:sp>
    <dsp:sp modelId="{BE04BECF-C541-4243-8FD0-214696CC6523}">
      <dsp:nvSpPr>
        <dsp:cNvPr id="0" name=""/>
        <dsp:cNvSpPr/>
      </dsp:nvSpPr>
      <dsp:spPr>
        <a:xfrm>
          <a:off x="1283281" y="2722619"/>
          <a:ext cx="1360353" cy="1360353"/>
        </a:xfrm>
        <a:prstGeom prst="ellipse">
          <a:avLst/>
        </a:prstGeom>
        <a:solidFill>
          <a:schemeClr val="accent2">
            <a:alpha val="50000"/>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9AF55452-FEC6-4CAF-9BE9-A05D7B0C3AAD}">
      <dsp:nvSpPr>
        <dsp:cNvPr id="0" name=""/>
        <dsp:cNvSpPr/>
      </dsp:nvSpPr>
      <dsp:spPr>
        <a:xfrm>
          <a:off x="1963458" y="2722619"/>
          <a:ext cx="7257984" cy="1360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30480" rIns="0" bIns="30480" numCol="1" spcCol="1270" anchor="ctr" anchorCtr="0">
          <a:noAutofit/>
        </a:bodyPr>
        <a:lstStyle/>
        <a:p>
          <a:pPr marL="0" lvl="0" indent="0" algn="l" defTabSz="1066800">
            <a:lnSpc>
              <a:spcPct val="90000"/>
            </a:lnSpc>
            <a:spcBef>
              <a:spcPct val="0"/>
            </a:spcBef>
            <a:spcAft>
              <a:spcPct val="35000"/>
            </a:spcAft>
            <a:buNone/>
          </a:pPr>
          <a:r>
            <a:rPr lang="en-GB" sz="2400" kern="1200" dirty="0"/>
            <a:t>Requirements amalgamation will lead to longer deadlines in development</a:t>
          </a:r>
        </a:p>
        <a:p>
          <a:pPr marL="0" lvl="0" indent="0" algn="l" defTabSz="1066800">
            <a:lnSpc>
              <a:spcPct val="90000"/>
            </a:lnSpc>
            <a:spcBef>
              <a:spcPct val="0"/>
            </a:spcBef>
            <a:spcAft>
              <a:spcPct val="35000"/>
            </a:spcAft>
            <a:buNone/>
          </a:pPr>
          <a:r>
            <a:rPr lang="en-GB" sz="2400" kern="1200" dirty="0"/>
            <a:t>e.g., “when an employee enters the building, his entry is maintained in the log and his computer shall be booted”</a:t>
          </a:r>
          <a:endParaRPr lang="en-US" sz="2400" kern="1200" dirty="0"/>
        </a:p>
      </dsp:txBody>
      <dsp:txXfrm>
        <a:off x="1963458" y="2722619"/>
        <a:ext cx="7257984" cy="136035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9AFDB8-D24C-464F-8E7C-2DE896BCEE6F}">
      <dsp:nvSpPr>
        <dsp:cNvPr id="0" name=""/>
        <dsp:cNvSpPr/>
      </dsp:nvSpPr>
      <dsp:spPr>
        <a:xfrm>
          <a:off x="0" y="25099"/>
          <a:ext cx="9724308" cy="131093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Writer is limited to follow the template.</a:t>
          </a:r>
        </a:p>
      </dsp:txBody>
      <dsp:txXfrm>
        <a:off x="63994" y="89093"/>
        <a:ext cx="9596320" cy="1182942"/>
      </dsp:txXfrm>
    </dsp:sp>
    <dsp:sp modelId="{EA4AA82C-507A-42A9-A870-A111B1F8D1B2}">
      <dsp:nvSpPr>
        <dsp:cNvPr id="0" name=""/>
        <dsp:cNvSpPr/>
      </dsp:nvSpPr>
      <dsp:spPr>
        <a:xfrm>
          <a:off x="0" y="1431069"/>
          <a:ext cx="9724308" cy="1310930"/>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Fit for defined requirement applications. E.g. Embedded systems</a:t>
          </a:r>
        </a:p>
      </dsp:txBody>
      <dsp:txXfrm>
        <a:off x="63994" y="1495063"/>
        <a:ext cx="9596320" cy="1182942"/>
      </dsp:txXfrm>
    </dsp:sp>
    <dsp:sp modelId="{29EF15A4-C80C-423E-B17C-49E10433AD91}">
      <dsp:nvSpPr>
        <dsp:cNvPr id="0" name=""/>
        <dsp:cNvSpPr/>
      </dsp:nvSpPr>
      <dsp:spPr>
        <a:xfrm>
          <a:off x="0" y="2837039"/>
          <a:ext cx="9724308" cy="131093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Not fit for systems having evolutionary requirements. E.g., Business applications</a:t>
          </a:r>
        </a:p>
      </dsp:txBody>
      <dsp:txXfrm>
        <a:off x="63994" y="2901033"/>
        <a:ext cx="9596320" cy="118294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E591D1-7F52-4D85-934B-2F70CD163A9A}">
      <dsp:nvSpPr>
        <dsp:cNvPr id="0" name=""/>
        <dsp:cNvSpPr/>
      </dsp:nvSpPr>
      <dsp:spPr>
        <a:xfrm>
          <a:off x="0" y="1357788"/>
          <a:ext cx="8229600" cy="1810385"/>
        </a:xfrm>
        <a:prstGeom prst="notched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50B12E-E35D-4E9D-9FA8-42A868D2CEAA}">
      <dsp:nvSpPr>
        <dsp:cNvPr id="0" name=""/>
        <dsp:cNvSpPr/>
      </dsp:nvSpPr>
      <dsp:spPr>
        <a:xfrm>
          <a:off x="632" y="0"/>
          <a:ext cx="1014434" cy="18103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l" defTabSz="533400">
            <a:lnSpc>
              <a:spcPct val="90000"/>
            </a:lnSpc>
            <a:spcBef>
              <a:spcPct val="0"/>
            </a:spcBef>
            <a:spcAft>
              <a:spcPct val="35000"/>
            </a:spcAft>
            <a:buNone/>
          </a:pPr>
          <a:r>
            <a:rPr lang="en-GB" sz="1200" b="1" kern="1200" dirty="0"/>
            <a:t>Definition of the function </a:t>
          </a:r>
          <a:r>
            <a:rPr lang="en-GB" sz="1200" b="0" kern="1200" dirty="0"/>
            <a:t>or entity.</a:t>
          </a:r>
          <a:endParaRPr lang="en-US" sz="1200" b="0" kern="1200" dirty="0"/>
        </a:p>
      </dsp:txBody>
      <dsp:txXfrm>
        <a:off x="632" y="0"/>
        <a:ext cx="1014434" cy="1810385"/>
      </dsp:txXfrm>
    </dsp:sp>
    <dsp:sp modelId="{DDFC7985-C106-4F49-9ADB-49FF86BEB800}">
      <dsp:nvSpPr>
        <dsp:cNvPr id="0" name=""/>
        <dsp:cNvSpPr/>
      </dsp:nvSpPr>
      <dsp:spPr>
        <a:xfrm>
          <a:off x="281552" y="2036683"/>
          <a:ext cx="452596" cy="452596"/>
        </a:xfrm>
        <a:prstGeom prst="ellips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C3CA6F-6AA7-4235-BA90-2AFABCF7494D}">
      <dsp:nvSpPr>
        <dsp:cNvPr id="0" name=""/>
        <dsp:cNvSpPr/>
      </dsp:nvSpPr>
      <dsp:spPr>
        <a:xfrm>
          <a:off x="1065789" y="2715577"/>
          <a:ext cx="1014434" cy="18103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None/>
          </a:pPr>
          <a:r>
            <a:rPr lang="en-GB" sz="1200" b="1" kern="1200" dirty="0"/>
            <a:t>Description of inputs </a:t>
          </a:r>
          <a:r>
            <a:rPr lang="en-GB" sz="1200" b="0" kern="1200" dirty="0"/>
            <a:t>and where they come from.</a:t>
          </a:r>
          <a:endParaRPr lang="en-US" sz="1200" b="0" kern="1200" dirty="0"/>
        </a:p>
      </dsp:txBody>
      <dsp:txXfrm>
        <a:off x="1065789" y="2715577"/>
        <a:ext cx="1014434" cy="1810385"/>
      </dsp:txXfrm>
    </dsp:sp>
    <dsp:sp modelId="{0FCAB9D2-6A8A-4501-81AE-54EB5428F336}">
      <dsp:nvSpPr>
        <dsp:cNvPr id="0" name=""/>
        <dsp:cNvSpPr/>
      </dsp:nvSpPr>
      <dsp:spPr>
        <a:xfrm>
          <a:off x="1346708" y="2036683"/>
          <a:ext cx="452596" cy="452596"/>
        </a:xfrm>
        <a:prstGeom prst="ellipse">
          <a:avLst/>
        </a:prstGeom>
        <a:solidFill>
          <a:schemeClr val="accent2">
            <a:hueOff val="780253"/>
            <a:satOff val="-973"/>
            <a:lumOff val="22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F919DC-0135-4A09-9448-D14FCBF359E9}">
      <dsp:nvSpPr>
        <dsp:cNvPr id="0" name=""/>
        <dsp:cNvSpPr/>
      </dsp:nvSpPr>
      <dsp:spPr>
        <a:xfrm>
          <a:off x="2130946" y="0"/>
          <a:ext cx="1014434" cy="18103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l" defTabSz="533400">
            <a:lnSpc>
              <a:spcPct val="90000"/>
            </a:lnSpc>
            <a:spcBef>
              <a:spcPct val="0"/>
            </a:spcBef>
            <a:spcAft>
              <a:spcPct val="35000"/>
            </a:spcAft>
            <a:buNone/>
          </a:pPr>
          <a:r>
            <a:rPr lang="en-GB" sz="1200" b="1" kern="1200" dirty="0"/>
            <a:t>Description of outputs </a:t>
          </a:r>
          <a:r>
            <a:rPr lang="en-GB" sz="1200" b="0" kern="1200" dirty="0"/>
            <a:t>and where they go to.</a:t>
          </a:r>
          <a:endParaRPr lang="en-US" sz="1200" b="0" kern="1200" dirty="0"/>
        </a:p>
      </dsp:txBody>
      <dsp:txXfrm>
        <a:off x="2130946" y="0"/>
        <a:ext cx="1014434" cy="1810385"/>
      </dsp:txXfrm>
    </dsp:sp>
    <dsp:sp modelId="{2CCC3DC2-A61F-4DE2-8072-E816ECB9854C}">
      <dsp:nvSpPr>
        <dsp:cNvPr id="0" name=""/>
        <dsp:cNvSpPr/>
      </dsp:nvSpPr>
      <dsp:spPr>
        <a:xfrm>
          <a:off x="2411865" y="2036683"/>
          <a:ext cx="452596" cy="452596"/>
        </a:xfrm>
        <a:prstGeom prst="ellipse">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7B8A55-7E23-42D1-9E11-39406572027B}">
      <dsp:nvSpPr>
        <dsp:cNvPr id="0" name=""/>
        <dsp:cNvSpPr/>
      </dsp:nvSpPr>
      <dsp:spPr>
        <a:xfrm>
          <a:off x="3196102" y="2715577"/>
          <a:ext cx="1014434" cy="18103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None/>
          </a:pPr>
          <a:r>
            <a:rPr lang="en-GB" sz="1200" b="0" kern="1200" dirty="0"/>
            <a:t>Information about the </a:t>
          </a:r>
          <a:r>
            <a:rPr lang="en-GB" sz="1200" b="1" kern="1200" dirty="0"/>
            <a:t>information needed for the computation </a:t>
          </a:r>
          <a:r>
            <a:rPr lang="en-GB" sz="1200" b="0" kern="1200" dirty="0"/>
            <a:t>and other entities used.</a:t>
          </a:r>
          <a:endParaRPr lang="en-US" sz="1200" b="0" kern="1200" dirty="0"/>
        </a:p>
      </dsp:txBody>
      <dsp:txXfrm>
        <a:off x="3196102" y="2715577"/>
        <a:ext cx="1014434" cy="1810385"/>
      </dsp:txXfrm>
    </dsp:sp>
    <dsp:sp modelId="{527B154A-51C6-43CE-B6DB-9CFB72C16E58}">
      <dsp:nvSpPr>
        <dsp:cNvPr id="0" name=""/>
        <dsp:cNvSpPr/>
      </dsp:nvSpPr>
      <dsp:spPr>
        <a:xfrm>
          <a:off x="3477021" y="2036683"/>
          <a:ext cx="452596" cy="452596"/>
        </a:xfrm>
        <a:prstGeom prst="ellipse">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00179A3-9554-435F-8B5B-C1C9A1B51466}">
      <dsp:nvSpPr>
        <dsp:cNvPr id="0" name=""/>
        <dsp:cNvSpPr/>
      </dsp:nvSpPr>
      <dsp:spPr>
        <a:xfrm>
          <a:off x="4261259" y="0"/>
          <a:ext cx="1014434" cy="18103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l" defTabSz="533400">
            <a:lnSpc>
              <a:spcPct val="90000"/>
            </a:lnSpc>
            <a:spcBef>
              <a:spcPct val="0"/>
            </a:spcBef>
            <a:spcAft>
              <a:spcPct val="35000"/>
            </a:spcAft>
            <a:buNone/>
          </a:pPr>
          <a:r>
            <a:rPr lang="en-GB" sz="1200" b="0" kern="1200" dirty="0"/>
            <a:t>Description of the </a:t>
          </a:r>
          <a:r>
            <a:rPr lang="en-GB" sz="1200" b="1" kern="1200" dirty="0"/>
            <a:t>action to be taken.</a:t>
          </a:r>
          <a:endParaRPr lang="en-US" sz="1200" b="1" kern="1200" dirty="0"/>
        </a:p>
      </dsp:txBody>
      <dsp:txXfrm>
        <a:off x="4261259" y="0"/>
        <a:ext cx="1014434" cy="1810385"/>
      </dsp:txXfrm>
    </dsp:sp>
    <dsp:sp modelId="{14E311F5-2576-4E0D-8DDF-1997635919C9}">
      <dsp:nvSpPr>
        <dsp:cNvPr id="0" name=""/>
        <dsp:cNvSpPr/>
      </dsp:nvSpPr>
      <dsp:spPr>
        <a:xfrm>
          <a:off x="4542178" y="2036683"/>
          <a:ext cx="452596" cy="452596"/>
        </a:xfrm>
        <a:prstGeom prst="ellipse">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A81367F-4F6A-438A-BF7F-EA7323DF77D9}">
      <dsp:nvSpPr>
        <dsp:cNvPr id="0" name=""/>
        <dsp:cNvSpPr/>
      </dsp:nvSpPr>
      <dsp:spPr>
        <a:xfrm>
          <a:off x="5326415" y="2715577"/>
          <a:ext cx="1014434" cy="18103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None/>
          </a:pPr>
          <a:r>
            <a:rPr lang="en-GB" sz="1200" b="1" kern="1200" dirty="0"/>
            <a:t>Pre and post conditions</a:t>
          </a:r>
          <a:r>
            <a:rPr lang="en-GB" sz="1200" b="0" kern="1200" dirty="0"/>
            <a:t> (if appropriate).</a:t>
          </a:r>
          <a:endParaRPr lang="en-US" sz="1200" b="0" kern="1200" dirty="0"/>
        </a:p>
      </dsp:txBody>
      <dsp:txXfrm>
        <a:off x="5326415" y="2715577"/>
        <a:ext cx="1014434" cy="1810385"/>
      </dsp:txXfrm>
    </dsp:sp>
    <dsp:sp modelId="{FFA0FC80-0064-4B0B-A500-DA4D86920752}">
      <dsp:nvSpPr>
        <dsp:cNvPr id="0" name=""/>
        <dsp:cNvSpPr/>
      </dsp:nvSpPr>
      <dsp:spPr>
        <a:xfrm>
          <a:off x="5607334" y="2036683"/>
          <a:ext cx="452596" cy="452596"/>
        </a:xfrm>
        <a:prstGeom prst="ellipse">
          <a:avLst/>
        </a:prstGeom>
        <a:solidFill>
          <a:schemeClr val="accent2">
            <a:hueOff val="3901266"/>
            <a:satOff val="-4866"/>
            <a:lumOff val="114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3A8B5C-1BBB-4245-8A87-1155219A1234}">
      <dsp:nvSpPr>
        <dsp:cNvPr id="0" name=""/>
        <dsp:cNvSpPr/>
      </dsp:nvSpPr>
      <dsp:spPr>
        <a:xfrm>
          <a:off x="6391572" y="0"/>
          <a:ext cx="1014434" cy="18103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l" defTabSz="533400">
            <a:lnSpc>
              <a:spcPct val="90000"/>
            </a:lnSpc>
            <a:spcBef>
              <a:spcPct val="0"/>
            </a:spcBef>
            <a:spcAft>
              <a:spcPct val="35000"/>
            </a:spcAft>
            <a:buNone/>
          </a:pPr>
          <a:r>
            <a:rPr lang="en-GB" sz="1200" b="0" kern="1200" dirty="0"/>
            <a:t>The </a:t>
          </a:r>
          <a:r>
            <a:rPr lang="en-GB" sz="1200" b="1" kern="1200" dirty="0"/>
            <a:t>side effects</a:t>
          </a:r>
          <a:r>
            <a:rPr lang="en-GB" sz="1200" b="0" kern="1200" dirty="0"/>
            <a:t> (if any) of the function.</a:t>
          </a:r>
          <a:endParaRPr lang="en-US" sz="1200" b="0" kern="1200" dirty="0"/>
        </a:p>
      </dsp:txBody>
      <dsp:txXfrm>
        <a:off x="6391572" y="0"/>
        <a:ext cx="1014434" cy="1810385"/>
      </dsp:txXfrm>
    </dsp:sp>
    <dsp:sp modelId="{0848B611-86C7-45CC-A83E-EFB70728C4EA}">
      <dsp:nvSpPr>
        <dsp:cNvPr id="0" name=""/>
        <dsp:cNvSpPr/>
      </dsp:nvSpPr>
      <dsp:spPr>
        <a:xfrm>
          <a:off x="6672491" y="2036683"/>
          <a:ext cx="452596" cy="452596"/>
        </a:xfrm>
        <a:prstGeom prst="ellipse">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3C5F41-7FEB-44C6-AE0D-BEEDF13D9554}">
      <dsp:nvSpPr>
        <dsp:cNvPr id="0" name=""/>
        <dsp:cNvSpPr/>
      </dsp:nvSpPr>
      <dsp:spPr>
        <a:xfrm>
          <a:off x="0" y="73908"/>
          <a:ext cx="8128000" cy="62361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customer</a:t>
          </a:r>
        </a:p>
      </dsp:txBody>
      <dsp:txXfrm>
        <a:off x="30442" y="104350"/>
        <a:ext cx="8067116" cy="562726"/>
      </dsp:txXfrm>
    </dsp:sp>
    <dsp:sp modelId="{4A9BE8C4-8BC0-4E7E-A6C4-7F0D60E9B183}">
      <dsp:nvSpPr>
        <dsp:cNvPr id="0" name=""/>
        <dsp:cNvSpPr/>
      </dsp:nvSpPr>
      <dsp:spPr>
        <a:xfrm>
          <a:off x="0" y="697518"/>
          <a:ext cx="81280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To have an idea of the requirements listed correctly</a:t>
          </a:r>
        </a:p>
      </dsp:txBody>
      <dsp:txXfrm>
        <a:off x="0" y="697518"/>
        <a:ext cx="8128000" cy="430560"/>
      </dsp:txXfrm>
    </dsp:sp>
    <dsp:sp modelId="{1E4DF51E-1E63-4361-BD95-AC330FBF7ED5}">
      <dsp:nvSpPr>
        <dsp:cNvPr id="0" name=""/>
        <dsp:cNvSpPr/>
      </dsp:nvSpPr>
      <dsp:spPr>
        <a:xfrm>
          <a:off x="0" y="1128078"/>
          <a:ext cx="8128000" cy="62361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managers</a:t>
          </a:r>
        </a:p>
      </dsp:txBody>
      <dsp:txXfrm>
        <a:off x="30442" y="1158520"/>
        <a:ext cx="8067116" cy="562726"/>
      </dsp:txXfrm>
    </dsp:sp>
    <dsp:sp modelId="{19E07A1C-AC23-4381-A445-4174A2878858}">
      <dsp:nvSpPr>
        <dsp:cNvPr id="0" name=""/>
        <dsp:cNvSpPr/>
      </dsp:nvSpPr>
      <dsp:spPr>
        <a:xfrm>
          <a:off x="0" y="1751688"/>
          <a:ext cx="81280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To plan a bid for the contract</a:t>
          </a:r>
        </a:p>
      </dsp:txBody>
      <dsp:txXfrm>
        <a:off x="0" y="1751688"/>
        <a:ext cx="8128000" cy="430560"/>
      </dsp:txXfrm>
    </dsp:sp>
    <dsp:sp modelId="{1685BF0D-0364-4146-8125-7CA7811749DC}">
      <dsp:nvSpPr>
        <dsp:cNvPr id="0" name=""/>
        <dsp:cNvSpPr/>
      </dsp:nvSpPr>
      <dsp:spPr>
        <a:xfrm>
          <a:off x="0" y="2182248"/>
          <a:ext cx="8128000" cy="62361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System engineers</a:t>
          </a:r>
        </a:p>
      </dsp:txBody>
      <dsp:txXfrm>
        <a:off x="30442" y="2212690"/>
        <a:ext cx="8067116" cy="562726"/>
      </dsp:txXfrm>
    </dsp:sp>
    <dsp:sp modelId="{6CF83193-9439-43B1-95BD-5097F3957DF1}">
      <dsp:nvSpPr>
        <dsp:cNvPr id="0" name=""/>
        <dsp:cNvSpPr/>
      </dsp:nvSpPr>
      <dsp:spPr>
        <a:xfrm>
          <a:off x="0" y="2805858"/>
          <a:ext cx="81280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To develop system</a:t>
          </a:r>
        </a:p>
      </dsp:txBody>
      <dsp:txXfrm>
        <a:off x="0" y="2805858"/>
        <a:ext cx="8128000" cy="430560"/>
      </dsp:txXfrm>
    </dsp:sp>
    <dsp:sp modelId="{A029AADA-B959-478D-B8BC-8D36C9D6B78A}">
      <dsp:nvSpPr>
        <dsp:cNvPr id="0" name=""/>
        <dsp:cNvSpPr/>
      </dsp:nvSpPr>
      <dsp:spPr>
        <a:xfrm>
          <a:off x="0" y="3236418"/>
          <a:ext cx="8128000" cy="62361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Test engineers</a:t>
          </a:r>
        </a:p>
      </dsp:txBody>
      <dsp:txXfrm>
        <a:off x="30442" y="3266860"/>
        <a:ext cx="8067116" cy="562726"/>
      </dsp:txXfrm>
    </dsp:sp>
    <dsp:sp modelId="{15F878C4-7824-4978-8672-CCDAADD6E272}">
      <dsp:nvSpPr>
        <dsp:cNvPr id="0" name=""/>
        <dsp:cNvSpPr/>
      </dsp:nvSpPr>
      <dsp:spPr>
        <a:xfrm>
          <a:off x="0" y="3860028"/>
          <a:ext cx="81280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To validate the system by writing and executing test cases</a:t>
          </a:r>
        </a:p>
      </dsp:txBody>
      <dsp:txXfrm>
        <a:off x="0" y="3860028"/>
        <a:ext cx="8128000" cy="430560"/>
      </dsp:txXfrm>
    </dsp:sp>
    <dsp:sp modelId="{07E0CD35-FE34-46AD-975C-3EFC6B2B0EE3}">
      <dsp:nvSpPr>
        <dsp:cNvPr id="0" name=""/>
        <dsp:cNvSpPr/>
      </dsp:nvSpPr>
      <dsp:spPr>
        <a:xfrm>
          <a:off x="0" y="4290588"/>
          <a:ext cx="8128000" cy="62361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Maintenance engineers</a:t>
          </a:r>
        </a:p>
      </dsp:txBody>
      <dsp:txXfrm>
        <a:off x="30442" y="4321030"/>
        <a:ext cx="8067116" cy="562726"/>
      </dsp:txXfrm>
    </dsp:sp>
    <dsp:sp modelId="{F65C6881-D2F2-426D-A4E6-04462EC5A432}">
      <dsp:nvSpPr>
        <dsp:cNvPr id="0" name=""/>
        <dsp:cNvSpPr/>
      </dsp:nvSpPr>
      <dsp:spPr>
        <a:xfrm>
          <a:off x="0" y="4914198"/>
          <a:ext cx="81280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For system evolution, check change possibility</a:t>
          </a:r>
        </a:p>
      </dsp:txBody>
      <dsp:txXfrm>
        <a:off x="0" y="4914198"/>
        <a:ext cx="8128000" cy="43056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F0DBBF-1BE6-4DD5-B44A-195FD1B9EA5A}">
      <dsp:nvSpPr>
        <dsp:cNvPr id="0" name=""/>
        <dsp:cNvSpPr/>
      </dsp:nvSpPr>
      <dsp:spPr>
        <a:xfrm>
          <a:off x="3840479" y="1546"/>
          <a:ext cx="5760720" cy="837568"/>
        </a:xfrm>
        <a:prstGeom prst="rightArrow">
          <a:avLst>
            <a:gd name="adj1" fmla="val 75000"/>
            <a:gd name="adj2" fmla="val 50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795" tIns="10795" rIns="10795" bIns="10795" numCol="1" spcCol="1270" anchor="t" anchorCtr="0">
          <a:noAutofit/>
        </a:bodyPr>
        <a:lstStyle/>
        <a:p>
          <a:pPr marL="171450" lvl="1" indent="-171450" algn="l" defTabSz="755650" rtl="0">
            <a:lnSpc>
              <a:spcPct val="90000"/>
            </a:lnSpc>
            <a:spcBef>
              <a:spcPct val="0"/>
            </a:spcBef>
            <a:spcAft>
              <a:spcPct val="15000"/>
            </a:spcAft>
            <a:buChar char="•"/>
          </a:pPr>
          <a:r>
            <a:rPr lang="en-GB" sz="1700" kern="1200" dirty="0"/>
            <a:t>Either the </a:t>
          </a:r>
          <a:r>
            <a:rPr lang="en-GB" sz="1700" b="1" kern="1200" dirty="0"/>
            <a:t>requirement reflecting real needs of user</a:t>
          </a:r>
          <a:r>
            <a:rPr lang="en-GB" sz="1700" kern="1200" dirty="0"/>
            <a:t>?</a:t>
          </a:r>
          <a:endParaRPr lang="en-US" sz="1700" kern="1200" dirty="0"/>
        </a:p>
        <a:p>
          <a:pPr marL="171450" lvl="1" indent="-171450" algn="l" defTabSz="755650" rtl="0">
            <a:lnSpc>
              <a:spcPct val="90000"/>
            </a:lnSpc>
            <a:spcBef>
              <a:spcPct val="0"/>
            </a:spcBef>
            <a:spcAft>
              <a:spcPct val="15000"/>
            </a:spcAft>
            <a:buChar char="•"/>
          </a:pPr>
          <a:r>
            <a:rPr lang="en-GB" sz="1700" kern="1200" dirty="0"/>
            <a:t>As user requirements might have changed after elicitation.</a:t>
          </a:r>
          <a:endParaRPr lang="en-US" sz="1700" kern="1200" dirty="0"/>
        </a:p>
      </dsp:txBody>
      <dsp:txXfrm>
        <a:off x="3840479" y="106242"/>
        <a:ext cx="5446632" cy="628176"/>
      </dsp:txXfrm>
    </dsp:sp>
    <dsp:sp modelId="{EA41108F-77F6-4E59-9484-FFA3D13A8510}">
      <dsp:nvSpPr>
        <dsp:cNvPr id="0" name=""/>
        <dsp:cNvSpPr/>
      </dsp:nvSpPr>
      <dsp:spPr>
        <a:xfrm>
          <a:off x="0" y="1546"/>
          <a:ext cx="3840480" cy="837568"/>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78105" rIns="156210" bIns="78105" numCol="1" spcCol="1270" anchor="ctr" anchorCtr="0">
          <a:noAutofit/>
        </a:bodyPr>
        <a:lstStyle/>
        <a:p>
          <a:pPr marL="0" lvl="0" indent="0" algn="ctr" defTabSz="1822450" rtl="0">
            <a:lnSpc>
              <a:spcPct val="90000"/>
            </a:lnSpc>
            <a:spcBef>
              <a:spcPct val="0"/>
            </a:spcBef>
            <a:spcAft>
              <a:spcPct val="35000"/>
            </a:spcAft>
            <a:buNone/>
          </a:pPr>
          <a:r>
            <a:rPr lang="en-GB" sz="4100" kern="1200" dirty="0"/>
            <a:t>Validity. </a:t>
          </a:r>
          <a:endParaRPr lang="en-US" sz="4100" kern="1200" dirty="0"/>
        </a:p>
      </dsp:txBody>
      <dsp:txXfrm>
        <a:off x="40887" y="42433"/>
        <a:ext cx="3758706" cy="755794"/>
      </dsp:txXfrm>
    </dsp:sp>
    <dsp:sp modelId="{FD21C5DE-E0CF-4C55-8121-F4956AFFED44}">
      <dsp:nvSpPr>
        <dsp:cNvPr id="0" name=""/>
        <dsp:cNvSpPr/>
      </dsp:nvSpPr>
      <dsp:spPr>
        <a:xfrm>
          <a:off x="3840479" y="922872"/>
          <a:ext cx="5760720" cy="837568"/>
        </a:xfrm>
        <a:prstGeom prst="rightArrow">
          <a:avLst>
            <a:gd name="adj1" fmla="val 75000"/>
            <a:gd name="adj2" fmla="val 50000"/>
          </a:avLst>
        </a:prstGeom>
        <a:solidFill>
          <a:schemeClr val="accent2">
            <a:tint val="40000"/>
            <a:alpha val="90000"/>
            <a:hueOff val="1256455"/>
            <a:satOff val="-1094"/>
            <a:lumOff val="-1"/>
            <a:alphaOff val="0"/>
          </a:schemeClr>
        </a:solidFill>
        <a:ln w="25400" cap="flat" cmpd="sng" algn="ctr">
          <a:solidFill>
            <a:schemeClr val="accent2">
              <a:tint val="40000"/>
              <a:alpha val="90000"/>
              <a:hueOff val="1256455"/>
              <a:satOff val="-1094"/>
              <a:lumOff val="-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795" tIns="10795" rIns="10795" bIns="10795" numCol="1" spcCol="1270" anchor="t" anchorCtr="0">
          <a:noAutofit/>
        </a:bodyPr>
        <a:lstStyle/>
        <a:p>
          <a:pPr marL="171450" lvl="1" indent="-171450" algn="l" defTabSz="755650" rtl="0">
            <a:lnSpc>
              <a:spcPct val="90000"/>
            </a:lnSpc>
            <a:spcBef>
              <a:spcPct val="0"/>
            </a:spcBef>
            <a:spcAft>
              <a:spcPct val="15000"/>
            </a:spcAft>
            <a:buChar char="•"/>
          </a:pPr>
          <a:r>
            <a:rPr lang="en-GB" sz="1700" b="1" kern="1200" dirty="0"/>
            <a:t>No contradictory constraints </a:t>
          </a:r>
          <a:r>
            <a:rPr lang="en-GB" sz="1700" kern="1200" dirty="0"/>
            <a:t>or requirements</a:t>
          </a:r>
          <a:endParaRPr lang="en-US" sz="1700" kern="1200" dirty="0"/>
        </a:p>
        <a:p>
          <a:pPr marL="171450" lvl="1" indent="-171450" algn="l" defTabSz="755650" rtl="0">
            <a:lnSpc>
              <a:spcPct val="90000"/>
            </a:lnSpc>
            <a:spcBef>
              <a:spcPct val="0"/>
            </a:spcBef>
            <a:spcAft>
              <a:spcPct val="15000"/>
            </a:spcAft>
            <a:buChar char="•"/>
          </a:pPr>
          <a:r>
            <a:rPr lang="en-GB" sz="1700" b="1" kern="1200" dirty="0"/>
            <a:t>No different description of a same system</a:t>
          </a:r>
          <a:endParaRPr lang="en-US" sz="1700" b="1" kern="1200" dirty="0"/>
        </a:p>
      </dsp:txBody>
      <dsp:txXfrm>
        <a:off x="3840479" y="1027568"/>
        <a:ext cx="5446632" cy="628176"/>
      </dsp:txXfrm>
    </dsp:sp>
    <dsp:sp modelId="{0E864C71-1EC3-4B97-A12D-C934C1FD7608}">
      <dsp:nvSpPr>
        <dsp:cNvPr id="0" name=""/>
        <dsp:cNvSpPr/>
      </dsp:nvSpPr>
      <dsp:spPr>
        <a:xfrm>
          <a:off x="0" y="922872"/>
          <a:ext cx="3840480" cy="837568"/>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78105" rIns="156210" bIns="78105" numCol="1" spcCol="1270" anchor="ctr" anchorCtr="0">
          <a:noAutofit/>
        </a:bodyPr>
        <a:lstStyle/>
        <a:p>
          <a:pPr marL="0" lvl="0" indent="0" algn="ctr" defTabSz="1822450" rtl="0">
            <a:lnSpc>
              <a:spcPct val="90000"/>
            </a:lnSpc>
            <a:spcBef>
              <a:spcPct val="0"/>
            </a:spcBef>
            <a:spcAft>
              <a:spcPct val="35000"/>
            </a:spcAft>
            <a:buNone/>
          </a:pPr>
          <a:r>
            <a:rPr lang="en-GB" sz="4100" kern="1200" dirty="0"/>
            <a:t>Consistency. </a:t>
          </a:r>
          <a:endParaRPr lang="en-US" sz="4100" kern="1200" dirty="0"/>
        </a:p>
      </dsp:txBody>
      <dsp:txXfrm>
        <a:off x="40887" y="963759"/>
        <a:ext cx="3758706" cy="755794"/>
      </dsp:txXfrm>
    </dsp:sp>
    <dsp:sp modelId="{DA503C39-7C78-4095-A3D0-D3E1369A96BA}">
      <dsp:nvSpPr>
        <dsp:cNvPr id="0" name=""/>
        <dsp:cNvSpPr/>
      </dsp:nvSpPr>
      <dsp:spPr>
        <a:xfrm>
          <a:off x="3840479" y="1844197"/>
          <a:ext cx="5760720" cy="837568"/>
        </a:xfrm>
        <a:prstGeom prst="rightArrow">
          <a:avLst>
            <a:gd name="adj1" fmla="val 75000"/>
            <a:gd name="adj2" fmla="val 50000"/>
          </a:avLst>
        </a:prstGeom>
        <a:solidFill>
          <a:schemeClr val="accent2">
            <a:tint val="40000"/>
            <a:alpha val="90000"/>
            <a:hueOff val="2512910"/>
            <a:satOff val="-2189"/>
            <a:lumOff val="-3"/>
            <a:alphaOff val="0"/>
          </a:schemeClr>
        </a:solidFill>
        <a:ln w="25400" cap="flat" cmpd="sng" algn="ctr">
          <a:solidFill>
            <a:schemeClr val="accent2">
              <a:tint val="40000"/>
              <a:alpha val="90000"/>
              <a:hueOff val="2512910"/>
              <a:satOff val="-2189"/>
              <a:lumOff val="-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795" tIns="10795" rIns="10795" bIns="10795" numCol="1" spcCol="1270" anchor="t" anchorCtr="0">
          <a:noAutofit/>
        </a:bodyPr>
        <a:lstStyle/>
        <a:p>
          <a:pPr marL="171450" lvl="1" indent="-171450" algn="l" defTabSz="755650" rtl="0">
            <a:lnSpc>
              <a:spcPct val="90000"/>
            </a:lnSpc>
            <a:spcBef>
              <a:spcPct val="0"/>
            </a:spcBef>
            <a:spcAft>
              <a:spcPct val="15000"/>
            </a:spcAft>
            <a:buChar char="•"/>
          </a:pPr>
          <a:r>
            <a:rPr lang="en-GB" sz="1700" b="1" kern="1200" dirty="0"/>
            <a:t>Requirements listed must include all system’s functionality and constraints</a:t>
          </a:r>
          <a:endParaRPr lang="en-US" sz="1700" b="1" kern="1200" dirty="0"/>
        </a:p>
      </dsp:txBody>
      <dsp:txXfrm>
        <a:off x="3840479" y="1948893"/>
        <a:ext cx="5446632" cy="628176"/>
      </dsp:txXfrm>
    </dsp:sp>
    <dsp:sp modelId="{732DED34-DBB0-4AB8-A032-2E518F00F7B7}">
      <dsp:nvSpPr>
        <dsp:cNvPr id="0" name=""/>
        <dsp:cNvSpPr/>
      </dsp:nvSpPr>
      <dsp:spPr>
        <a:xfrm>
          <a:off x="0" y="1844197"/>
          <a:ext cx="3840480" cy="837568"/>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78105" rIns="156210" bIns="78105" numCol="1" spcCol="1270" anchor="ctr" anchorCtr="0">
          <a:noAutofit/>
        </a:bodyPr>
        <a:lstStyle/>
        <a:p>
          <a:pPr marL="0" lvl="0" indent="0" algn="ctr" defTabSz="1822450" rtl="0">
            <a:lnSpc>
              <a:spcPct val="90000"/>
            </a:lnSpc>
            <a:spcBef>
              <a:spcPct val="0"/>
            </a:spcBef>
            <a:spcAft>
              <a:spcPct val="35000"/>
            </a:spcAft>
            <a:buNone/>
          </a:pPr>
          <a:r>
            <a:rPr lang="en-GB" sz="4100" kern="1200" dirty="0"/>
            <a:t>Completeness. </a:t>
          </a:r>
          <a:endParaRPr lang="en-US" sz="4100" kern="1200" dirty="0"/>
        </a:p>
      </dsp:txBody>
      <dsp:txXfrm>
        <a:off x="40887" y="1885084"/>
        <a:ext cx="3758706" cy="755794"/>
      </dsp:txXfrm>
    </dsp:sp>
    <dsp:sp modelId="{122E521B-7E32-41A7-B764-1652405AA7F4}">
      <dsp:nvSpPr>
        <dsp:cNvPr id="0" name=""/>
        <dsp:cNvSpPr/>
      </dsp:nvSpPr>
      <dsp:spPr>
        <a:xfrm>
          <a:off x="3840479" y="2765522"/>
          <a:ext cx="5760720" cy="837568"/>
        </a:xfrm>
        <a:prstGeom prst="rightArrow">
          <a:avLst>
            <a:gd name="adj1" fmla="val 75000"/>
            <a:gd name="adj2" fmla="val 50000"/>
          </a:avLst>
        </a:prstGeom>
        <a:solidFill>
          <a:schemeClr val="accent2">
            <a:tint val="40000"/>
            <a:alpha val="90000"/>
            <a:hueOff val="3769366"/>
            <a:satOff val="-3283"/>
            <a:lumOff val="-4"/>
            <a:alphaOff val="0"/>
          </a:schemeClr>
        </a:solidFill>
        <a:ln w="25400" cap="flat" cmpd="sng" algn="ctr">
          <a:solidFill>
            <a:schemeClr val="accent2">
              <a:tint val="40000"/>
              <a:alpha val="90000"/>
              <a:hueOff val="3769366"/>
              <a:satOff val="-3283"/>
              <a:lumOff val="-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rtl="0">
            <a:lnSpc>
              <a:spcPct val="90000"/>
            </a:lnSpc>
            <a:spcBef>
              <a:spcPct val="0"/>
            </a:spcBef>
            <a:spcAft>
              <a:spcPct val="15000"/>
            </a:spcAft>
            <a:buChar char="•"/>
          </a:pPr>
          <a:r>
            <a:rPr lang="en-GB" sz="1400" kern="1200" dirty="0"/>
            <a:t>Either a req. </a:t>
          </a:r>
          <a:r>
            <a:rPr lang="en-GB" sz="1400" u="sng" kern="1200" dirty="0"/>
            <a:t>could be implemented via defined technology</a:t>
          </a:r>
          <a:r>
            <a:rPr lang="en-GB" sz="1400" kern="1200" dirty="0"/>
            <a:t>.</a:t>
          </a:r>
          <a:endParaRPr lang="en-US" sz="1400" kern="1200" dirty="0"/>
        </a:p>
        <a:p>
          <a:pPr marL="114300" lvl="1" indent="-114300" algn="l" defTabSz="622300" rtl="0">
            <a:lnSpc>
              <a:spcPct val="90000"/>
            </a:lnSpc>
            <a:spcBef>
              <a:spcPct val="0"/>
            </a:spcBef>
            <a:spcAft>
              <a:spcPct val="15000"/>
            </a:spcAft>
            <a:buChar char="•"/>
          </a:pPr>
          <a:r>
            <a:rPr lang="en-GB" sz="1400" kern="1200" dirty="0"/>
            <a:t>Could it be </a:t>
          </a:r>
          <a:r>
            <a:rPr lang="en-GB" sz="1400" u="sng" kern="1200" dirty="0"/>
            <a:t>done in available budget, and time</a:t>
          </a:r>
          <a:r>
            <a:rPr lang="en-GB" sz="1400" kern="1200" dirty="0"/>
            <a:t>?</a:t>
          </a:r>
          <a:endParaRPr lang="en-US" sz="1400" kern="1200" dirty="0"/>
        </a:p>
      </dsp:txBody>
      <dsp:txXfrm>
        <a:off x="3840479" y="2870218"/>
        <a:ext cx="5446632" cy="628176"/>
      </dsp:txXfrm>
    </dsp:sp>
    <dsp:sp modelId="{305B22FB-59CB-433A-B56D-3E0FEB00C7E6}">
      <dsp:nvSpPr>
        <dsp:cNvPr id="0" name=""/>
        <dsp:cNvSpPr/>
      </dsp:nvSpPr>
      <dsp:spPr>
        <a:xfrm>
          <a:off x="0" y="2765522"/>
          <a:ext cx="3840480" cy="837568"/>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78105" rIns="156210" bIns="78105" numCol="1" spcCol="1270" anchor="ctr" anchorCtr="0">
          <a:noAutofit/>
        </a:bodyPr>
        <a:lstStyle/>
        <a:p>
          <a:pPr marL="0" lvl="0" indent="0" algn="ctr" defTabSz="1822450" rtl="0">
            <a:lnSpc>
              <a:spcPct val="90000"/>
            </a:lnSpc>
            <a:spcBef>
              <a:spcPct val="0"/>
            </a:spcBef>
            <a:spcAft>
              <a:spcPct val="35000"/>
            </a:spcAft>
            <a:buNone/>
          </a:pPr>
          <a:r>
            <a:rPr lang="en-GB" sz="4100" kern="1200" dirty="0"/>
            <a:t>Realism. </a:t>
          </a:r>
          <a:endParaRPr lang="en-US" sz="4100" kern="1200" dirty="0"/>
        </a:p>
      </dsp:txBody>
      <dsp:txXfrm>
        <a:off x="40887" y="2806409"/>
        <a:ext cx="3758706" cy="755794"/>
      </dsp:txXfrm>
    </dsp:sp>
    <dsp:sp modelId="{C12BF774-0D6A-4DE1-BE79-6587B6EED193}">
      <dsp:nvSpPr>
        <dsp:cNvPr id="0" name=""/>
        <dsp:cNvSpPr/>
      </dsp:nvSpPr>
      <dsp:spPr>
        <a:xfrm>
          <a:off x="3840479" y="3686847"/>
          <a:ext cx="5760720" cy="837568"/>
        </a:xfrm>
        <a:prstGeom prst="rightArrow">
          <a:avLst>
            <a:gd name="adj1" fmla="val 75000"/>
            <a:gd name="adj2" fmla="val 50000"/>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rtl="0">
            <a:lnSpc>
              <a:spcPct val="90000"/>
            </a:lnSpc>
            <a:spcBef>
              <a:spcPct val="0"/>
            </a:spcBef>
            <a:spcAft>
              <a:spcPct val="15000"/>
            </a:spcAft>
            <a:buChar char="•"/>
          </a:pPr>
          <a:r>
            <a:rPr lang="en-GB" sz="1400" kern="1200" dirty="0"/>
            <a:t> </a:t>
          </a:r>
          <a:r>
            <a:rPr lang="en-GB" sz="1800" kern="1200" dirty="0"/>
            <a:t>Can the requirements be checked?</a:t>
          </a:r>
          <a:endParaRPr lang="en-US" sz="1800" kern="1200" dirty="0"/>
        </a:p>
      </dsp:txBody>
      <dsp:txXfrm>
        <a:off x="3840479" y="3791543"/>
        <a:ext cx="5446632" cy="628176"/>
      </dsp:txXfrm>
    </dsp:sp>
    <dsp:sp modelId="{C8509574-213F-4959-90B9-A69F63A74AFC}">
      <dsp:nvSpPr>
        <dsp:cNvPr id="0" name=""/>
        <dsp:cNvSpPr/>
      </dsp:nvSpPr>
      <dsp:spPr>
        <a:xfrm>
          <a:off x="0" y="3686847"/>
          <a:ext cx="3840480" cy="837568"/>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78105" rIns="156210" bIns="78105" numCol="1" spcCol="1270" anchor="ctr" anchorCtr="0">
          <a:noAutofit/>
        </a:bodyPr>
        <a:lstStyle/>
        <a:p>
          <a:pPr marL="0" lvl="0" indent="0" algn="ctr" defTabSz="1822450" rtl="0">
            <a:lnSpc>
              <a:spcPct val="90000"/>
            </a:lnSpc>
            <a:spcBef>
              <a:spcPct val="0"/>
            </a:spcBef>
            <a:spcAft>
              <a:spcPct val="35000"/>
            </a:spcAft>
            <a:buNone/>
          </a:pPr>
          <a:r>
            <a:rPr lang="en-GB" sz="4100" kern="1200" dirty="0"/>
            <a:t>Verifiability.</a:t>
          </a:r>
          <a:endParaRPr lang="en-US" sz="4100" kern="1200" dirty="0"/>
        </a:p>
      </dsp:txBody>
      <dsp:txXfrm>
        <a:off x="40887" y="3727734"/>
        <a:ext cx="3758706" cy="75579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3CEA98-2866-4D6B-AC43-D2A5C596EA61}">
      <dsp:nvSpPr>
        <dsp:cNvPr id="0" name=""/>
        <dsp:cNvSpPr/>
      </dsp:nvSpPr>
      <dsp:spPr>
        <a:xfrm>
          <a:off x="287047" y="198530"/>
          <a:ext cx="1094783" cy="1094783"/>
        </a:xfrm>
        <a:prstGeom prst="ellipse">
          <a:avLst/>
        </a:prstGeom>
        <a:solidFill>
          <a:schemeClr val="accent3">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86847FFB-4E66-40AD-9552-FEAF6865139B}">
      <dsp:nvSpPr>
        <dsp:cNvPr id="0" name=""/>
        <dsp:cNvSpPr/>
      </dsp:nvSpPr>
      <dsp:spPr>
        <a:xfrm>
          <a:off x="834439" y="198530"/>
          <a:ext cx="5841073" cy="10947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0" bIns="25400" numCol="1" spcCol="1270" anchor="ctr" anchorCtr="0">
          <a:noAutofit/>
        </a:bodyPr>
        <a:lstStyle/>
        <a:p>
          <a:pPr marL="0" lvl="0" indent="0" algn="l" defTabSz="889000">
            <a:lnSpc>
              <a:spcPct val="90000"/>
            </a:lnSpc>
            <a:spcBef>
              <a:spcPct val="0"/>
            </a:spcBef>
            <a:spcAft>
              <a:spcPct val="35000"/>
            </a:spcAft>
            <a:buNone/>
          </a:pPr>
          <a:r>
            <a:rPr lang="en-GB" sz="2000" kern="1200" dirty="0"/>
            <a:t>System errors</a:t>
          </a:r>
          <a:endParaRPr lang="en-US" sz="2000" kern="1200" dirty="0"/>
        </a:p>
      </dsp:txBody>
      <dsp:txXfrm>
        <a:off x="834439" y="198530"/>
        <a:ext cx="5841073" cy="1094783"/>
      </dsp:txXfrm>
    </dsp:sp>
    <dsp:sp modelId="{58A2F2F5-65E2-40D7-9021-C86DD07298CE}">
      <dsp:nvSpPr>
        <dsp:cNvPr id="0" name=""/>
        <dsp:cNvSpPr/>
      </dsp:nvSpPr>
      <dsp:spPr>
        <a:xfrm>
          <a:off x="287047" y="1293314"/>
          <a:ext cx="1094783" cy="1094783"/>
        </a:xfrm>
        <a:prstGeom prst="ellipse">
          <a:avLst/>
        </a:prstGeom>
        <a:solidFill>
          <a:schemeClr val="accent3">
            <a:alpha val="50000"/>
            <a:hueOff val="5625132"/>
            <a:satOff val="-8440"/>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D255D41E-CFD9-461F-9DED-AB96C2D92D80}">
      <dsp:nvSpPr>
        <dsp:cNvPr id="0" name=""/>
        <dsp:cNvSpPr/>
      </dsp:nvSpPr>
      <dsp:spPr>
        <a:xfrm>
          <a:off x="834439" y="1293314"/>
          <a:ext cx="5841073" cy="10947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0" bIns="25400" numCol="1" spcCol="1270" anchor="ctr" anchorCtr="0">
          <a:noAutofit/>
        </a:bodyPr>
        <a:lstStyle/>
        <a:p>
          <a:pPr marL="0" lvl="0" indent="0" algn="l" defTabSz="889000">
            <a:lnSpc>
              <a:spcPct val="90000"/>
            </a:lnSpc>
            <a:spcBef>
              <a:spcPct val="0"/>
            </a:spcBef>
            <a:spcAft>
              <a:spcPct val="35000"/>
            </a:spcAft>
            <a:buNone/>
          </a:pPr>
          <a:r>
            <a:rPr lang="en-GB" sz="2000" kern="1200" dirty="0"/>
            <a:t>Omission in original requirements</a:t>
          </a:r>
          <a:endParaRPr lang="en-US" sz="2000" kern="1200" dirty="0"/>
        </a:p>
      </dsp:txBody>
      <dsp:txXfrm>
        <a:off x="834439" y="1293314"/>
        <a:ext cx="5841073" cy="1094783"/>
      </dsp:txXfrm>
    </dsp:sp>
    <dsp:sp modelId="{A7E187C3-E69D-4277-A23F-FD9DCA6F8600}">
      <dsp:nvSpPr>
        <dsp:cNvPr id="0" name=""/>
        <dsp:cNvSpPr/>
      </dsp:nvSpPr>
      <dsp:spPr>
        <a:xfrm>
          <a:off x="287047" y="2388098"/>
          <a:ext cx="1094783" cy="1094783"/>
        </a:xfrm>
        <a:prstGeom prst="ellipse">
          <a:avLst/>
        </a:prstGeom>
        <a:solidFill>
          <a:schemeClr val="accent3">
            <a:alpha val="50000"/>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0D530C06-8086-431B-AE8A-26A6086120C7}">
      <dsp:nvSpPr>
        <dsp:cNvPr id="0" name=""/>
        <dsp:cNvSpPr/>
      </dsp:nvSpPr>
      <dsp:spPr>
        <a:xfrm>
          <a:off x="834439" y="2388098"/>
          <a:ext cx="5841073" cy="10947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0" bIns="25400" numCol="1" spcCol="1270" anchor="ctr" anchorCtr="0">
          <a:noAutofit/>
        </a:bodyPr>
        <a:lstStyle/>
        <a:p>
          <a:pPr marL="0" lvl="0" indent="0" algn="l" defTabSz="889000">
            <a:lnSpc>
              <a:spcPct val="90000"/>
            </a:lnSpc>
            <a:spcBef>
              <a:spcPct val="0"/>
            </a:spcBef>
            <a:spcAft>
              <a:spcPct val="35000"/>
            </a:spcAft>
            <a:buNone/>
          </a:pPr>
          <a:r>
            <a:rPr lang="en-GB" sz="2000" kern="1200" dirty="0"/>
            <a:t>Emerging business requirements</a:t>
          </a:r>
          <a:endParaRPr lang="en-US" sz="2000" kern="1200" dirty="0"/>
        </a:p>
      </dsp:txBody>
      <dsp:txXfrm>
        <a:off x="834439" y="2388098"/>
        <a:ext cx="5841073" cy="109478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023D73-1FD1-4C49-95EB-00AB3C65F842}">
      <dsp:nvSpPr>
        <dsp:cNvPr id="0" name=""/>
        <dsp:cNvSpPr/>
      </dsp:nvSpPr>
      <dsp:spPr>
        <a:xfrm>
          <a:off x="1666129" y="2991"/>
          <a:ext cx="1866486" cy="1866486"/>
        </a:xfrm>
        <a:prstGeom prst="ellips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rtl="0">
            <a:lnSpc>
              <a:spcPct val="90000"/>
            </a:lnSpc>
            <a:spcBef>
              <a:spcPct val="0"/>
            </a:spcBef>
            <a:spcAft>
              <a:spcPct val="35000"/>
            </a:spcAft>
            <a:buNone/>
          </a:pPr>
          <a:r>
            <a:rPr lang="en-GB" sz="1700" kern="1200" dirty="0"/>
            <a:t>Requirements evolving</a:t>
          </a:r>
          <a:endParaRPr lang="en-US" sz="1700" kern="1200" dirty="0"/>
        </a:p>
      </dsp:txBody>
      <dsp:txXfrm>
        <a:off x="1939470" y="276332"/>
        <a:ext cx="1319804" cy="1319804"/>
      </dsp:txXfrm>
    </dsp:sp>
    <dsp:sp modelId="{8E81FC92-DABF-4502-8C0B-EC44754738CD}">
      <dsp:nvSpPr>
        <dsp:cNvPr id="0" name=""/>
        <dsp:cNvSpPr/>
      </dsp:nvSpPr>
      <dsp:spPr>
        <a:xfrm rot="10800000">
          <a:off x="2272737" y="2092806"/>
          <a:ext cx="653270" cy="473456"/>
        </a:xfrm>
        <a:prstGeom prst="triangl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51C396C-5CE5-48D4-8FF3-BB3AE821B945}">
      <dsp:nvSpPr>
        <dsp:cNvPr id="0" name=""/>
        <dsp:cNvSpPr/>
      </dsp:nvSpPr>
      <dsp:spPr>
        <a:xfrm>
          <a:off x="1837944" y="2762792"/>
          <a:ext cx="1522856" cy="1386397"/>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GB" sz="1600" kern="1200" dirty="0"/>
            <a:t>Keep track of individual req.</a:t>
          </a:r>
          <a:endParaRPr lang="en-US" sz="1600" kern="1200" dirty="0"/>
        </a:p>
      </dsp:txBody>
      <dsp:txXfrm>
        <a:off x="2060961" y="2965825"/>
        <a:ext cx="1076822" cy="980331"/>
      </dsp:txXfrm>
    </dsp:sp>
    <dsp:sp modelId="{94E10676-875A-4FC2-9351-BA7AAC8843F5}">
      <dsp:nvSpPr>
        <dsp:cNvPr id="0" name=""/>
        <dsp:cNvSpPr/>
      </dsp:nvSpPr>
      <dsp:spPr>
        <a:xfrm rot="5400000">
          <a:off x="3647754" y="3219263"/>
          <a:ext cx="653270" cy="473456"/>
        </a:xfrm>
        <a:prstGeom prst="triangl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B7B258E-DCB2-41FA-A083-B6CD940F6073}">
      <dsp:nvSpPr>
        <dsp:cNvPr id="0" name=""/>
        <dsp:cNvSpPr/>
      </dsp:nvSpPr>
      <dsp:spPr>
        <a:xfrm>
          <a:off x="4561179" y="2692963"/>
          <a:ext cx="1675847" cy="1526055"/>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GB" sz="1600" kern="1200" dirty="0"/>
            <a:t>Maintain links b/w dependent req. </a:t>
          </a:r>
          <a:endParaRPr lang="en-US" sz="1600" kern="1200" dirty="0"/>
        </a:p>
      </dsp:txBody>
      <dsp:txXfrm>
        <a:off x="4806601" y="2916449"/>
        <a:ext cx="1185003" cy="1079083"/>
      </dsp:txXfrm>
    </dsp:sp>
    <dsp:sp modelId="{CD29EFE2-EFCB-4FDD-ADFD-AD4F4361F46A}">
      <dsp:nvSpPr>
        <dsp:cNvPr id="0" name=""/>
        <dsp:cNvSpPr/>
      </dsp:nvSpPr>
      <dsp:spPr>
        <a:xfrm>
          <a:off x="5072467" y="1875707"/>
          <a:ext cx="653270" cy="473456"/>
        </a:xfrm>
        <a:prstGeom prst="triangl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B31FE16-F6B8-4D29-814D-93C13E1D3F72}">
      <dsp:nvSpPr>
        <dsp:cNvPr id="0" name=""/>
        <dsp:cNvSpPr/>
      </dsp:nvSpPr>
      <dsp:spPr>
        <a:xfrm>
          <a:off x="4776629" y="313761"/>
          <a:ext cx="1244946" cy="1244946"/>
        </a:xfrm>
        <a:prstGeom prst="ellips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GB" sz="1600" kern="1200" dirty="0"/>
            <a:t>Access the impact</a:t>
          </a:r>
          <a:endParaRPr lang="en-US" sz="1600" kern="1200" dirty="0"/>
        </a:p>
      </dsp:txBody>
      <dsp:txXfrm>
        <a:off x="4958947" y="496079"/>
        <a:ext cx="880310" cy="880310"/>
      </dsp:txXfrm>
    </dsp:sp>
    <dsp:sp modelId="{ABB6122C-7A7C-4143-BAE6-66ADD4F92706}">
      <dsp:nvSpPr>
        <dsp:cNvPr id="0" name=""/>
        <dsp:cNvSpPr/>
      </dsp:nvSpPr>
      <dsp:spPr>
        <a:xfrm rot="5400000">
          <a:off x="6485732" y="699505"/>
          <a:ext cx="653270" cy="473456"/>
        </a:xfrm>
        <a:prstGeom prst="triangl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38A9D35-15C0-4772-9888-7C76F81F255A}">
      <dsp:nvSpPr>
        <dsp:cNvPr id="0" name=""/>
        <dsp:cNvSpPr/>
      </dsp:nvSpPr>
      <dsp:spPr>
        <a:xfrm>
          <a:off x="7576359" y="313761"/>
          <a:ext cx="1244946" cy="1244946"/>
        </a:xfrm>
        <a:prstGeom prst="ellipse">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GB" sz="1600" kern="1200" dirty="0"/>
            <a:t>Make change proposal</a:t>
          </a:r>
          <a:endParaRPr lang="en-US" sz="1600" kern="1200" dirty="0"/>
        </a:p>
      </dsp:txBody>
      <dsp:txXfrm>
        <a:off x="7758677" y="496079"/>
        <a:ext cx="880310" cy="880310"/>
      </dsp:txXfrm>
    </dsp:sp>
    <dsp:sp modelId="{B52BA7C4-19E4-45E2-B69F-A017A27DE1AF}">
      <dsp:nvSpPr>
        <dsp:cNvPr id="0" name=""/>
        <dsp:cNvSpPr/>
      </dsp:nvSpPr>
      <dsp:spPr>
        <a:xfrm rot="10800000">
          <a:off x="7872197" y="1817399"/>
          <a:ext cx="653270" cy="473456"/>
        </a:xfrm>
        <a:prstGeom prst="triangl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7D6A720-83D5-4D76-9132-BC2313588618}">
      <dsp:nvSpPr>
        <dsp:cNvPr id="0" name=""/>
        <dsp:cNvSpPr/>
      </dsp:nvSpPr>
      <dsp:spPr>
        <a:xfrm>
          <a:off x="7265589" y="2522748"/>
          <a:ext cx="1866486" cy="1866486"/>
        </a:xfrm>
        <a:prstGeom prst="ellips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rtl="0">
            <a:lnSpc>
              <a:spcPct val="90000"/>
            </a:lnSpc>
            <a:spcBef>
              <a:spcPct val="0"/>
            </a:spcBef>
            <a:spcAft>
              <a:spcPct val="35000"/>
            </a:spcAft>
            <a:buNone/>
          </a:pPr>
          <a:r>
            <a:rPr lang="en-GB" sz="1700" kern="1200" dirty="0"/>
            <a:t>Link it to system requirements </a:t>
          </a:r>
          <a:endParaRPr lang="en-US" sz="1700" kern="1200" dirty="0"/>
        </a:p>
      </dsp:txBody>
      <dsp:txXfrm>
        <a:off x="7538930" y="2796089"/>
        <a:ext cx="1319804" cy="1319804"/>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A8BC14-2C9D-48D5-A638-3E984874D042}">
      <dsp:nvSpPr>
        <dsp:cNvPr id="0" name=""/>
        <dsp:cNvSpPr/>
      </dsp:nvSpPr>
      <dsp:spPr>
        <a:xfrm>
          <a:off x="0" y="165835"/>
          <a:ext cx="10972800" cy="62361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rtl="0">
            <a:lnSpc>
              <a:spcPct val="90000"/>
            </a:lnSpc>
            <a:spcBef>
              <a:spcPct val="0"/>
            </a:spcBef>
            <a:spcAft>
              <a:spcPct val="35000"/>
            </a:spcAft>
            <a:buNone/>
          </a:pPr>
          <a:r>
            <a:rPr lang="en-US" sz="2600" i="1" kern="1200" dirty="0"/>
            <a:t>Problem analysis and change specification</a:t>
          </a:r>
          <a:r>
            <a:rPr lang="en-US" sz="2600" kern="1200" dirty="0"/>
            <a:t> </a:t>
          </a:r>
        </a:p>
      </dsp:txBody>
      <dsp:txXfrm>
        <a:off x="30442" y="196277"/>
        <a:ext cx="10911916" cy="562726"/>
      </dsp:txXfrm>
    </dsp:sp>
    <dsp:sp modelId="{EC8763CE-B328-4455-9CA2-BA7695D2B3C8}">
      <dsp:nvSpPr>
        <dsp:cNvPr id="0" name=""/>
        <dsp:cNvSpPr/>
      </dsp:nvSpPr>
      <dsp:spPr>
        <a:xfrm>
          <a:off x="0" y="789445"/>
          <a:ext cx="10972800" cy="1049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8386" tIns="33020" rIns="184912" bIns="33020" numCol="1" spcCol="1270" anchor="t" anchorCtr="0">
          <a:noAutofit/>
        </a:bodyPr>
        <a:lstStyle/>
        <a:p>
          <a:pPr marL="228600" lvl="1" indent="-228600" algn="just" defTabSz="889000" rtl="0">
            <a:lnSpc>
              <a:spcPct val="90000"/>
            </a:lnSpc>
            <a:spcBef>
              <a:spcPct val="0"/>
            </a:spcBef>
            <a:spcAft>
              <a:spcPct val="20000"/>
            </a:spcAft>
            <a:buChar char="•"/>
          </a:pPr>
          <a:r>
            <a:rPr lang="en-US" sz="2000" kern="1200" dirty="0"/>
            <a:t>check validity of change proposal</a:t>
          </a:r>
        </a:p>
        <a:p>
          <a:pPr marL="228600" lvl="1" indent="-228600" algn="just" defTabSz="889000" rtl="0">
            <a:lnSpc>
              <a:spcPct val="90000"/>
            </a:lnSpc>
            <a:spcBef>
              <a:spcPct val="0"/>
            </a:spcBef>
            <a:spcAft>
              <a:spcPct val="20000"/>
            </a:spcAft>
            <a:buChar char="•"/>
          </a:pPr>
          <a:r>
            <a:rPr lang="en-US" sz="2000" kern="1200" dirty="0"/>
            <a:t>pass on to change requestor</a:t>
          </a:r>
        </a:p>
        <a:p>
          <a:pPr marL="228600" lvl="1" indent="-228600" algn="just" defTabSz="889000" rtl="0">
            <a:lnSpc>
              <a:spcPct val="90000"/>
            </a:lnSpc>
            <a:spcBef>
              <a:spcPct val="0"/>
            </a:spcBef>
            <a:spcAft>
              <a:spcPct val="20000"/>
            </a:spcAft>
            <a:buChar char="•"/>
          </a:pPr>
          <a:r>
            <a:rPr lang="en-US" sz="2000" kern="1200" dirty="0"/>
            <a:t>who will either suggest a better specific requirements change proposal  or withdraw the request.</a:t>
          </a:r>
        </a:p>
      </dsp:txBody>
      <dsp:txXfrm>
        <a:off x="0" y="789445"/>
        <a:ext cx="10972800" cy="1049490"/>
      </dsp:txXfrm>
    </dsp:sp>
    <dsp:sp modelId="{AF992F85-F4A6-497E-909A-4A06DC211B3C}">
      <dsp:nvSpPr>
        <dsp:cNvPr id="0" name=""/>
        <dsp:cNvSpPr/>
      </dsp:nvSpPr>
      <dsp:spPr>
        <a:xfrm>
          <a:off x="0" y="1838935"/>
          <a:ext cx="10972800" cy="623610"/>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rtl="0">
            <a:lnSpc>
              <a:spcPct val="90000"/>
            </a:lnSpc>
            <a:spcBef>
              <a:spcPct val="0"/>
            </a:spcBef>
            <a:spcAft>
              <a:spcPct val="35000"/>
            </a:spcAft>
            <a:buNone/>
          </a:pPr>
          <a:r>
            <a:rPr lang="en-US" sz="2600" i="1" kern="1200" dirty="0"/>
            <a:t>Change analysis and costing</a:t>
          </a:r>
          <a:r>
            <a:rPr lang="en-US" sz="2600" kern="1200" dirty="0"/>
            <a:t> </a:t>
          </a:r>
        </a:p>
      </dsp:txBody>
      <dsp:txXfrm>
        <a:off x="30442" y="1869377"/>
        <a:ext cx="10911916" cy="562726"/>
      </dsp:txXfrm>
    </dsp:sp>
    <dsp:sp modelId="{E1049F54-8E4A-4A94-9A7C-7AFB0D72A9CC}">
      <dsp:nvSpPr>
        <dsp:cNvPr id="0" name=""/>
        <dsp:cNvSpPr/>
      </dsp:nvSpPr>
      <dsp:spPr>
        <a:xfrm>
          <a:off x="0" y="2462545"/>
          <a:ext cx="10972800" cy="96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8386" tIns="33020" rIns="184912" bIns="33020" numCol="1" spcCol="1270" anchor="t" anchorCtr="0">
          <a:noAutofit/>
        </a:bodyPr>
        <a:lstStyle/>
        <a:p>
          <a:pPr marL="228600" lvl="1" indent="-228600" algn="l" defTabSz="889000" rtl="0">
            <a:lnSpc>
              <a:spcPct val="90000"/>
            </a:lnSpc>
            <a:spcBef>
              <a:spcPct val="0"/>
            </a:spcBef>
            <a:spcAft>
              <a:spcPct val="20000"/>
            </a:spcAft>
            <a:buChar char="•"/>
          </a:pPr>
          <a:r>
            <a:rPr lang="en-US" sz="2000" kern="1200" dirty="0"/>
            <a:t>The effect of the proposed change is assessed using traceability information and general knowledge of the system requirements. </a:t>
          </a:r>
        </a:p>
        <a:p>
          <a:pPr marL="228600" lvl="1" indent="-228600" algn="l" defTabSz="889000" rtl="0">
            <a:lnSpc>
              <a:spcPct val="90000"/>
            </a:lnSpc>
            <a:spcBef>
              <a:spcPct val="0"/>
            </a:spcBef>
            <a:spcAft>
              <a:spcPct val="20000"/>
            </a:spcAft>
            <a:buChar char="•"/>
          </a:pPr>
          <a:r>
            <a:rPr lang="en-US" sz="2000" kern="1200" dirty="0"/>
            <a:t>After analysis, proceed/not to proceed with the requirements change is decided.</a:t>
          </a:r>
        </a:p>
      </dsp:txBody>
      <dsp:txXfrm>
        <a:off x="0" y="2462545"/>
        <a:ext cx="10972800" cy="968760"/>
      </dsp:txXfrm>
    </dsp:sp>
    <dsp:sp modelId="{37F3B09E-429E-4B44-9106-C8C0FDDE095C}">
      <dsp:nvSpPr>
        <dsp:cNvPr id="0" name=""/>
        <dsp:cNvSpPr/>
      </dsp:nvSpPr>
      <dsp:spPr>
        <a:xfrm>
          <a:off x="0" y="3431305"/>
          <a:ext cx="10972800" cy="62361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rtl="0">
            <a:lnSpc>
              <a:spcPct val="90000"/>
            </a:lnSpc>
            <a:spcBef>
              <a:spcPct val="0"/>
            </a:spcBef>
            <a:spcAft>
              <a:spcPct val="35000"/>
            </a:spcAft>
            <a:buNone/>
          </a:pPr>
          <a:r>
            <a:rPr lang="en-US" sz="2600" kern="1200" dirty="0"/>
            <a:t>Change implementation </a:t>
          </a:r>
        </a:p>
      </dsp:txBody>
      <dsp:txXfrm>
        <a:off x="30442" y="3461747"/>
        <a:ext cx="10911916" cy="562726"/>
      </dsp:txXfrm>
    </dsp:sp>
    <dsp:sp modelId="{11DC1C60-9095-4105-A660-1F16B9363F67}">
      <dsp:nvSpPr>
        <dsp:cNvPr id="0" name=""/>
        <dsp:cNvSpPr/>
      </dsp:nvSpPr>
      <dsp:spPr>
        <a:xfrm>
          <a:off x="0" y="4054915"/>
          <a:ext cx="10972800" cy="6323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8386" tIns="33020" rIns="184912" bIns="33020" numCol="1" spcCol="1270" anchor="t" anchorCtr="0">
          <a:noAutofit/>
        </a:bodyPr>
        <a:lstStyle/>
        <a:p>
          <a:pPr marL="228600" lvl="1" indent="-228600" algn="l" defTabSz="889000" rtl="0">
            <a:lnSpc>
              <a:spcPct val="90000"/>
            </a:lnSpc>
            <a:spcBef>
              <a:spcPct val="0"/>
            </a:spcBef>
            <a:spcAft>
              <a:spcPct val="20000"/>
            </a:spcAft>
            <a:buChar char="•"/>
          </a:pPr>
          <a:r>
            <a:rPr lang="en-US" sz="2000" kern="1200" dirty="0"/>
            <a:t>The document should be organized so that changes can be easily implemented. Like modular documentation should be done to cater changes.</a:t>
          </a:r>
        </a:p>
      </dsp:txBody>
      <dsp:txXfrm>
        <a:off x="0" y="4054915"/>
        <a:ext cx="10972800" cy="632385"/>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VerticalCircleList">
  <dgm:title val=""/>
  <dgm:desc val=""/>
  <dgm:catLst>
    <dgm:cat type="list" pri="23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useDef="1">
    <dgm:dataModel>
      <dgm:ptLst/>
      <dgm:bg/>
      <dgm:whole/>
    </dgm:dataModel>
  </dgm:styleData>
  <dgm:clrData useDef="1">
    <dgm:dataModel>
      <dgm:ptLst/>
      <dgm:bg/>
      <dgm:whole/>
    </dgm:dataModel>
  </dgm:clrData>
  <dgm:layoutNode name="Name0">
    <dgm:varLst>
      <dgm:dir/>
    </dgm:varLst>
    <dgm:alg type="lin">
      <dgm:param type="linDir" val="fromT"/>
      <dgm:param type="fallback" val="2D"/>
    </dgm:alg>
    <dgm:shape xmlns:r="http://schemas.openxmlformats.org/officeDocument/2006/relationships" r:blip="">
      <dgm:adjLst/>
    </dgm:shape>
    <dgm:presOf/>
    <dgm:constrLst>
      <dgm:constr type="w" for="ch" forName="withChildren" refType="w"/>
      <dgm:constr type="h" for="ch" forName="withChildren" refType="w" fact="0.909"/>
      <dgm:constr type="w" for="ch" forName="noChildren" refType="w"/>
      <dgm:constr type="h" for="ch" forName="noChildren" refType="w" fact="0.164"/>
      <dgm:constr type="w" for="ch" forName="overlap" val="1"/>
      <dgm:constr type="h" for="ch" forName="overlap" refType="w" refFor="ch" refForName="withChildren" fact="-0.089"/>
      <dgm:constr type="primFontSz" for="des" forName="txLvl1" op="equ" val="65"/>
      <dgm:constr type="primFontSz" for="des" forName="txLvlOnly1" refType="primFontSz" refFor="des" refForName="txLvl1" op="equ"/>
      <dgm:constr type="primFontSz" for="des" forName="txLvl2" refType="primFontSz" refFor="des" refForName="txLvl1" op="equ" fact="0.78"/>
      <dgm:constr type="primFontSz" for="des" forName="txLvl3" refType="primFontSz" refFor="des" refForName="txLvl1" op="equ" fact="0.78"/>
      <dgm:constr type="userF" for="des" forName="lin" refType="primFontSz" refFor="des" refForName="txLvl2" op="equ"/>
    </dgm:constrLst>
    <dgm:forEach name="Name1" axis="ch" ptType="node">
      <dgm:choose name="Name2">
        <dgm:if name="Name3" axis="ch" ptType="node" func="cnt" op="gte" val="1">
          <dgm:layoutNode name="withChildren">
            <dgm:alg type="composite"/>
            <dgm:choose name="Name4">
              <dgm:if name="Name5" func="var" arg="dir" op="equ" val="norm">
                <dgm:constrLst>
                  <dgm:constr type="l" for="ch" forName="bigCircle"/>
                  <dgm:constr type="w" for="ch" forName="bigCircle" refType="h" refFor="ch" refForName="bigCircle"/>
                  <dgm:constr type="t" for="ch" forName="bigCircle"/>
                  <dgm:constr type="h" for="ch" forName="bigCircle" refType="h"/>
                  <dgm:constr type="l" for="ch" forName="medCircle" refType="w" fact="0.043"/>
                  <dgm:constr type="w" for="ch" forName="medCircle" refType="h" refFor="ch" refForName="medCircle"/>
                  <dgm:constr type="t" for="ch" forName="medCircle" refType="h" fact="0.042"/>
                  <dgm:constr type="h" for="ch" forName="medCircle" refType="h" fact="0.18"/>
                  <dgm:constr type="l" for="ch" forName="txLvl1" refType="ctrX" refFor="ch" refForName="medCircle"/>
                  <dgm:constr type="r" for="ch" forName="txLvl1" refType="w"/>
                  <dgm:constr type="h" for="ch" forName="txLvl1" refType="h" refFor="ch" refForName="medCircle"/>
                  <dgm:constr type="t" for="ch" forName="txLvl1" refType="t" refFor="ch" refForName="medCircle"/>
                  <dgm:constr type="l" for="ch" forName="lin" refType="ctrX" refFor="ch" refForName="medCircle"/>
                  <dgm:constr type="r" for="ch" forName="lin" refType="w"/>
                  <dgm:constr type="t" for="ch" forName="lin" refType="h" fact="0.222"/>
                  <dgm:constr type="h" for="ch" forName="lin" refType="h" fact="0.68"/>
                </dgm:constrLst>
              </dgm:if>
              <dgm:else name="Name6">
                <dgm:constrLst>
                  <dgm:constr type="r" for="ch" forName="bigCircle" refType="w"/>
                  <dgm:constr type="w" for="ch" forName="bigCircle" refType="h" refFor="ch" refForName="bigCircle"/>
                  <dgm:constr type="t" for="ch" forName="bigCircle"/>
                  <dgm:constr type="h" for="ch" forName="bigCircle" refType="h"/>
                  <dgm:constr type="r" for="ch" forName="medCircle" refType="w" fact="0.957"/>
                  <dgm:constr type="w" for="ch" forName="medCircle" refType="h" refFor="ch" refForName="medCircle"/>
                  <dgm:constr type="t" for="ch" forName="medCircle" refType="h" fact="0.042"/>
                  <dgm:constr type="h" for="ch" forName="medCircle" refType="h" fact="0.18"/>
                  <dgm:constr type="l" for="ch" forName="txLvl1"/>
                  <dgm:constr type="r" for="ch" forName="txLvl1" refType="ctrX" refFor="ch" refForName="medCircle"/>
                  <dgm:constr type="h" for="ch" forName="txLvl1" refType="h" refFor="ch" refForName="medCircle"/>
                  <dgm:constr type="t" for="ch" forName="txLvl1" refType="t" refFor="ch" refForName="medCircle"/>
                  <dgm:constr type="l" for="ch" forName="lin"/>
                  <dgm:constr type="r" for="ch" forName="lin" refType="ctrX" refFor="ch" refForName="medCircle"/>
                  <dgm:constr type="t" for="ch" forName="lin" refType="h" fact="0.222"/>
                  <dgm:constr type="h" for="ch" forName="lin" refType="h" fact="0.68"/>
                </dgm:constrLst>
              </dgm:else>
            </dgm:choose>
            <dgm:layoutNode name="bigCircle" styleLbl="vennNode1">
              <dgm:alg type="sp"/>
              <dgm:shape xmlns:r="http://schemas.openxmlformats.org/officeDocument/2006/relationships" type="ellipse" r:blip="">
                <dgm:adjLst/>
              </dgm:shape>
              <dgm:presOf/>
              <dgm:constrLst>
                <dgm:constr type="w" refType="h"/>
              </dgm:constrLst>
            </dgm:layoutNode>
            <dgm:layoutNode name="medCircle" styleLbl="vennNode1">
              <dgm:alg type="sp"/>
              <dgm:shape xmlns:r="http://schemas.openxmlformats.org/officeDocument/2006/relationships" type="ellipse" r:blip="">
                <dgm:adjLst/>
              </dgm:shape>
              <dgm:presOf/>
              <dgm:constrLst>
                <dgm:constr type="w" refType="h"/>
              </dgm:constrLst>
            </dgm:layoutNode>
            <dgm:layoutNode name="txLvl1" styleLbl="revTx">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name="lin">
              <dgm:choose name="Name10">
                <dgm:if name="Name11" func="var" arg="dir" op="equ" val="norm">
                  <dgm:alg type="lin">
                    <dgm:param type="linDir" val="fromT"/>
                    <dgm:param type="vertAlign" val="t"/>
                    <dgm:param type="nodeHorzAlign" val="l"/>
                  </dgm:alg>
                </dgm:if>
                <dgm:else name="Name12">
                  <dgm:alg type="lin">
                    <dgm:param type="linDir" val="fromT"/>
                    <dgm:param type="vertAlign" val="t"/>
                    <dgm:param type="nodeHorzAlign" val="r"/>
                  </dgm:alg>
                </dgm:else>
              </dgm:choose>
              <dgm:shape xmlns:r="http://schemas.openxmlformats.org/officeDocument/2006/relationships" r:blip="">
                <dgm:adjLst/>
              </dgm:shape>
              <dgm:presOf/>
              <dgm:constrLst>
                <dgm:constr type="userF"/>
                <dgm:constr type="primFontSz" for="ch" forName="txLvl2" refType="userF"/>
                <dgm:constr type="w" for="ch" forName="txLvl2" refType="w"/>
                <dgm:constr type="h" for="ch" forName="txLvl2" refType="primFontSz" refFor="ch" refForName="txLvl2" fact="0.39"/>
                <dgm:constr type="w" for="ch" forName="txLvl3" refType="w"/>
                <dgm:constr type="h" for="ch" forName="txLvl3" refType="primFontSz" refFor="ch" refForName="txLvl2" fact="0.39"/>
                <dgm:constr type="h" for="ch" forName="smCircle" refType="primFontSz" refFor="ch" refForName="txLvl2" fact="0.14"/>
                <dgm:constr type="h" for="ch" forName="indentDot1" refType="primFontSz" refFor="ch" refForName="txLvl2" fact="0.14"/>
                <dgm:constr type="h" for="ch" forName="indentDot2" refType="primFontSz" refFor="ch" refForName="txLvl2" fact="0.14"/>
                <dgm:constr type="h" for="ch" forName="indentDot3" refType="primFontSz" refFor="ch" refForName="txLvl2" fact="0.14"/>
                <dgm:constr type="w" for="ch" forName="indentDot1" refType="w"/>
                <dgm:constr type="w" for="ch" forName="indentDot2" refType="w"/>
                <dgm:constr type="w" for="ch" forName="indentDot3" refType="w"/>
                <dgm:constr type="userI" for="ch" forName="txLvl3" refType="primFontSz" refFor="ch" refForName="txLvl2" fact="0.14"/>
                <dgm:constr type="userI" for="ch" forName="indentDot1" refType="primFontSz" refFor="ch" refForName="txLvl2" fact="0.14"/>
                <dgm:constr type="userI" for="ch" forName="indentDot2" refType="primFontSz" refFor="ch" refForName="txLvl2" fact="0.14"/>
                <dgm:constr type="userI" for="ch" forName="indentDot3" refType="primFontSz" refFor="ch" refForName="txLvl2" fact="0.14"/>
              </dgm:constrLst>
              <dgm:ruleLst>
                <dgm:rule type="primFontSz" for="ch" forName="txLvl2" val="5" fact="NaN" max="NaN"/>
              </dgm:ruleLst>
              <dgm:forEach name="Name13" axis="ch" ptType="node">
                <dgm:layoutNode name="txLvl2" styleLbl="revTx">
                  <dgm:choose name="Name14">
                    <dgm:if name="Name15" func="var" arg="dir" op="equ" val="norm">
                      <dgm:alg type="tx">
                        <dgm:param type="parTxLTRAlign" val="l"/>
                        <dgm:param type="parTxRTLAlign" val="l"/>
                      </dgm:alg>
                    </dgm:if>
                    <dgm:else name="Name16">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h" val="INF" fact="NaN" max="NaN"/>
                  </dgm:ruleLst>
                </dgm:layoutNode>
                <dgm:forEach name="Name17" axis="ch" ptType="node" cnt="1">
                  <dgm:layoutNode name="indentDot1">
                    <dgm:alg type="composite"/>
                    <dgm:shape xmlns:r="http://schemas.openxmlformats.org/officeDocument/2006/relationships" r:blip="">
                      <dgm:adjLst/>
                    </dgm:shape>
                    <dgm:presOf/>
                    <dgm:choose name="Name18">
                      <dgm:if name="Name19" func="var" arg="dir" op="equ" val="norm">
                        <dgm:constrLst>
                          <dgm:constr type="userI"/>
                          <dgm:constr type="w" for="ch" forName="gap1" refType="userI" fact="3"/>
                          <dgm:constr type="w" for="ch" forName="smCircle1" refType="h"/>
                          <dgm:constr type="l" for="ch" forName="smCircle1" refType="r" refFor="ch" refForName="gap1"/>
                        </dgm:constrLst>
                      </dgm:if>
                      <dgm:else name="Name20">
                        <dgm:constrLst>
                          <dgm:constr type="userI"/>
                          <dgm:constr type="w" for="ch" forName="gap1" refType="userI" fact="3"/>
                          <dgm:constr type="w" for="ch" forName="smCircle1" refType="h"/>
                          <dgm:constr type="r" for="ch" forName="smCircle1" refType="l" refFor="ch" refForName="gap1"/>
                        </dgm:constrLst>
                      </dgm:else>
                    </dgm:choose>
                    <dgm:layoutNode name="gap1">
                      <dgm:alg type="sp"/>
                      <dgm:shape xmlns:r="http://schemas.openxmlformats.org/officeDocument/2006/relationships" type="rect" r:blip="" hideGeom="1">
                        <dgm:adjLst/>
                      </dgm:shape>
                      <dgm:presOf/>
                    </dgm:layoutNode>
                    <dgm:layoutNode name="smCircle1" styleLbl="vennNode1">
                      <dgm:alg type="sp"/>
                      <dgm:shape xmlns:r="http://schemas.openxmlformats.org/officeDocument/2006/relationships" type="ellipse" r:blip="">
                        <dgm:adjLst/>
                      </dgm:shape>
                      <dgm:presOf/>
                      <dgm:constrLst>
                        <dgm:constr type="w" refType="h"/>
                      </dgm:constrLst>
                    </dgm:layoutNode>
                  </dgm:layoutNode>
                </dgm:forEach>
                <dgm:forEach name="Name21" axis="ch" ptType="node">
                  <dgm:layoutNode name="txLvl3" styleLbl="revTx">
                    <dgm:varLst>
                      <dgm:bulletEnabled val="1"/>
                    </dgm:varLst>
                    <dgm:choose name="Name22">
                      <dgm:if name="Name23" func="var" arg="dir" op="equ" val="norm">
                        <dgm:alg type="tx">
                          <dgm:param type="parTxLTRAlign" val="l"/>
                          <dgm:param type="parTxRTLAlign" val="l"/>
                          <dgm:param type="shpTxLTRAlignCh" val="l"/>
                          <dgm:param type="shpTxRTLAlignCh" val="l"/>
                        </dgm:alg>
                      </dgm:if>
                      <dgm:else name="Name24">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hoose name="Name25">
                      <dgm:if name="Name26" func="var" arg="dir" op="equ" val="norm">
                        <dgm:constrLst>
                          <dgm:constr type="userI"/>
                          <dgm:constr type="lMarg" refType="userI" fact="8.504"/>
                          <dgm:constr type="rMarg"/>
                          <dgm:constr type="tMarg" refType="primFontSz" fact="0.1"/>
                          <dgm:constr type="bMarg" refType="primFontSz" fact="0.1"/>
                        </dgm:constrLst>
                      </dgm:if>
                      <dgm:else name="Name27">
                        <dgm:constrLst>
                          <dgm:constr type="userI"/>
                          <dgm:constr type="lMarg"/>
                          <dgm:constr type="rMarg" refType="userI" fact="8.504"/>
                          <dgm:constr type="tMarg" refType="primFontSz" fact="0.1"/>
                          <dgm:constr type="bMarg" refType="primFontSz" fact="0.1"/>
                        </dgm:constrLst>
                      </dgm:else>
                    </dgm:choose>
                    <dgm:ruleLst>
                      <dgm:rule type="h" val="INF" fact="NaN" max="NaN"/>
                    </dgm:ruleLst>
                  </dgm:layoutNode>
                  <dgm:forEach name="Name28" axis="followSib" ptType="sibTrans" cnt="1">
                    <dgm:layoutNode name="indentDot2">
                      <dgm:alg type="composite"/>
                      <dgm:shape xmlns:r="http://schemas.openxmlformats.org/officeDocument/2006/relationships" r:blip="">
                        <dgm:adjLst/>
                      </dgm:shape>
                      <dgm:presOf/>
                      <dgm:choose name="Name29">
                        <dgm:if name="Name30" func="var" arg="dir" op="equ" val="norm">
                          <dgm:constrLst>
                            <dgm:constr type="userI"/>
                            <dgm:constr type="w" for="ch" forName="gap2" refType="userI" fact="3"/>
                            <dgm:constr type="w" for="ch" forName="smCircle2" refType="h"/>
                            <dgm:constr type="l" for="ch" forName="smCircle2" refType="r" refFor="ch" refForName="gap2"/>
                          </dgm:constrLst>
                        </dgm:if>
                        <dgm:else name="Name31">
                          <dgm:constrLst>
                            <dgm:constr type="userI"/>
                            <dgm:constr type="w" for="ch" forName="gap2" refType="userI" fact="3"/>
                            <dgm:constr type="w" for="ch" forName="smCircle2" refType="h"/>
                            <dgm:constr type="r" for="ch" forName="smCircle2" refType="l" refFor="ch" refForName="gap2"/>
                          </dgm:constrLst>
                        </dgm:else>
                      </dgm:choose>
                      <dgm:layoutNode name="gap2">
                        <dgm:alg type="sp"/>
                        <dgm:shape xmlns:r="http://schemas.openxmlformats.org/officeDocument/2006/relationships" type="rect" r:blip="" hideGeom="1">
                          <dgm:adjLst/>
                        </dgm:shape>
                        <dgm:presOf/>
                      </dgm:layoutNode>
                      <dgm:layoutNode name="smCircle2" styleLbl="vennNode1">
                        <dgm:alg type="sp"/>
                        <dgm:shape xmlns:r="http://schemas.openxmlformats.org/officeDocument/2006/relationships" type="ellipse" r:blip="">
                          <dgm:adjLst/>
                        </dgm:shape>
                        <dgm:presOf/>
                        <dgm:constrLst>
                          <dgm:constr type="w" refType="h"/>
                        </dgm:constrLst>
                      </dgm:layoutNode>
                    </dgm:layoutNode>
                  </dgm:forEach>
                </dgm:forEach>
                <dgm:choose name="Name32">
                  <dgm:if name="Name33" axis="ch" ptType="node" func="cnt" op="gte" val="1">
                    <dgm:forEach name="Name34" axis="followSib" ptType="sibTrans" cnt="1">
                      <dgm:layoutNode name="indentDot3">
                        <dgm:alg type="composite"/>
                        <dgm:shape xmlns:r="http://schemas.openxmlformats.org/officeDocument/2006/relationships" r:blip="">
                          <dgm:adjLst/>
                        </dgm:shape>
                        <dgm:presOf/>
                        <dgm:choose name="Name35">
                          <dgm:if name="Name36" func="var" arg="dir" op="equ" val="norm">
                            <dgm:constrLst>
                              <dgm:constr type="userI"/>
                              <dgm:constr type="w" for="ch" forName="gap3" refType="userI" fact="3"/>
                              <dgm:constr type="w" for="ch" forName="smCircle3" refType="h"/>
                              <dgm:constr type="l" for="ch" forName="smCircle3" refType="r" refFor="ch" refForName="gap3"/>
                            </dgm:constrLst>
                          </dgm:if>
                          <dgm:else name="Name37">
                            <dgm:constrLst>
                              <dgm:constr type="userI"/>
                              <dgm:constr type="w" for="ch" forName="gap3" refType="userI" fact="3"/>
                              <dgm:constr type="w" for="ch" forName="smCircle3" refType="h"/>
                              <dgm:constr type="r" for="ch" forName="smCircle3" refType="l" refFor="ch" refForName="gap3"/>
                            </dgm:constrLst>
                          </dgm:else>
                        </dgm:choose>
                        <dgm:layoutNode name="gap3">
                          <dgm:alg type="sp"/>
                          <dgm:shape xmlns:r="http://schemas.openxmlformats.org/officeDocument/2006/relationships" type="rect" r:blip="" hideGeom="1">
                            <dgm:adjLst/>
                          </dgm:shape>
                          <dgm:presOf/>
                        </dgm:layoutNode>
                        <dgm:layoutNode name="smCircle3" styleLbl="vennNode1">
                          <dgm:alg type="sp"/>
                          <dgm:shape xmlns:r="http://schemas.openxmlformats.org/officeDocument/2006/relationships" type="ellipse" r:blip="">
                            <dgm:adjLst/>
                          </dgm:shape>
                          <dgm:presOf/>
                          <dgm:constrLst>
                            <dgm:constr type="w" refType="h"/>
                          </dgm:constrLst>
                        </dgm:layoutNode>
                      </dgm:layoutNode>
                    </dgm:forEach>
                  </dgm:if>
                  <dgm:else name="Name38">
                    <dgm:forEach name="Name39" axis="followSib" ptType="sibTrans" cnt="1">
                      <dgm:layoutNode name="smCircle" styleLbl="vennNode1">
                        <dgm:alg type="sp"/>
                        <dgm:shape xmlns:r="http://schemas.openxmlformats.org/officeDocument/2006/relationships" type="ellipse" r:blip="">
                          <dgm:adjLst/>
                        </dgm:shape>
                        <dgm:presOf/>
                        <dgm:constrLst>
                          <dgm:constr type="w" refType="h"/>
                        </dgm:constrLst>
                      </dgm:layoutNode>
                    </dgm:forEach>
                  </dgm:else>
                </dgm:choose>
              </dgm:forEach>
            </dgm:layoutNode>
          </dgm:layoutNode>
          <dgm:choose name="Name40">
            <dgm:if name="Name41" axis="followSib ch" ptType="node node" cnt="1 0" func="cnt" op="gte" val="1">
              <dgm:layoutNode name="overlap">
                <dgm:alg type="sp"/>
                <dgm:shape xmlns:r="http://schemas.openxmlformats.org/officeDocument/2006/relationships" r:blip="">
                  <dgm:adjLst/>
                </dgm:shape>
                <dgm:presOf/>
              </dgm:layoutNode>
            </dgm:if>
            <dgm:else name="Name42"/>
          </dgm:choose>
        </dgm:if>
        <dgm:else name="Name43">
          <dgm:layoutNode name="noChildren">
            <dgm:alg type="composite"/>
            <dgm:choose name="Name44">
              <dgm:if name="Name45" func="var" arg="dir" op="equ" val="norm">
                <dgm:constrLst>
                  <dgm:constr type="l" for="ch" forName="gap"/>
                  <dgm:constr type="w" for="ch" forName="gap" refType="w" fact="0.043"/>
                  <dgm:constr type="h" for="ch" forName="gap" refType="h"/>
                  <dgm:constr type="t" for="ch" forName="gap"/>
                  <dgm:constr type="l" for="ch" forName="medCircle2" refType="r" refFor="ch" refForName="gap"/>
                  <dgm:constr type="w" for="ch" forName="medCircle2" refType="h" refFor="ch" refForName="medCircle2"/>
                  <dgm:constr type="t" for="ch" forName="medCircle2"/>
                  <dgm:constr type="h" for="ch" forName="medCircle2" refType="h"/>
                  <dgm:constr type="l" for="ch" forName="txLvlOnly1" refType="ctrX" refFor="ch" refForName="medCircle2"/>
                  <dgm:constr type="r" for="ch" forName="txLvlOnly1" refType="w"/>
                  <dgm:constr type="h" for="ch" forName="txLvlOnly1" refType="h"/>
                  <dgm:constr type="t" for="ch" forName="txLvlOnly1"/>
                </dgm:constrLst>
              </dgm:if>
              <dgm:else name="Name46">
                <dgm:constrLst>
                  <dgm:constr type="r" for="ch" forName="gap" refType="w"/>
                  <dgm:constr type="w" for="ch" forName="gap" refType="w" fact="0.043"/>
                  <dgm:constr type="h" for="ch" forName="gap" refType="h"/>
                  <dgm:constr type="t" for="ch" forName="gap"/>
                  <dgm:constr type="r" for="ch" forName="medCircle2" refType="l" refFor="ch" refForName="gap"/>
                  <dgm:constr type="w" for="ch" forName="medCircle2" refType="h" refFor="ch" refForName="medCircle2"/>
                  <dgm:constr type="t" for="ch" forName="medCircle2"/>
                  <dgm:constr type="h" for="ch" forName="medCircle2" refType="h"/>
                  <dgm:constr type="l" for="ch" forName="txLvlOnly1"/>
                  <dgm:constr type="r" for="ch" forName="txLvlOnly1" refType="ctrX" refFor="ch" refForName="medCircle2"/>
                  <dgm:constr type="h" for="ch" forName="txLvlOnly1" refType="h"/>
                  <dgm:constr type="t" for="ch" forName="txLvlOnly1"/>
                </dgm:constrLst>
              </dgm:else>
            </dgm:choose>
            <dgm:layoutNode name="gap">
              <dgm:alg type="sp"/>
              <dgm:shape xmlns:r="http://schemas.openxmlformats.org/officeDocument/2006/relationships" r:blip="">
                <dgm:adjLst/>
              </dgm:shape>
              <dgm:presOf/>
            </dgm:layoutNode>
            <dgm:layoutNode name="medCircle2" styleLbl="vennNode1">
              <dgm:alg type="sp"/>
              <dgm:shape xmlns:r="http://schemas.openxmlformats.org/officeDocument/2006/relationships" type="ellipse" r:blip="">
                <dgm:adjLst/>
              </dgm:shape>
              <dgm:presOf/>
              <dgm:constrLst>
                <dgm:constr type="w" refType="h"/>
              </dgm:constrLst>
            </dgm:layoutNode>
            <dgm:layoutNode name="txLvlOnly1" styleLbl="revTx">
              <dgm:choose name="Name47">
                <dgm:if name="Name48" func="var" arg="dir" op="equ" val="norm">
                  <dgm:alg type="tx">
                    <dgm:param type="parTxLTRAlign" val="l"/>
                    <dgm:param type="parTxRTLAlign" val="l"/>
                  </dgm:alg>
                </dgm:if>
                <dgm:else name="Name4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6.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8.xml><?xml version="1.0" encoding="utf-8"?>
<dgm:layoutDef xmlns:dgm="http://schemas.openxmlformats.org/drawingml/2006/diagram" xmlns:a="http://schemas.openxmlformats.org/drawingml/2006/main" uniqueId="urn:microsoft.com/office/officeart/2008/layout/VerticalCircleList">
  <dgm:title val=""/>
  <dgm:desc val=""/>
  <dgm:catLst>
    <dgm:cat type="list" pri="23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useDef="1">
    <dgm:dataModel>
      <dgm:ptLst/>
      <dgm:bg/>
      <dgm:whole/>
    </dgm:dataModel>
  </dgm:styleData>
  <dgm:clrData useDef="1">
    <dgm:dataModel>
      <dgm:ptLst/>
      <dgm:bg/>
      <dgm:whole/>
    </dgm:dataModel>
  </dgm:clrData>
  <dgm:layoutNode name="Name0">
    <dgm:varLst>
      <dgm:dir/>
    </dgm:varLst>
    <dgm:alg type="lin">
      <dgm:param type="linDir" val="fromT"/>
      <dgm:param type="fallback" val="2D"/>
    </dgm:alg>
    <dgm:shape xmlns:r="http://schemas.openxmlformats.org/officeDocument/2006/relationships" r:blip="">
      <dgm:adjLst/>
    </dgm:shape>
    <dgm:presOf/>
    <dgm:constrLst>
      <dgm:constr type="w" for="ch" forName="withChildren" refType="w"/>
      <dgm:constr type="h" for="ch" forName="withChildren" refType="w" fact="0.909"/>
      <dgm:constr type="w" for="ch" forName="noChildren" refType="w"/>
      <dgm:constr type="h" for="ch" forName="noChildren" refType="w" fact="0.164"/>
      <dgm:constr type="w" for="ch" forName="overlap" val="1"/>
      <dgm:constr type="h" for="ch" forName="overlap" refType="w" refFor="ch" refForName="withChildren" fact="-0.089"/>
      <dgm:constr type="primFontSz" for="des" forName="txLvl1" op="equ" val="65"/>
      <dgm:constr type="primFontSz" for="des" forName="txLvlOnly1" refType="primFontSz" refFor="des" refForName="txLvl1" op="equ"/>
      <dgm:constr type="primFontSz" for="des" forName="txLvl2" refType="primFontSz" refFor="des" refForName="txLvl1" op="equ" fact="0.78"/>
      <dgm:constr type="primFontSz" for="des" forName="txLvl3" refType="primFontSz" refFor="des" refForName="txLvl1" op="equ" fact="0.78"/>
      <dgm:constr type="userF" for="des" forName="lin" refType="primFontSz" refFor="des" refForName="txLvl2" op="equ"/>
    </dgm:constrLst>
    <dgm:forEach name="Name1" axis="ch" ptType="node">
      <dgm:choose name="Name2">
        <dgm:if name="Name3" axis="ch" ptType="node" func="cnt" op="gte" val="1">
          <dgm:layoutNode name="withChildren">
            <dgm:alg type="composite"/>
            <dgm:choose name="Name4">
              <dgm:if name="Name5" func="var" arg="dir" op="equ" val="norm">
                <dgm:constrLst>
                  <dgm:constr type="l" for="ch" forName="bigCircle"/>
                  <dgm:constr type="w" for="ch" forName="bigCircle" refType="h" refFor="ch" refForName="bigCircle"/>
                  <dgm:constr type="t" for="ch" forName="bigCircle"/>
                  <dgm:constr type="h" for="ch" forName="bigCircle" refType="h"/>
                  <dgm:constr type="l" for="ch" forName="medCircle" refType="w" fact="0.043"/>
                  <dgm:constr type="w" for="ch" forName="medCircle" refType="h" refFor="ch" refForName="medCircle"/>
                  <dgm:constr type="t" for="ch" forName="medCircle" refType="h" fact="0.042"/>
                  <dgm:constr type="h" for="ch" forName="medCircle" refType="h" fact="0.18"/>
                  <dgm:constr type="l" for="ch" forName="txLvl1" refType="ctrX" refFor="ch" refForName="medCircle"/>
                  <dgm:constr type="r" for="ch" forName="txLvl1" refType="w"/>
                  <dgm:constr type="h" for="ch" forName="txLvl1" refType="h" refFor="ch" refForName="medCircle"/>
                  <dgm:constr type="t" for="ch" forName="txLvl1" refType="t" refFor="ch" refForName="medCircle"/>
                  <dgm:constr type="l" for="ch" forName="lin" refType="ctrX" refFor="ch" refForName="medCircle"/>
                  <dgm:constr type="r" for="ch" forName="lin" refType="w"/>
                  <dgm:constr type="t" for="ch" forName="lin" refType="h" fact="0.222"/>
                  <dgm:constr type="h" for="ch" forName="lin" refType="h" fact="0.68"/>
                </dgm:constrLst>
              </dgm:if>
              <dgm:else name="Name6">
                <dgm:constrLst>
                  <dgm:constr type="r" for="ch" forName="bigCircle" refType="w"/>
                  <dgm:constr type="w" for="ch" forName="bigCircle" refType="h" refFor="ch" refForName="bigCircle"/>
                  <dgm:constr type="t" for="ch" forName="bigCircle"/>
                  <dgm:constr type="h" for="ch" forName="bigCircle" refType="h"/>
                  <dgm:constr type="r" for="ch" forName="medCircle" refType="w" fact="0.957"/>
                  <dgm:constr type="w" for="ch" forName="medCircle" refType="h" refFor="ch" refForName="medCircle"/>
                  <dgm:constr type="t" for="ch" forName="medCircle" refType="h" fact="0.042"/>
                  <dgm:constr type="h" for="ch" forName="medCircle" refType="h" fact="0.18"/>
                  <dgm:constr type="l" for="ch" forName="txLvl1"/>
                  <dgm:constr type="r" for="ch" forName="txLvl1" refType="ctrX" refFor="ch" refForName="medCircle"/>
                  <dgm:constr type="h" for="ch" forName="txLvl1" refType="h" refFor="ch" refForName="medCircle"/>
                  <dgm:constr type="t" for="ch" forName="txLvl1" refType="t" refFor="ch" refForName="medCircle"/>
                  <dgm:constr type="l" for="ch" forName="lin"/>
                  <dgm:constr type="r" for="ch" forName="lin" refType="ctrX" refFor="ch" refForName="medCircle"/>
                  <dgm:constr type="t" for="ch" forName="lin" refType="h" fact="0.222"/>
                  <dgm:constr type="h" for="ch" forName="lin" refType="h" fact="0.68"/>
                </dgm:constrLst>
              </dgm:else>
            </dgm:choose>
            <dgm:layoutNode name="bigCircle" styleLbl="vennNode1">
              <dgm:alg type="sp"/>
              <dgm:shape xmlns:r="http://schemas.openxmlformats.org/officeDocument/2006/relationships" type="ellipse" r:blip="">
                <dgm:adjLst/>
              </dgm:shape>
              <dgm:presOf/>
              <dgm:constrLst>
                <dgm:constr type="w" refType="h"/>
              </dgm:constrLst>
            </dgm:layoutNode>
            <dgm:layoutNode name="medCircle" styleLbl="vennNode1">
              <dgm:alg type="sp"/>
              <dgm:shape xmlns:r="http://schemas.openxmlformats.org/officeDocument/2006/relationships" type="ellipse" r:blip="">
                <dgm:adjLst/>
              </dgm:shape>
              <dgm:presOf/>
              <dgm:constrLst>
                <dgm:constr type="w" refType="h"/>
              </dgm:constrLst>
            </dgm:layoutNode>
            <dgm:layoutNode name="txLvl1" styleLbl="revTx">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name="lin">
              <dgm:choose name="Name10">
                <dgm:if name="Name11" func="var" arg="dir" op="equ" val="norm">
                  <dgm:alg type="lin">
                    <dgm:param type="linDir" val="fromT"/>
                    <dgm:param type="vertAlign" val="t"/>
                    <dgm:param type="nodeHorzAlign" val="l"/>
                  </dgm:alg>
                </dgm:if>
                <dgm:else name="Name12">
                  <dgm:alg type="lin">
                    <dgm:param type="linDir" val="fromT"/>
                    <dgm:param type="vertAlign" val="t"/>
                    <dgm:param type="nodeHorzAlign" val="r"/>
                  </dgm:alg>
                </dgm:else>
              </dgm:choose>
              <dgm:shape xmlns:r="http://schemas.openxmlformats.org/officeDocument/2006/relationships" r:blip="">
                <dgm:adjLst/>
              </dgm:shape>
              <dgm:presOf/>
              <dgm:constrLst>
                <dgm:constr type="userF"/>
                <dgm:constr type="primFontSz" for="ch" forName="txLvl2" refType="userF"/>
                <dgm:constr type="w" for="ch" forName="txLvl2" refType="w"/>
                <dgm:constr type="h" for="ch" forName="txLvl2" refType="primFontSz" refFor="ch" refForName="txLvl2" fact="0.39"/>
                <dgm:constr type="w" for="ch" forName="txLvl3" refType="w"/>
                <dgm:constr type="h" for="ch" forName="txLvl3" refType="primFontSz" refFor="ch" refForName="txLvl2" fact="0.39"/>
                <dgm:constr type="h" for="ch" forName="smCircle" refType="primFontSz" refFor="ch" refForName="txLvl2" fact="0.14"/>
                <dgm:constr type="h" for="ch" forName="indentDot1" refType="primFontSz" refFor="ch" refForName="txLvl2" fact="0.14"/>
                <dgm:constr type="h" for="ch" forName="indentDot2" refType="primFontSz" refFor="ch" refForName="txLvl2" fact="0.14"/>
                <dgm:constr type="h" for="ch" forName="indentDot3" refType="primFontSz" refFor="ch" refForName="txLvl2" fact="0.14"/>
                <dgm:constr type="w" for="ch" forName="indentDot1" refType="w"/>
                <dgm:constr type="w" for="ch" forName="indentDot2" refType="w"/>
                <dgm:constr type="w" for="ch" forName="indentDot3" refType="w"/>
                <dgm:constr type="userI" for="ch" forName="txLvl3" refType="primFontSz" refFor="ch" refForName="txLvl2" fact="0.14"/>
                <dgm:constr type="userI" for="ch" forName="indentDot1" refType="primFontSz" refFor="ch" refForName="txLvl2" fact="0.14"/>
                <dgm:constr type="userI" for="ch" forName="indentDot2" refType="primFontSz" refFor="ch" refForName="txLvl2" fact="0.14"/>
                <dgm:constr type="userI" for="ch" forName="indentDot3" refType="primFontSz" refFor="ch" refForName="txLvl2" fact="0.14"/>
              </dgm:constrLst>
              <dgm:ruleLst>
                <dgm:rule type="primFontSz" for="ch" forName="txLvl2" val="5" fact="NaN" max="NaN"/>
              </dgm:ruleLst>
              <dgm:forEach name="Name13" axis="ch" ptType="node">
                <dgm:layoutNode name="txLvl2" styleLbl="revTx">
                  <dgm:choose name="Name14">
                    <dgm:if name="Name15" func="var" arg="dir" op="equ" val="norm">
                      <dgm:alg type="tx">
                        <dgm:param type="parTxLTRAlign" val="l"/>
                        <dgm:param type="parTxRTLAlign" val="l"/>
                      </dgm:alg>
                    </dgm:if>
                    <dgm:else name="Name16">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h" val="INF" fact="NaN" max="NaN"/>
                  </dgm:ruleLst>
                </dgm:layoutNode>
                <dgm:forEach name="Name17" axis="ch" ptType="node" cnt="1">
                  <dgm:layoutNode name="indentDot1">
                    <dgm:alg type="composite"/>
                    <dgm:shape xmlns:r="http://schemas.openxmlformats.org/officeDocument/2006/relationships" r:blip="">
                      <dgm:adjLst/>
                    </dgm:shape>
                    <dgm:presOf/>
                    <dgm:choose name="Name18">
                      <dgm:if name="Name19" func="var" arg="dir" op="equ" val="norm">
                        <dgm:constrLst>
                          <dgm:constr type="userI"/>
                          <dgm:constr type="w" for="ch" forName="gap1" refType="userI" fact="3"/>
                          <dgm:constr type="w" for="ch" forName="smCircle1" refType="h"/>
                          <dgm:constr type="l" for="ch" forName="smCircle1" refType="r" refFor="ch" refForName="gap1"/>
                        </dgm:constrLst>
                      </dgm:if>
                      <dgm:else name="Name20">
                        <dgm:constrLst>
                          <dgm:constr type="userI"/>
                          <dgm:constr type="w" for="ch" forName="gap1" refType="userI" fact="3"/>
                          <dgm:constr type="w" for="ch" forName="smCircle1" refType="h"/>
                          <dgm:constr type="r" for="ch" forName="smCircle1" refType="l" refFor="ch" refForName="gap1"/>
                        </dgm:constrLst>
                      </dgm:else>
                    </dgm:choose>
                    <dgm:layoutNode name="gap1">
                      <dgm:alg type="sp"/>
                      <dgm:shape xmlns:r="http://schemas.openxmlformats.org/officeDocument/2006/relationships" type="rect" r:blip="" hideGeom="1">
                        <dgm:adjLst/>
                      </dgm:shape>
                      <dgm:presOf/>
                    </dgm:layoutNode>
                    <dgm:layoutNode name="smCircle1" styleLbl="vennNode1">
                      <dgm:alg type="sp"/>
                      <dgm:shape xmlns:r="http://schemas.openxmlformats.org/officeDocument/2006/relationships" type="ellipse" r:blip="">
                        <dgm:adjLst/>
                      </dgm:shape>
                      <dgm:presOf/>
                      <dgm:constrLst>
                        <dgm:constr type="w" refType="h"/>
                      </dgm:constrLst>
                    </dgm:layoutNode>
                  </dgm:layoutNode>
                </dgm:forEach>
                <dgm:forEach name="Name21" axis="ch" ptType="node">
                  <dgm:layoutNode name="txLvl3" styleLbl="revTx">
                    <dgm:varLst>
                      <dgm:bulletEnabled val="1"/>
                    </dgm:varLst>
                    <dgm:choose name="Name22">
                      <dgm:if name="Name23" func="var" arg="dir" op="equ" val="norm">
                        <dgm:alg type="tx">
                          <dgm:param type="parTxLTRAlign" val="l"/>
                          <dgm:param type="parTxRTLAlign" val="l"/>
                          <dgm:param type="shpTxLTRAlignCh" val="l"/>
                          <dgm:param type="shpTxRTLAlignCh" val="l"/>
                        </dgm:alg>
                      </dgm:if>
                      <dgm:else name="Name24">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hoose name="Name25">
                      <dgm:if name="Name26" func="var" arg="dir" op="equ" val="norm">
                        <dgm:constrLst>
                          <dgm:constr type="userI"/>
                          <dgm:constr type="lMarg" refType="userI" fact="8.504"/>
                          <dgm:constr type="rMarg"/>
                          <dgm:constr type="tMarg" refType="primFontSz" fact="0.1"/>
                          <dgm:constr type="bMarg" refType="primFontSz" fact="0.1"/>
                        </dgm:constrLst>
                      </dgm:if>
                      <dgm:else name="Name27">
                        <dgm:constrLst>
                          <dgm:constr type="userI"/>
                          <dgm:constr type="lMarg"/>
                          <dgm:constr type="rMarg" refType="userI" fact="8.504"/>
                          <dgm:constr type="tMarg" refType="primFontSz" fact="0.1"/>
                          <dgm:constr type="bMarg" refType="primFontSz" fact="0.1"/>
                        </dgm:constrLst>
                      </dgm:else>
                    </dgm:choose>
                    <dgm:ruleLst>
                      <dgm:rule type="h" val="INF" fact="NaN" max="NaN"/>
                    </dgm:ruleLst>
                  </dgm:layoutNode>
                  <dgm:forEach name="Name28" axis="followSib" ptType="sibTrans" cnt="1">
                    <dgm:layoutNode name="indentDot2">
                      <dgm:alg type="composite"/>
                      <dgm:shape xmlns:r="http://schemas.openxmlformats.org/officeDocument/2006/relationships" r:blip="">
                        <dgm:adjLst/>
                      </dgm:shape>
                      <dgm:presOf/>
                      <dgm:choose name="Name29">
                        <dgm:if name="Name30" func="var" arg="dir" op="equ" val="norm">
                          <dgm:constrLst>
                            <dgm:constr type="userI"/>
                            <dgm:constr type="w" for="ch" forName="gap2" refType="userI" fact="3"/>
                            <dgm:constr type="w" for="ch" forName="smCircle2" refType="h"/>
                            <dgm:constr type="l" for="ch" forName="smCircle2" refType="r" refFor="ch" refForName="gap2"/>
                          </dgm:constrLst>
                        </dgm:if>
                        <dgm:else name="Name31">
                          <dgm:constrLst>
                            <dgm:constr type="userI"/>
                            <dgm:constr type="w" for="ch" forName="gap2" refType="userI" fact="3"/>
                            <dgm:constr type="w" for="ch" forName="smCircle2" refType="h"/>
                            <dgm:constr type="r" for="ch" forName="smCircle2" refType="l" refFor="ch" refForName="gap2"/>
                          </dgm:constrLst>
                        </dgm:else>
                      </dgm:choose>
                      <dgm:layoutNode name="gap2">
                        <dgm:alg type="sp"/>
                        <dgm:shape xmlns:r="http://schemas.openxmlformats.org/officeDocument/2006/relationships" type="rect" r:blip="" hideGeom="1">
                          <dgm:adjLst/>
                        </dgm:shape>
                        <dgm:presOf/>
                      </dgm:layoutNode>
                      <dgm:layoutNode name="smCircle2" styleLbl="vennNode1">
                        <dgm:alg type="sp"/>
                        <dgm:shape xmlns:r="http://schemas.openxmlformats.org/officeDocument/2006/relationships" type="ellipse" r:blip="">
                          <dgm:adjLst/>
                        </dgm:shape>
                        <dgm:presOf/>
                        <dgm:constrLst>
                          <dgm:constr type="w" refType="h"/>
                        </dgm:constrLst>
                      </dgm:layoutNode>
                    </dgm:layoutNode>
                  </dgm:forEach>
                </dgm:forEach>
                <dgm:choose name="Name32">
                  <dgm:if name="Name33" axis="ch" ptType="node" func="cnt" op="gte" val="1">
                    <dgm:forEach name="Name34" axis="followSib" ptType="sibTrans" cnt="1">
                      <dgm:layoutNode name="indentDot3">
                        <dgm:alg type="composite"/>
                        <dgm:shape xmlns:r="http://schemas.openxmlformats.org/officeDocument/2006/relationships" r:blip="">
                          <dgm:adjLst/>
                        </dgm:shape>
                        <dgm:presOf/>
                        <dgm:choose name="Name35">
                          <dgm:if name="Name36" func="var" arg="dir" op="equ" val="norm">
                            <dgm:constrLst>
                              <dgm:constr type="userI"/>
                              <dgm:constr type="w" for="ch" forName="gap3" refType="userI" fact="3"/>
                              <dgm:constr type="w" for="ch" forName="smCircle3" refType="h"/>
                              <dgm:constr type="l" for="ch" forName="smCircle3" refType="r" refFor="ch" refForName="gap3"/>
                            </dgm:constrLst>
                          </dgm:if>
                          <dgm:else name="Name37">
                            <dgm:constrLst>
                              <dgm:constr type="userI"/>
                              <dgm:constr type="w" for="ch" forName="gap3" refType="userI" fact="3"/>
                              <dgm:constr type="w" for="ch" forName="smCircle3" refType="h"/>
                              <dgm:constr type="r" for="ch" forName="smCircle3" refType="l" refFor="ch" refForName="gap3"/>
                            </dgm:constrLst>
                          </dgm:else>
                        </dgm:choose>
                        <dgm:layoutNode name="gap3">
                          <dgm:alg type="sp"/>
                          <dgm:shape xmlns:r="http://schemas.openxmlformats.org/officeDocument/2006/relationships" type="rect" r:blip="" hideGeom="1">
                            <dgm:adjLst/>
                          </dgm:shape>
                          <dgm:presOf/>
                        </dgm:layoutNode>
                        <dgm:layoutNode name="smCircle3" styleLbl="vennNode1">
                          <dgm:alg type="sp"/>
                          <dgm:shape xmlns:r="http://schemas.openxmlformats.org/officeDocument/2006/relationships" type="ellipse" r:blip="">
                            <dgm:adjLst/>
                          </dgm:shape>
                          <dgm:presOf/>
                          <dgm:constrLst>
                            <dgm:constr type="w" refType="h"/>
                          </dgm:constrLst>
                        </dgm:layoutNode>
                      </dgm:layoutNode>
                    </dgm:forEach>
                  </dgm:if>
                  <dgm:else name="Name38">
                    <dgm:forEach name="Name39" axis="followSib" ptType="sibTrans" cnt="1">
                      <dgm:layoutNode name="smCircle" styleLbl="vennNode1">
                        <dgm:alg type="sp"/>
                        <dgm:shape xmlns:r="http://schemas.openxmlformats.org/officeDocument/2006/relationships" type="ellipse" r:blip="">
                          <dgm:adjLst/>
                        </dgm:shape>
                        <dgm:presOf/>
                        <dgm:constrLst>
                          <dgm:constr type="w" refType="h"/>
                        </dgm:constrLst>
                      </dgm:layoutNode>
                    </dgm:forEach>
                  </dgm:else>
                </dgm:choose>
              </dgm:forEach>
            </dgm:layoutNode>
          </dgm:layoutNode>
          <dgm:choose name="Name40">
            <dgm:if name="Name41" axis="followSib ch" ptType="node node" cnt="1 0" func="cnt" op="gte" val="1">
              <dgm:layoutNode name="overlap">
                <dgm:alg type="sp"/>
                <dgm:shape xmlns:r="http://schemas.openxmlformats.org/officeDocument/2006/relationships" r:blip="">
                  <dgm:adjLst/>
                </dgm:shape>
                <dgm:presOf/>
              </dgm:layoutNode>
            </dgm:if>
            <dgm:else name="Name42"/>
          </dgm:choose>
        </dgm:if>
        <dgm:else name="Name43">
          <dgm:layoutNode name="noChildren">
            <dgm:alg type="composite"/>
            <dgm:choose name="Name44">
              <dgm:if name="Name45" func="var" arg="dir" op="equ" val="norm">
                <dgm:constrLst>
                  <dgm:constr type="l" for="ch" forName="gap"/>
                  <dgm:constr type="w" for="ch" forName="gap" refType="w" fact="0.043"/>
                  <dgm:constr type="h" for="ch" forName="gap" refType="h"/>
                  <dgm:constr type="t" for="ch" forName="gap"/>
                  <dgm:constr type="l" for="ch" forName="medCircle2" refType="r" refFor="ch" refForName="gap"/>
                  <dgm:constr type="w" for="ch" forName="medCircle2" refType="h" refFor="ch" refForName="medCircle2"/>
                  <dgm:constr type="t" for="ch" forName="medCircle2"/>
                  <dgm:constr type="h" for="ch" forName="medCircle2" refType="h"/>
                  <dgm:constr type="l" for="ch" forName="txLvlOnly1" refType="ctrX" refFor="ch" refForName="medCircle2"/>
                  <dgm:constr type="r" for="ch" forName="txLvlOnly1" refType="w"/>
                  <dgm:constr type="h" for="ch" forName="txLvlOnly1" refType="h"/>
                  <dgm:constr type="t" for="ch" forName="txLvlOnly1"/>
                </dgm:constrLst>
              </dgm:if>
              <dgm:else name="Name46">
                <dgm:constrLst>
                  <dgm:constr type="r" for="ch" forName="gap" refType="w"/>
                  <dgm:constr type="w" for="ch" forName="gap" refType="w" fact="0.043"/>
                  <dgm:constr type="h" for="ch" forName="gap" refType="h"/>
                  <dgm:constr type="t" for="ch" forName="gap"/>
                  <dgm:constr type="r" for="ch" forName="medCircle2" refType="l" refFor="ch" refForName="gap"/>
                  <dgm:constr type="w" for="ch" forName="medCircle2" refType="h" refFor="ch" refForName="medCircle2"/>
                  <dgm:constr type="t" for="ch" forName="medCircle2"/>
                  <dgm:constr type="h" for="ch" forName="medCircle2" refType="h"/>
                  <dgm:constr type="l" for="ch" forName="txLvlOnly1"/>
                  <dgm:constr type="r" for="ch" forName="txLvlOnly1" refType="ctrX" refFor="ch" refForName="medCircle2"/>
                  <dgm:constr type="h" for="ch" forName="txLvlOnly1" refType="h"/>
                  <dgm:constr type="t" for="ch" forName="txLvlOnly1"/>
                </dgm:constrLst>
              </dgm:else>
            </dgm:choose>
            <dgm:layoutNode name="gap">
              <dgm:alg type="sp"/>
              <dgm:shape xmlns:r="http://schemas.openxmlformats.org/officeDocument/2006/relationships" r:blip="">
                <dgm:adjLst/>
              </dgm:shape>
              <dgm:presOf/>
            </dgm:layoutNode>
            <dgm:layoutNode name="medCircle2" styleLbl="vennNode1">
              <dgm:alg type="sp"/>
              <dgm:shape xmlns:r="http://schemas.openxmlformats.org/officeDocument/2006/relationships" type="ellipse" r:blip="">
                <dgm:adjLst/>
              </dgm:shape>
              <dgm:presOf/>
              <dgm:constrLst>
                <dgm:constr type="w" refType="h"/>
              </dgm:constrLst>
            </dgm:layoutNode>
            <dgm:layoutNode name="txLvlOnly1" styleLbl="revTx">
              <dgm:choose name="Name47">
                <dgm:if name="Name48" func="var" arg="dir" op="equ" val="norm">
                  <dgm:alg type="tx">
                    <dgm:param type="parTxLTRAlign" val="l"/>
                    <dgm:param type="parTxRTLAlign" val="l"/>
                  </dgm:alg>
                </dgm:if>
                <dgm:else name="Name4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8/layout/VerticalCircleList">
  <dgm:title val=""/>
  <dgm:desc val=""/>
  <dgm:catLst>
    <dgm:cat type="list" pri="23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useDef="1">
    <dgm:dataModel>
      <dgm:ptLst/>
      <dgm:bg/>
      <dgm:whole/>
    </dgm:dataModel>
  </dgm:styleData>
  <dgm:clrData useDef="1">
    <dgm:dataModel>
      <dgm:ptLst/>
      <dgm:bg/>
      <dgm:whole/>
    </dgm:dataModel>
  </dgm:clrData>
  <dgm:layoutNode name="Name0">
    <dgm:varLst>
      <dgm:dir/>
    </dgm:varLst>
    <dgm:alg type="lin">
      <dgm:param type="linDir" val="fromT"/>
      <dgm:param type="fallback" val="2D"/>
    </dgm:alg>
    <dgm:shape xmlns:r="http://schemas.openxmlformats.org/officeDocument/2006/relationships" r:blip="">
      <dgm:adjLst/>
    </dgm:shape>
    <dgm:presOf/>
    <dgm:constrLst>
      <dgm:constr type="w" for="ch" forName="withChildren" refType="w"/>
      <dgm:constr type="h" for="ch" forName="withChildren" refType="w" fact="0.909"/>
      <dgm:constr type="w" for="ch" forName="noChildren" refType="w"/>
      <dgm:constr type="h" for="ch" forName="noChildren" refType="w" fact="0.164"/>
      <dgm:constr type="w" for="ch" forName="overlap" val="1"/>
      <dgm:constr type="h" for="ch" forName="overlap" refType="w" refFor="ch" refForName="withChildren" fact="-0.089"/>
      <dgm:constr type="primFontSz" for="des" forName="txLvl1" op="equ" val="65"/>
      <dgm:constr type="primFontSz" for="des" forName="txLvlOnly1" refType="primFontSz" refFor="des" refForName="txLvl1" op="equ"/>
      <dgm:constr type="primFontSz" for="des" forName="txLvl2" refType="primFontSz" refFor="des" refForName="txLvl1" op="equ" fact="0.78"/>
      <dgm:constr type="primFontSz" for="des" forName="txLvl3" refType="primFontSz" refFor="des" refForName="txLvl1" op="equ" fact="0.78"/>
      <dgm:constr type="userF" for="des" forName="lin" refType="primFontSz" refFor="des" refForName="txLvl2" op="equ"/>
    </dgm:constrLst>
    <dgm:forEach name="Name1" axis="ch" ptType="node">
      <dgm:choose name="Name2">
        <dgm:if name="Name3" axis="ch" ptType="node" func="cnt" op="gte" val="1">
          <dgm:layoutNode name="withChildren">
            <dgm:alg type="composite"/>
            <dgm:choose name="Name4">
              <dgm:if name="Name5" func="var" arg="dir" op="equ" val="norm">
                <dgm:constrLst>
                  <dgm:constr type="l" for="ch" forName="bigCircle"/>
                  <dgm:constr type="w" for="ch" forName="bigCircle" refType="h" refFor="ch" refForName="bigCircle"/>
                  <dgm:constr type="t" for="ch" forName="bigCircle"/>
                  <dgm:constr type="h" for="ch" forName="bigCircle" refType="h"/>
                  <dgm:constr type="l" for="ch" forName="medCircle" refType="w" fact="0.043"/>
                  <dgm:constr type="w" for="ch" forName="medCircle" refType="h" refFor="ch" refForName="medCircle"/>
                  <dgm:constr type="t" for="ch" forName="medCircle" refType="h" fact="0.042"/>
                  <dgm:constr type="h" for="ch" forName="medCircle" refType="h" fact="0.18"/>
                  <dgm:constr type="l" for="ch" forName="txLvl1" refType="ctrX" refFor="ch" refForName="medCircle"/>
                  <dgm:constr type="r" for="ch" forName="txLvl1" refType="w"/>
                  <dgm:constr type="h" for="ch" forName="txLvl1" refType="h" refFor="ch" refForName="medCircle"/>
                  <dgm:constr type="t" for="ch" forName="txLvl1" refType="t" refFor="ch" refForName="medCircle"/>
                  <dgm:constr type="l" for="ch" forName="lin" refType="ctrX" refFor="ch" refForName="medCircle"/>
                  <dgm:constr type="r" for="ch" forName="lin" refType="w"/>
                  <dgm:constr type="t" for="ch" forName="lin" refType="h" fact="0.222"/>
                  <dgm:constr type="h" for="ch" forName="lin" refType="h" fact="0.68"/>
                </dgm:constrLst>
              </dgm:if>
              <dgm:else name="Name6">
                <dgm:constrLst>
                  <dgm:constr type="r" for="ch" forName="bigCircle" refType="w"/>
                  <dgm:constr type="w" for="ch" forName="bigCircle" refType="h" refFor="ch" refForName="bigCircle"/>
                  <dgm:constr type="t" for="ch" forName="bigCircle"/>
                  <dgm:constr type="h" for="ch" forName="bigCircle" refType="h"/>
                  <dgm:constr type="r" for="ch" forName="medCircle" refType="w" fact="0.957"/>
                  <dgm:constr type="w" for="ch" forName="medCircle" refType="h" refFor="ch" refForName="medCircle"/>
                  <dgm:constr type="t" for="ch" forName="medCircle" refType="h" fact="0.042"/>
                  <dgm:constr type="h" for="ch" forName="medCircle" refType="h" fact="0.18"/>
                  <dgm:constr type="l" for="ch" forName="txLvl1"/>
                  <dgm:constr type="r" for="ch" forName="txLvl1" refType="ctrX" refFor="ch" refForName="medCircle"/>
                  <dgm:constr type="h" for="ch" forName="txLvl1" refType="h" refFor="ch" refForName="medCircle"/>
                  <dgm:constr type="t" for="ch" forName="txLvl1" refType="t" refFor="ch" refForName="medCircle"/>
                  <dgm:constr type="l" for="ch" forName="lin"/>
                  <dgm:constr type="r" for="ch" forName="lin" refType="ctrX" refFor="ch" refForName="medCircle"/>
                  <dgm:constr type="t" for="ch" forName="lin" refType="h" fact="0.222"/>
                  <dgm:constr type="h" for="ch" forName="lin" refType="h" fact="0.68"/>
                </dgm:constrLst>
              </dgm:else>
            </dgm:choose>
            <dgm:layoutNode name="bigCircle" styleLbl="vennNode1">
              <dgm:alg type="sp"/>
              <dgm:shape xmlns:r="http://schemas.openxmlformats.org/officeDocument/2006/relationships" type="ellipse" r:blip="">
                <dgm:adjLst/>
              </dgm:shape>
              <dgm:presOf/>
              <dgm:constrLst>
                <dgm:constr type="w" refType="h"/>
              </dgm:constrLst>
            </dgm:layoutNode>
            <dgm:layoutNode name="medCircle" styleLbl="vennNode1">
              <dgm:alg type="sp"/>
              <dgm:shape xmlns:r="http://schemas.openxmlformats.org/officeDocument/2006/relationships" type="ellipse" r:blip="">
                <dgm:adjLst/>
              </dgm:shape>
              <dgm:presOf/>
              <dgm:constrLst>
                <dgm:constr type="w" refType="h"/>
              </dgm:constrLst>
            </dgm:layoutNode>
            <dgm:layoutNode name="txLvl1" styleLbl="revTx">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name="lin">
              <dgm:choose name="Name10">
                <dgm:if name="Name11" func="var" arg="dir" op="equ" val="norm">
                  <dgm:alg type="lin">
                    <dgm:param type="linDir" val="fromT"/>
                    <dgm:param type="vertAlign" val="t"/>
                    <dgm:param type="nodeHorzAlign" val="l"/>
                  </dgm:alg>
                </dgm:if>
                <dgm:else name="Name12">
                  <dgm:alg type="lin">
                    <dgm:param type="linDir" val="fromT"/>
                    <dgm:param type="vertAlign" val="t"/>
                    <dgm:param type="nodeHorzAlign" val="r"/>
                  </dgm:alg>
                </dgm:else>
              </dgm:choose>
              <dgm:shape xmlns:r="http://schemas.openxmlformats.org/officeDocument/2006/relationships" r:blip="">
                <dgm:adjLst/>
              </dgm:shape>
              <dgm:presOf/>
              <dgm:constrLst>
                <dgm:constr type="userF"/>
                <dgm:constr type="primFontSz" for="ch" forName="txLvl2" refType="userF"/>
                <dgm:constr type="w" for="ch" forName="txLvl2" refType="w"/>
                <dgm:constr type="h" for="ch" forName="txLvl2" refType="primFontSz" refFor="ch" refForName="txLvl2" fact="0.39"/>
                <dgm:constr type="w" for="ch" forName="txLvl3" refType="w"/>
                <dgm:constr type="h" for="ch" forName="txLvl3" refType="primFontSz" refFor="ch" refForName="txLvl2" fact="0.39"/>
                <dgm:constr type="h" for="ch" forName="smCircle" refType="primFontSz" refFor="ch" refForName="txLvl2" fact="0.14"/>
                <dgm:constr type="h" for="ch" forName="indentDot1" refType="primFontSz" refFor="ch" refForName="txLvl2" fact="0.14"/>
                <dgm:constr type="h" for="ch" forName="indentDot2" refType="primFontSz" refFor="ch" refForName="txLvl2" fact="0.14"/>
                <dgm:constr type="h" for="ch" forName="indentDot3" refType="primFontSz" refFor="ch" refForName="txLvl2" fact="0.14"/>
                <dgm:constr type="w" for="ch" forName="indentDot1" refType="w"/>
                <dgm:constr type="w" for="ch" forName="indentDot2" refType="w"/>
                <dgm:constr type="w" for="ch" forName="indentDot3" refType="w"/>
                <dgm:constr type="userI" for="ch" forName="txLvl3" refType="primFontSz" refFor="ch" refForName="txLvl2" fact="0.14"/>
                <dgm:constr type="userI" for="ch" forName="indentDot1" refType="primFontSz" refFor="ch" refForName="txLvl2" fact="0.14"/>
                <dgm:constr type="userI" for="ch" forName="indentDot2" refType="primFontSz" refFor="ch" refForName="txLvl2" fact="0.14"/>
                <dgm:constr type="userI" for="ch" forName="indentDot3" refType="primFontSz" refFor="ch" refForName="txLvl2" fact="0.14"/>
              </dgm:constrLst>
              <dgm:ruleLst>
                <dgm:rule type="primFontSz" for="ch" forName="txLvl2" val="5" fact="NaN" max="NaN"/>
              </dgm:ruleLst>
              <dgm:forEach name="Name13" axis="ch" ptType="node">
                <dgm:layoutNode name="txLvl2" styleLbl="revTx">
                  <dgm:choose name="Name14">
                    <dgm:if name="Name15" func="var" arg="dir" op="equ" val="norm">
                      <dgm:alg type="tx">
                        <dgm:param type="parTxLTRAlign" val="l"/>
                        <dgm:param type="parTxRTLAlign" val="l"/>
                      </dgm:alg>
                    </dgm:if>
                    <dgm:else name="Name16">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h" val="INF" fact="NaN" max="NaN"/>
                  </dgm:ruleLst>
                </dgm:layoutNode>
                <dgm:forEach name="Name17" axis="ch" ptType="node" cnt="1">
                  <dgm:layoutNode name="indentDot1">
                    <dgm:alg type="composite"/>
                    <dgm:shape xmlns:r="http://schemas.openxmlformats.org/officeDocument/2006/relationships" r:blip="">
                      <dgm:adjLst/>
                    </dgm:shape>
                    <dgm:presOf/>
                    <dgm:choose name="Name18">
                      <dgm:if name="Name19" func="var" arg="dir" op="equ" val="norm">
                        <dgm:constrLst>
                          <dgm:constr type="userI"/>
                          <dgm:constr type="w" for="ch" forName="gap1" refType="userI" fact="3"/>
                          <dgm:constr type="w" for="ch" forName="smCircle1" refType="h"/>
                          <dgm:constr type="l" for="ch" forName="smCircle1" refType="r" refFor="ch" refForName="gap1"/>
                        </dgm:constrLst>
                      </dgm:if>
                      <dgm:else name="Name20">
                        <dgm:constrLst>
                          <dgm:constr type="userI"/>
                          <dgm:constr type="w" for="ch" forName="gap1" refType="userI" fact="3"/>
                          <dgm:constr type="w" for="ch" forName="smCircle1" refType="h"/>
                          <dgm:constr type="r" for="ch" forName="smCircle1" refType="l" refFor="ch" refForName="gap1"/>
                        </dgm:constrLst>
                      </dgm:else>
                    </dgm:choose>
                    <dgm:layoutNode name="gap1">
                      <dgm:alg type="sp"/>
                      <dgm:shape xmlns:r="http://schemas.openxmlformats.org/officeDocument/2006/relationships" type="rect" r:blip="" hideGeom="1">
                        <dgm:adjLst/>
                      </dgm:shape>
                      <dgm:presOf/>
                    </dgm:layoutNode>
                    <dgm:layoutNode name="smCircle1" styleLbl="vennNode1">
                      <dgm:alg type="sp"/>
                      <dgm:shape xmlns:r="http://schemas.openxmlformats.org/officeDocument/2006/relationships" type="ellipse" r:blip="">
                        <dgm:adjLst/>
                      </dgm:shape>
                      <dgm:presOf/>
                      <dgm:constrLst>
                        <dgm:constr type="w" refType="h"/>
                      </dgm:constrLst>
                    </dgm:layoutNode>
                  </dgm:layoutNode>
                </dgm:forEach>
                <dgm:forEach name="Name21" axis="ch" ptType="node">
                  <dgm:layoutNode name="txLvl3" styleLbl="revTx">
                    <dgm:varLst>
                      <dgm:bulletEnabled val="1"/>
                    </dgm:varLst>
                    <dgm:choose name="Name22">
                      <dgm:if name="Name23" func="var" arg="dir" op="equ" val="norm">
                        <dgm:alg type="tx">
                          <dgm:param type="parTxLTRAlign" val="l"/>
                          <dgm:param type="parTxRTLAlign" val="l"/>
                          <dgm:param type="shpTxLTRAlignCh" val="l"/>
                          <dgm:param type="shpTxRTLAlignCh" val="l"/>
                        </dgm:alg>
                      </dgm:if>
                      <dgm:else name="Name24">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hoose name="Name25">
                      <dgm:if name="Name26" func="var" arg="dir" op="equ" val="norm">
                        <dgm:constrLst>
                          <dgm:constr type="userI"/>
                          <dgm:constr type="lMarg" refType="userI" fact="8.504"/>
                          <dgm:constr type="rMarg"/>
                          <dgm:constr type="tMarg" refType="primFontSz" fact="0.1"/>
                          <dgm:constr type="bMarg" refType="primFontSz" fact="0.1"/>
                        </dgm:constrLst>
                      </dgm:if>
                      <dgm:else name="Name27">
                        <dgm:constrLst>
                          <dgm:constr type="userI"/>
                          <dgm:constr type="lMarg"/>
                          <dgm:constr type="rMarg" refType="userI" fact="8.504"/>
                          <dgm:constr type="tMarg" refType="primFontSz" fact="0.1"/>
                          <dgm:constr type="bMarg" refType="primFontSz" fact="0.1"/>
                        </dgm:constrLst>
                      </dgm:else>
                    </dgm:choose>
                    <dgm:ruleLst>
                      <dgm:rule type="h" val="INF" fact="NaN" max="NaN"/>
                    </dgm:ruleLst>
                  </dgm:layoutNode>
                  <dgm:forEach name="Name28" axis="followSib" ptType="sibTrans" cnt="1">
                    <dgm:layoutNode name="indentDot2">
                      <dgm:alg type="composite"/>
                      <dgm:shape xmlns:r="http://schemas.openxmlformats.org/officeDocument/2006/relationships" r:blip="">
                        <dgm:adjLst/>
                      </dgm:shape>
                      <dgm:presOf/>
                      <dgm:choose name="Name29">
                        <dgm:if name="Name30" func="var" arg="dir" op="equ" val="norm">
                          <dgm:constrLst>
                            <dgm:constr type="userI"/>
                            <dgm:constr type="w" for="ch" forName="gap2" refType="userI" fact="3"/>
                            <dgm:constr type="w" for="ch" forName="smCircle2" refType="h"/>
                            <dgm:constr type="l" for="ch" forName="smCircle2" refType="r" refFor="ch" refForName="gap2"/>
                          </dgm:constrLst>
                        </dgm:if>
                        <dgm:else name="Name31">
                          <dgm:constrLst>
                            <dgm:constr type="userI"/>
                            <dgm:constr type="w" for="ch" forName="gap2" refType="userI" fact="3"/>
                            <dgm:constr type="w" for="ch" forName="smCircle2" refType="h"/>
                            <dgm:constr type="r" for="ch" forName="smCircle2" refType="l" refFor="ch" refForName="gap2"/>
                          </dgm:constrLst>
                        </dgm:else>
                      </dgm:choose>
                      <dgm:layoutNode name="gap2">
                        <dgm:alg type="sp"/>
                        <dgm:shape xmlns:r="http://schemas.openxmlformats.org/officeDocument/2006/relationships" type="rect" r:blip="" hideGeom="1">
                          <dgm:adjLst/>
                        </dgm:shape>
                        <dgm:presOf/>
                      </dgm:layoutNode>
                      <dgm:layoutNode name="smCircle2" styleLbl="vennNode1">
                        <dgm:alg type="sp"/>
                        <dgm:shape xmlns:r="http://schemas.openxmlformats.org/officeDocument/2006/relationships" type="ellipse" r:blip="">
                          <dgm:adjLst/>
                        </dgm:shape>
                        <dgm:presOf/>
                        <dgm:constrLst>
                          <dgm:constr type="w" refType="h"/>
                        </dgm:constrLst>
                      </dgm:layoutNode>
                    </dgm:layoutNode>
                  </dgm:forEach>
                </dgm:forEach>
                <dgm:choose name="Name32">
                  <dgm:if name="Name33" axis="ch" ptType="node" func="cnt" op="gte" val="1">
                    <dgm:forEach name="Name34" axis="followSib" ptType="sibTrans" cnt="1">
                      <dgm:layoutNode name="indentDot3">
                        <dgm:alg type="composite"/>
                        <dgm:shape xmlns:r="http://schemas.openxmlformats.org/officeDocument/2006/relationships" r:blip="">
                          <dgm:adjLst/>
                        </dgm:shape>
                        <dgm:presOf/>
                        <dgm:choose name="Name35">
                          <dgm:if name="Name36" func="var" arg="dir" op="equ" val="norm">
                            <dgm:constrLst>
                              <dgm:constr type="userI"/>
                              <dgm:constr type="w" for="ch" forName="gap3" refType="userI" fact="3"/>
                              <dgm:constr type="w" for="ch" forName="smCircle3" refType="h"/>
                              <dgm:constr type="l" for="ch" forName="smCircle3" refType="r" refFor="ch" refForName="gap3"/>
                            </dgm:constrLst>
                          </dgm:if>
                          <dgm:else name="Name37">
                            <dgm:constrLst>
                              <dgm:constr type="userI"/>
                              <dgm:constr type="w" for="ch" forName="gap3" refType="userI" fact="3"/>
                              <dgm:constr type="w" for="ch" forName="smCircle3" refType="h"/>
                              <dgm:constr type="r" for="ch" forName="smCircle3" refType="l" refFor="ch" refForName="gap3"/>
                            </dgm:constrLst>
                          </dgm:else>
                        </dgm:choose>
                        <dgm:layoutNode name="gap3">
                          <dgm:alg type="sp"/>
                          <dgm:shape xmlns:r="http://schemas.openxmlformats.org/officeDocument/2006/relationships" type="rect" r:blip="" hideGeom="1">
                            <dgm:adjLst/>
                          </dgm:shape>
                          <dgm:presOf/>
                        </dgm:layoutNode>
                        <dgm:layoutNode name="smCircle3" styleLbl="vennNode1">
                          <dgm:alg type="sp"/>
                          <dgm:shape xmlns:r="http://schemas.openxmlformats.org/officeDocument/2006/relationships" type="ellipse" r:blip="">
                            <dgm:adjLst/>
                          </dgm:shape>
                          <dgm:presOf/>
                          <dgm:constrLst>
                            <dgm:constr type="w" refType="h"/>
                          </dgm:constrLst>
                        </dgm:layoutNode>
                      </dgm:layoutNode>
                    </dgm:forEach>
                  </dgm:if>
                  <dgm:else name="Name38">
                    <dgm:forEach name="Name39" axis="followSib" ptType="sibTrans" cnt="1">
                      <dgm:layoutNode name="smCircle" styleLbl="vennNode1">
                        <dgm:alg type="sp"/>
                        <dgm:shape xmlns:r="http://schemas.openxmlformats.org/officeDocument/2006/relationships" type="ellipse" r:blip="">
                          <dgm:adjLst/>
                        </dgm:shape>
                        <dgm:presOf/>
                        <dgm:constrLst>
                          <dgm:constr type="w" refType="h"/>
                        </dgm:constrLst>
                      </dgm:layoutNode>
                    </dgm:forEach>
                  </dgm:else>
                </dgm:choose>
              </dgm:forEach>
            </dgm:layoutNode>
          </dgm:layoutNode>
          <dgm:choose name="Name40">
            <dgm:if name="Name41" axis="followSib ch" ptType="node node" cnt="1 0" func="cnt" op="gte" val="1">
              <dgm:layoutNode name="overlap">
                <dgm:alg type="sp"/>
                <dgm:shape xmlns:r="http://schemas.openxmlformats.org/officeDocument/2006/relationships" r:blip="">
                  <dgm:adjLst/>
                </dgm:shape>
                <dgm:presOf/>
              </dgm:layoutNode>
            </dgm:if>
            <dgm:else name="Name42"/>
          </dgm:choose>
        </dgm:if>
        <dgm:else name="Name43">
          <dgm:layoutNode name="noChildren">
            <dgm:alg type="composite"/>
            <dgm:choose name="Name44">
              <dgm:if name="Name45" func="var" arg="dir" op="equ" val="norm">
                <dgm:constrLst>
                  <dgm:constr type="l" for="ch" forName="gap"/>
                  <dgm:constr type="w" for="ch" forName="gap" refType="w" fact="0.043"/>
                  <dgm:constr type="h" for="ch" forName="gap" refType="h"/>
                  <dgm:constr type="t" for="ch" forName="gap"/>
                  <dgm:constr type="l" for="ch" forName="medCircle2" refType="r" refFor="ch" refForName="gap"/>
                  <dgm:constr type="w" for="ch" forName="medCircle2" refType="h" refFor="ch" refForName="medCircle2"/>
                  <dgm:constr type="t" for="ch" forName="medCircle2"/>
                  <dgm:constr type="h" for="ch" forName="medCircle2" refType="h"/>
                  <dgm:constr type="l" for="ch" forName="txLvlOnly1" refType="ctrX" refFor="ch" refForName="medCircle2"/>
                  <dgm:constr type="r" for="ch" forName="txLvlOnly1" refType="w"/>
                  <dgm:constr type="h" for="ch" forName="txLvlOnly1" refType="h"/>
                  <dgm:constr type="t" for="ch" forName="txLvlOnly1"/>
                </dgm:constrLst>
              </dgm:if>
              <dgm:else name="Name46">
                <dgm:constrLst>
                  <dgm:constr type="r" for="ch" forName="gap" refType="w"/>
                  <dgm:constr type="w" for="ch" forName="gap" refType="w" fact="0.043"/>
                  <dgm:constr type="h" for="ch" forName="gap" refType="h"/>
                  <dgm:constr type="t" for="ch" forName="gap"/>
                  <dgm:constr type="r" for="ch" forName="medCircle2" refType="l" refFor="ch" refForName="gap"/>
                  <dgm:constr type="w" for="ch" forName="medCircle2" refType="h" refFor="ch" refForName="medCircle2"/>
                  <dgm:constr type="t" for="ch" forName="medCircle2"/>
                  <dgm:constr type="h" for="ch" forName="medCircle2" refType="h"/>
                  <dgm:constr type="l" for="ch" forName="txLvlOnly1"/>
                  <dgm:constr type="r" for="ch" forName="txLvlOnly1" refType="ctrX" refFor="ch" refForName="medCircle2"/>
                  <dgm:constr type="h" for="ch" forName="txLvlOnly1" refType="h"/>
                  <dgm:constr type="t" for="ch" forName="txLvlOnly1"/>
                </dgm:constrLst>
              </dgm:else>
            </dgm:choose>
            <dgm:layoutNode name="gap">
              <dgm:alg type="sp"/>
              <dgm:shape xmlns:r="http://schemas.openxmlformats.org/officeDocument/2006/relationships" r:blip="">
                <dgm:adjLst/>
              </dgm:shape>
              <dgm:presOf/>
            </dgm:layoutNode>
            <dgm:layoutNode name="medCircle2" styleLbl="vennNode1">
              <dgm:alg type="sp"/>
              <dgm:shape xmlns:r="http://schemas.openxmlformats.org/officeDocument/2006/relationships" type="ellipse" r:blip="">
                <dgm:adjLst/>
              </dgm:shape>
              <dgm:presOf/>
              <dgm:constrLst>
                <dgm:constr type="w" refType="h"/>
              </dgm:constrLst>
            </dgm:layoutNode>
            <dgm:layoutNode name="txLvlOnly1" styleLbl="revTx">
              <dgm:choose name="Name47">
                <dgm:if name="Name48" func="var" arg="dir" op="equ" val="norm">
                  <dgm:alg type="tx">
                    <dgm:param type="parTxLTRAlign" val="l"/>
                    <dgm:param type="parTxRTLAlign" val="l"/>
                  </dgm:alg>
                </dgm:if>
                <dgm:else name="Name4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4248F04-EF32-487D-BA19-7F3F511F3E3F}"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0C4763A-EFD4-7742-8F31-9C2F9300C28A}"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42898371"/>
      </p:ext>
    </p:extLst>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609600" y="1600201"/>
            <a:ext cx="109728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6547DB-7B26-4AC1-9FAC-A12C7FA7C80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399727145"/>
      </p:ext>
    </p:extLst>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841AF68-1A63-4A24-9DCE-FA3B2E5C407A}"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87BA459C-C1F9-AB4D-8E61-68C53B56A064}"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585903078"/>
      </p:ext>
    </p:extLst>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CF9090A-1062-4A07-A2F5-3BC8F8A57E62}"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AFB4A4D-A64F-7740-9E0E-188E9BA474F0}"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796323216"/>
      </p:ext>
    </p:extLst>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C85F0EF-5494-41C9-B223-AC38EE1E3E3C}"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9"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8DAA6009-9928-FF4C-9FC0-9A5BA7AB80B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626931459"/>
      </p:ext>
    </p:extLst>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EA4345F-5C76-4784-B45F-227ABA8C3C1A}"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DCDB1BE-A08E-2A4A-80F9-ED5208CC2745}"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10282000"/>
      </p:ext>
    </p:extLst>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CF98483F-48BE-431F-A34E-A8482AD1D85C}"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CA09BA1-70B4-4A48-A4C4-6DB291E465C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400834942"/>
      </p:ext>
    </p:extLst>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EE1227E-DC58-469D-A6ED-B0AEE20B351C}"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AC48FB37-48D1-0F43-9835-C4ADFC9E29C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622559271"/>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C739CC41-4DE4-4A95-A87D-4AA178E35D72}"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2B5C7A3-6224-2444-BEEE-16F152F7EB8A}"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5206435"/>
      </p:ext>
    </p:extLst>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10BF63B-13C6-4927-87C5-89003ACFA787}"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4887004-E5E5-6642-9C91-F2E102A03E8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87188243"/>
      </p:ext>
    </p:extLst>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09600" y="274639"/>
            <a:ext cx="80264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74E7E8C-3055-46BA-831E-7AEEA2A716C6}"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6C17DF0-9E2E-E045-840A-782E3E137E64}"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694561732"/>
      </p:ext>
    </p:extLst>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44248F04-EF32-487D-BA19-7F3F511F3E3F}" type="datetime1">
              <a:rPr lang="en-US" smtClean="0"/>
              <a:t>2/9/2026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B0C4763A-EFD4-7742-8F31-9C2F9300C28A}" type="slidenum">
              <a:rPr lang="en-US" smtClean="0"/>
              <a:pPr>
                <a:defRPr/>
              </a:pPr>
              <a:t>‹#›</a:t>
            </a:fld>
            <a:endParaRPr lang="en-US"/>
          </a:p>
        </p:txBody>
      </p:sp>
    </p:spTree>
    <p:extLst>
      <p:ext uri="{BB962C8B-B14F-4D97-AF65-F5344CB8AC3E}">
        <p14:creationId xmlns:p14="http://schemas.microsoft.com/office/powerpoint/2010/main" val="2558914915"/>
      </p:ext>
    </p:extLst>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609600" y="1600201"/>
            <a:ext cx="109728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F76547DB-7B26-4AC1-9FAC-A12C7FA7C80D}" type="datetime1">
              <a:rPr lang="en-US" smtClean="0"/>
              <a:t>2/9/2026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825F70CE-84E9-D04C-9B15-10C693AA0F2A}" type="slidenum">
              <a:rPr lang="en-US" smtClean="0"/>
              <a:pPr>
                <a:defRPr/>
              </a:pPr>
              <a:t>‹#›</a:t>
            </a:fld>
            <a:endParaRPr lang="en-US"/>
          </a:p>
        </p:txBody>
      </p:sp>
    </p:spTree>
    <p:extLst>
      <p:ext uri="{BB962C8B-B14F-4D97-AF65-F5344CB8AC3E}">
        <p14:creationId xmlns:p14="http://schemas.microsoft.com/office/powerpoint/2010/main" val="2947441358"/>
      </p:ext>
    </p:extLst>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fld id="{6841AF68-1A63-4A24-9DCE-FA3B2E5C407A}" type="datetime1">
              <a:rPr lang="en-US" smtClean="0"/>
              <a:t>2/9/2026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87BA459C-C1F9-AB4D-8E61-68C53B56A064}" type="slidenum">
              <a:rPr lang="en-US" smtClean="0"/>
              <a:pPr>
                <a:defRPr/>
              </a:pPr>
              <a:t>‹#›</a:t>
            </a:fld>
            <a:endParaRPr lang="en-US"/>
          </a:p>
        </p:txBody>
      </p:sp>
    </p:spTree>
    <p:extLst>
      <p:ext uri="{BB962C8B-B14F-4D97-AF65-F5344CB8AC3E}">
        <p14:creationId xmlns:p14="http://schemas.microsoft.com/office/powerpoint/2010/main" val="4002183825"/>
      </p:ext>
    </p:extLst>
  </p:cSld>
  <p:clrMapOvr>
    <a:masterClrMapping/>
  </p:clrMapOvr>
  <p:transition spd="med">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fld id="{3CF9090A-1062-4A07-A2F5-3BC8F8A57E62}" type="datetime1">
              <a:rPr lang="en-US" smtClean="0"/>
              <a:t>2/9/2026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9AFB4A4D-A64F-7740-9E0E-188E9BA474F0}" type="slidenum">
              <a:rPr lang="en-US" smtClean="0"/>
              <a:pPr>
                <a:defRPr/>
              </a:pPr>
              <a:t>‹#›</a:t>
            </a:fld>
            <a:endParaRPr lang="en-US"/>
          </a:p>
        </p:txBody>
      </p:sp>
    </p:spTree>
    <p:extLst>
      <p:ext uri="{BB962C8B-B14F-4D97-AF65-F5344CB8AC3E}">
        <p14:creationId xmlns:p14="http://schemas.microsoft.com/office/powerpoint/2010/main" val="636415561"/>
      </p:ext>
    </p:extLst>
  </p:cSld>
  <p:clrMapOvr>
    <a:masterClrMapping/>
  </p:clrMapOvr>
  <p:transition spd="med">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fld id="{1C85F0EF-5494-41C9-B223-AC38EE1E3E3C}" type="datetime1">
              <a:rPr lang="en-US" smtClean="0"/>
              <a:t>2/9/2026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9" name="Slide Number Placeholder 5"/>
          <p:cNvSpPr>
            <a:spLocks noGrp="1"/>
          </p:cNvSpPr>
          <p:nvPr>
            <p:ph type="sldNum" sz="quarter" idx="12"/>
          </p:nvPr>
        </p:nvSpPr>
        <p:spPr/>
        <p:txBody>
          <a:bodyPr/>
          <a:lstStyle>
            <a:lvl1pPr>
              <a:defRPr/>
            </a:lvl1pPr>
          </a:lstStyle>
          <a:p>
            <a:pPr>
              <a:defRPr/>
            </a:pPr>
            <a:fld id="{8DAA6009-9928-FF4C-9FC0-9A5BA7AB80BB}" type="slidenum">
              <a:rPr lang="en-US" smtClean="0"/>
              <a:pPr>
                <a:defRPr/>
              </a:pPr>
              <a:t>‹#›</a:t>
            </a:fld>
            <a:endParaRPr lang="en-US"/>
          </a:p>
        </p:txBody>
      </p:sp>
    </p:spTree>
    <p:extLst>
      <p:ext uri="{BB962C8B-B14F-4D97-AF65-F5344CB8AC3E}">
        <p14:creationId xmlns:p14="http://schemas.microsoft.com/office/powerpoint/2010/main" val="1102581063"/>
      </p:ext>
    </p:extLst>
  </p:cSld>
  <p:clrMapOvr>
    <a:masterClrMapping/>
  </p:clrMapOvr>
  <p:transition spd="med">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EA4345F-5C76-4784-B45F-227ABA8C3C1A}" type="datetime1">
              <a:rPr lang="en-US" smtClean="0"/>
              <a:t>2/9/2026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5" name="Slide Number Placeholder 5"/>
          <p:cNvSpPr>
            <a:spLocks noGrp="1"/>
          </p:cNvSpPr>
          <p:nvPr>
            <p:ph type="sldNum" sz="quarter" idx="12"/>
          </p:nvPr>
        </p:nvSpPr>
        <p:spPr/>
        <p:txBody>
          <a:bodyPr/>
          <a:lstStyle>
            <a:lvl1pPr>
              <a:defRPr/>
            </a:lvl1pPr>
          </a:lstStyle>
          <a:p>
            <a:pPr>
              <a:defRPr/>
            </a:pPr>
            <a:fld id="{7DCDB1BE-A08E-2A4A-80F9-ED5208CC2745}" type="slidenum">
              <a:rPr lang="en-US" smtClean="0"/>
              <a:pPr>
                <a:defRPr/>
              </a:pPr>
              <a:t>‹#›</a:t>
            </a:fld>
            <a:endParaRPr lang="en-US"/>
          </a:p>
        </p:txBody>
      </p:sp>
    </p:spTree>
    <p:extLst>
      <p:ext uri="{BB962C8B-B14F-4D97-AF65-F5344CB8AC3E}">
        <p14:creationId xmlns:p14="http://schemas.microsoft.com/office/powerpoint/2010/main" val="534550246"/>
      </p:ext>
    </p:extLst>
  </p:cSld>
  <p:clrMapOvr>
    <a:masterClrMapping/>
  </p:clrMapOvr>
  <p:transition spd="med">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CF98483F-48BE-431F-A34E-A8482AD1D85C}" type="datetime1">
              <a:rPr lang="en-US" smtClean="0"/>
              <a:t>2/9/2026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4" name="Slide Number Placeholder 5"/>
          <p:cNvSpPr>
            <a:spLocks noGrp="1"/>
          </p:cNvSpPr>
          <p:nvPr>
            <p:ph type="sldNum" sz="quarter" idx="12"/>
          </p:nvPr>
        </p:nvSpPr>
        <p:spPr/>
        <p:txBody>
          <a:bodyPr/>
          <a:lstStyle>
            <a:lvl1pPr>
              <a:defRPr/>
            </a:lvl1pPr>
          </a:lstStyle>
          <a:p>
            <a:pPr>
              <a:defRPr/>
            </a:pPr>
            <a:fld id="{2CA09BA1-70B4-4A48-A4C4-6DB291E465CB}" type="slidenum">
              <a:rPr lang="en-US" smtClean="0"/>
              <a:pPr>
                <a:defRPr/>
              </a:pPr>
              <a:t>‹#›</a:t>
            </a:fld>
            <a:endParaRPr lang="en-US"/>
          </a:p>
        </p:txBody>
      </p:sp>
    </p:spTree>
    <p:extLst>
      <p:ext uri="{BB962C8B-B14F-4D97-AF65-F5344CB8AC3E}">
        <p14:creationId xmlns:p14="http://schemas.microsoft.com/office/powerpoint/2010/main" val="3650723057"/>
      </p:ext>
    </p:extLst>
  </p:cSld>
  <p:clrMapOvr>
    <a:masterClrMapping/>
  </p:clrMapOvr>
  <p:transition spd="med">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AEE1227E-DC58-469D-A6ED-B0AEE20B351C}" type="datetime1">
              <a:rPr lang="en-US" smtClean="0"/>
              <a:t>2/9/2026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AC48FB37-48D1-0F43-9835-C4ADFC9E29C1}" type="slidenum">
              <a:rPr lang="en-US" smtClean="0"/>
              <a:pPr>
                <a:defRPr/>
              </a:pPr>
              <a:t>‹#›</a:t>
            </a:fld>
            <a:endParaRPr lang="en-US"/>
          </a:p>
        </p:txBody>
      </p:sp>
    </p:spTree>
    <p:extLst>
      <p:ext uri="{BB962C8B-B14F-4D97-AF65-F5344CB8AC3E}">
        <p14:creationId xmlns:p14="http://schemas.microsoft.com/office/powerpoint/2010/main" val="3174895531"/>
      </p:ext>
    </p:extLst>
  </p:cSld>
  <p:clrMapOvr>
    <a:masterClrMapping/>
  </p:clrMapOvr>
  <p:transition spd="med">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C739CC41-4DE4-4A95-A87D-4AA178E35D72}" type="datetime1">
              <a:rPr lang="en-US" smtClean="0"/>
              <a:t>2/9/2026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32B5C7A3-6224-2444-BEEE-16F152F7EB8A}" type="slidenum">
              <a:rPr lang="en-US" smtClean="0"/>
              <a:pPr>
                <a:defRPr/>
              </a:pPr>
              <a:t>‹#›</a:t>
            </a:fld>
            <a:endParaRPr lang="en-US"/>
          </a:p>
        </p:txBody>
      </p:sp>
    </p:spTree>
    <p:extLst>
      <p:ext uri="{BB962C8B-B14F-4D97-AF65-F5344CB8AC3E}">
        <p14:creationId xmlns:p14="http://schemas.microsoft.com/office/powerpoint/2010/main" val="3532880440"/>
      </p:ext>
    </p:extLst>
  </p:cSld>
  <p:clrMapOvr>
    <a:masterClrMapping/>
  </p:clrMapOvr>
  <p:transition spd="med">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110BF63B-13C6-4927-87C5-89003ACFA787}" type="datetime1">
              <a:rPr lang="en-US" smtClean="0"/>
              <a:t>2/9/2026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44887004-E5E5-6642-9C91-F2E102A03E8F}" type="slidenum">
              <a:rPr lang="en-US" smtClean="0"/>
              <a:pPr>
                <a:defRPr/>
              </a:pPr>
              <a:t>‹#›</a:t>
            </a:fld>
            <a:endParaRPr lang="en-US"/>
          </a:p>
        </p:txBody>
      </p:sp>
    </p:spTree>
    <p:extLst>
      <p:ext uri="{BB962C8B-B14F-4D97-AF65-F5344CB8AC3E}">
        <p14:creationId xmlns:p14="http://schemas.microsoft.com/office/powerpoint/2010/main" val="1655527200"/>
      </p:ext>
    </p:extLst>
  </p:cSld>
  <p:clrMapOvr>
    <a:masterClrMapping/>
  </p:clrMapOvr>
  <p:transition spd="med">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09600" y="274639"/>
            <a:ext cx="80264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E74E7E8C-3055-46BA-831E-7AEEA2A716C6}" type="datetime1">
              <a:rPr lang="en-US" smtClean="0"/>
              <a:t>2/9/2026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76C17DF0-9E2E-E045-840A-782E3E137E64}" type="slidenum">
              <a:rPr lang="en-US" smtClean="0"/>
              <a:pPr>
                <a:defRPr/>
              </a:pPr>
              <a:t>‹#›</a:t>
            </a:fld>
            <a:endParaRPr lang="en-US"/>
          </a:p>
        </p:txBody>
      </p:sp>
    </p:spTree>
    <p:extLst>
      <p:ext uri="{BB962C8B-B14F-4D97-AF65-F5344CB8AC3E}">
        <p14:creationId xmlns:p14="http://schemas.microsoft.com/office/powerpoint/2010/main" val="3199775250"/>
      </p:ext>
    </p:extLst>
  </p:cSld>
  <p:clrMapOvr>
    <a:masterClrMapping/>
  </p:clrMapOvr>
  <p:transition spd="med">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44248F04-EF32-487D-BA19-7F3F511F3E3F}" type="datetime1">
              <a:rPr lang="en-US" smtClean="0"/>
              <a:t>2/9/2026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B0C4763A-EFD4-7742-8F31-9C2F9300C28A}" type="slidenum">
              <a:rPr lang="en-US" smtClean="0"/>
              <a:pPr>
                <a:defRPr/>
              </a:pPr>
              <a:t>‹#›</a:t>
            </a:fld>
            <a:endParaRPr lang="en-US"/>
          </a:p>
        </p:txBody>
      </p:sp>
    </p:spTree>
    <p:extLst>
      <p:ext uri="{BB962C8B-B14F-4D97-AF65-F5344CB8AC3E}">
        <p14:creationId xmlns:p14="http://schemas.microsoft.com/office/powerpoint/2010/main" val="3541462980"/>
      </p:ext>
    </p:extLst>
  </p:cSld>
  <p:clrMapOvr>
    <a:masterClrMapping/>
  </p:clrMapOvr>
  <p:transition spd="med">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609600" y="1600201"/>
            <a:ext cx="109728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F76547DB-7B26-4AC1-9FAC-A12C7FA7C80D}" type="datetime1">
              <a:rPr lang="en-US" smtClean="0"/>
              <a:t>2/9/2026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825F70CE-84E9-D04C-9B15-10C693AA0F2A}" type="slidenum">
              <a:rPr lang="en-US" smtClean="0"/>
              <a:pPr>
                <a:defRPr/>
              </a:pPr>
              <a:t>‹#›</a:t>
            </a:fld>
            <a:endParaRPr lang="en-US"/>
          </a:p>
        </p:txBody>
      </p:sp>
    </p:spTree>
    <p:extLst>
      <p:ext uri="{BB962C8B-B14F-4D97-AF65-F5344CB8AC3E}">
        <p14:creationId xmlns:p14="http://schemas.microsoft.com/office/powerpoint/2010/main" val="3214707980"/>
      </p:ext>
    </p:extLst>
  </p:cSld>
  <p:clrMapOvr>
    <a:masterClrMapping/>
  </p:clrMapOvr>
  <p:transition spd="med">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fld id="{6841AF68-1A63-4A24-9DCE-FA3B2E5C407A}" type="datetime1">
              <a:rPr lang="en-US" smtClean="0"/>
              <a:t>2/9/2026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87BA459C-C1F9-AB4D-8E61-68C53B56A064}" type="slidenum">
              <a:rPr lang="en-US" smtClean="0"/>
              <a:pPr>
                <a:defRPr/>
              </a:pPr>
              <a:t>‹#›</a:t>
            </a:fld>
            <a:endParaRPr lang="en-US"/>
          </a:p>
        </p:txBody>
      </p:sp>
    </p:spTree>
    <p:extLst>
      <p:ext uri="{BB962C8B-B14F-4D97-AF65-F5344CB8AC3E}">
        <p14:creationId xmlns:p14="http://schemas.microsoft.com/office/powerpoint/2010/main" val="3549623982"/>
      </p:ext>
    </p:extLst>
  </p:cSld>
  <p:clrMapOvr>
    <a:masterClrMapping/>
  </p:clrMapOvr>
  <p:transition spd="med">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fld id="{3CF9090A-1062-4A07-A2F5-3BC8F8A57E62}" type="datetime1">
              <a:rPr lang="en-US" smtClean="0"/>
              <a:t>2/9/2026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9AFB4A4D-A64F-7740-9E0E-188E9BA474F0}" type="slidenum">
              <a:rPr lang="en-US" smtClean="0"/>
              <a:pPr>
                <a:defRPr/>
              </a:pPr>
              <a:t>‹#›</a:t>
            </a:fld>
            <a:endParaRPr lang="en-US"/>
          </a:p>
        </p:txBody>
      </p:sp>
    </p:spTree>
    <p:extLst>
      <p:ext uri="{BB962C8B-B14F-4D97-AF65-F5344CB8AC3E}">
        <p14:creationId xmlns:p14="http://schemas.microsoft.com/office/powerpoint/2010/main" val="1473728696"/>
      </p:ext>
    </p:extLst>
  </p:cSld>
  <p:clrMapOvr>
    <a:masterClrMapping/>
  </p:clrMapOvr>
  <p:transition spd="med">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fld id="{1C85F0EF-5494-41C9-B223-AC38EE1E3E3C}" type="datetime1">
              <a:rPr lang="en-US" smtClean="0"/>
              <a:t>2/9/2026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9" name="Slide Number Placeholder 5"/>
          <p:cNvSpPr>
            <a:spLocks noGrp="1"/>
          </p:cNvSpPr>
          <p:nvPr>
            <p:ph type="sldNum" sz="quarter" idx="12"/>
          </p:nvPr>
        </p:nvSpPr>
        <p:spPr/>
        <p:txBody>
          <a:bodyPr/>
          <a:lstStyle>
            <a:lvl1pPr>
              <a:defRPr/>
            </a:lvl1pPr>
          </a:lstStyle>
          <a:p>
            <a:pPr>
              <a:defRPr/>
            </a:pPr>
            <a:fld id="{8DAA6009-9928-FF4C-9FC0-9A5BA7AB80BB}" type="slidenum">
              <a:rPr lang="en-US" smtClean="0"/>
              <a:pPr>
                <a:defRPr/>
              </a:pPr>
              <a:t>‹#›</a:t>
            </a:fld>
            <a:endParaRPr lang="en-US"/>
          </a:p>
        </p:txBody>
      </p:sp>
    </p:spTree>
    <p:extLst>
      <p:ext uri="{BB962C8B-B14F-4D97-AF65-F5344CB8AC3E}">
        <p14:creationId xmlns:p14="http://schemas.microsoft.com/office/powerpoint/2010/main" val="2404682848"/>
      </p:ext>
    </p:extLst>
  </p:cSld>
  <p:clrMapOvr>
    <a:masterClrMapping/>
  </p:clrMapOvr>
  <p:transition spd="med">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EA4345F-5C76-4784-B45F-227ABA8C3C1A}" type="datetime1">
              <a:rPr lang="en-US" smtClean="0"/>
              <a:t>2/9/2026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5" name="Slide Number Placeholder 5"/>
          <p:cNvSpPr>
            <a:spLocks noGrp="1"/>
          </p:cNvSpPr>
          <p:nvPr>
            <p:ph type="sldNum" sz="quarter" idx="12"/>
          </p:nvPr>
        </p:nvSpPr>
        <p:spPr/>
        <p:txBody>
          <a:bodyPr/>
          <a:lstStyle>
            <a:lvl1pPr>
              <a:defRPr/>
            </a:lvl1pPr>
          </a:lstStyle>
          <a:p>
            <a:pPr>
              <a:defRPr/>
            </a:pPr>
            <a:fld id="{7DCDB1BE-A08E-2A4A-80F9-ED5208CC2745}" type="slidenum">
              <a:rPr lang="en-US" smtClean="0"/>
              <a:pPr>
                <a:defRPr/>
              </a:pPr>
              <a:t>‹#›</a:t>
            </a:fld>
            <a:endParaRPr lang="en-US"/>
          </a:p>
        </p:txBody>
      </p:sp>
    </p:spTree>
    <p:extLst>
      <p:ext uri="{BB962C8B-B14F-4D97-AF65-F5344CB8AC3E}">
        <p14:creationId xmlns:p14="http://schemas.microsoft.com/office/powerpoint/2010/main" val="1203886454"/>
      </p:ext>
    </p:extLst>
  </p:cSld>
  <p:clrMapOvr>
    <a:masterClrMapping/>
  </p:clrMapOvr>
  <p:transition spd="med">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CF98483F-48BE-431F-A34E-A8482AD1D85C}" type="datetime1">
              <a:rPr lang="en-US" smtClean="0"/>
              <a:t>2/9/2026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4" name="Slide Number Placeholder 5"/>
          <p:cNvSpPr>
            <a:spLocks noGrp="1"/>
          </p:cNvSpPr>
          <p:nvPr>
            <p:ph type="sldNum" sz="quarter" idx="12"/>
          </p:nvPr>
        </p:nvSpPr>
        <p:spPr/>
        <p:txBody>
          <a:bodyPr/>
          <a:lstStyle>
            <a:lvl1pPr>
              <a:defRPr/>
            </a:lvl1pPr>
          </a:lstStyle>
          <a:p>
            <a:pPr>
              <a:defRPr/>
            </a:pPr>
            <a:fld id="{2CA09BA1-70B4-4A48-A4C4-6DB291E465CB}" type="slidenum">
              <a:rPr lang="en-US" smtClean="0"/>
              <a:pPr>
                <a:defRPr/>
              </a:pPr>
              <a:t>‹#›</a:t>
            </a:fld>
            <a:endParaRPr lang="en-US"/>
          </a:p>
        </p:txBody>
      </p:sp>
    </p:spTree>
    <p:extLst>
      <p:ext uri="{BB962C8B-B14F-4D97-AF65-F5344CB8AC3E}">
        <p14:creationId xmlns:p14="http://schemas.microsoft.com/office/powerpoint/2010/main" val="1163460138"/>
      </p:ext>
    </p:extLst>
  </p:cSld>
  <p:clrMapOvr>
    <a:masterClrMapping/>
  </p:clrMapOvr>
  <p:transition spd="med">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AEE1227E-DC58-469D-A6ED-B0AEE20B351C}" type="datetime1">
              <a:rPr lang="en-US" smtClean="0"/>
              <a:t>2/9/2026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AC48FB37-48D1-0F43-9835-C4ADFC9E29C1}" type="slidenum">
              <a:rPr lang="en-US" smtClean="0"/>
              <a:pPr>
                <a:defRPr/>
              </a:pPr>
              <a:t>‹#›</a:t>
            </a:fld>
            <a:endParaRPr lang="en-US"/>
          </a:p>
        </p:txBody>
      </p:sp>
    </p:spTree>
    <p:extLst>
      <p:ext uri="{BB962C8B-B14F-4D97-AF65-F5344CB8AC3E}">
        <p14:creationId xmlns:p14="http://schemas.microsoft.com/office/powerpoint/2010/main" val="3190281109"/>
      </p:ext>
    </p:extLst>
  </p:cSld>
  <p:clrMapOvr>
    <a:masterClrMapping/>
  </p:clrMapOvr>
  <p:transition spd="med">
    <p:wipe dir="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C739CC41-4DE4-4A95-A87D-4AA178E35D72}" type="datetime1">
              <a:rPr lang="en-US" smtClean="0"/>
              <a:t>2/9/2026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32B5C7A3-6224-2444-BEEE-16F152F7EB8A}" type="slidenum">
              <a:rPr lang="en-US" smtClean="0"/>
              <a:pPr>
                <a:defRPr/>
              </a:pPr>
              <a:t>‹#›</a:t>
            </a:fld>
            <a:endParaRPr lang="en-US"/>
          </a:p>
        </p:txBody>
      </p:sp>
    </p:spTree>
    <p:extLst>
      <p:ext uri="{BB962C8B-B14F-4D97-AF65-F5344CB8AC3E}">
        <p14:creationId xmlns:p14="http://schemas.microsoft.com/office/powerpoint/2010/main" val="2620417984"/>
      </p:ext>
    </p:extLst>
  </p:cSld>
  <p:clrMapOvr>
    <a:masterClrMapping/>
  </p:clrMapOvr>
  <p:transition spd="med">
    <p:wipe dir="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110BF63B-13C6-4927-87C5-89003ACFA787}" type="datetime1">
              <a:rPr lang="en-US" smtClean="0"/>
              <a:t>2/9/2026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44887004-E5E5-6642-9C91-F2E102A03E8F}" type="slidenum">
              <a:rPr lang="en-US" smtClean="0"/>
              <a:pPr>
                <a:defRPr/>
              </a:pPr>
              <a:t>‹#›</a:t>
            </a:fld>
            <a:endParaRPr lang="en-US"/>
          </a:p>
        </p:txBody>
      </p:sp>
    </p:spTree>
    <p:extLst>
      <p:ext uri="{BB962C8B-B14F-4D97-AF65-F5344CB8AC3E}">
        <p14:creationId xmlns:p14="http://schemas.microsoft.com/office/powerpoint/2010/main" val="1519414104"/>
      </p:ext>
    </p:extLst>
  </p:cSld>
  <p:clrMapOvr>
    <a:masterClrMapping/>
  </p:clrMapOvr>
  <p:transition spd="med">
    <p:wipe dir="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09600" y="274639"/>
            <a:ext cx="80264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E74E7E8C-3055-46BA-831E-7AEEA2A716C6}" type="datetime1">
              <a:rPr lang="en-US" smtClean="0"/>
              <a:t>2/9/2026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76C17DF0-9E2E-E045-840A-782E3E137E64}" type="slidenum">
              <a:rPr lang="en-US" smtClean="0"/>
              <a:pPr>
                <a:defRPr/>
              </a:pPr>
              <a:t>‹#›</a:t>
            </a:fld>
            <a:endParaRPr lang="en-US"/>
          </a:p>
        </p:txBody>
      </p:sp>
    </p:spTree>
    <p:extLst>
      <p:ext uri="{BB962C8B-B14F-4D97-AF65-F5344CB8AC3E}">
        <p14:creationId xmlns:p14="http://schemas.microsoft.com/office/powerpoint/2010/main" val="2595560857"/>
      </p:ext>
    </p:extLst>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9724309"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23BF784-5D2A-4E55-9D4C-1DC65FEB85DF}"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606AE16-8D53-A649-9482-7C8DBD7175B3}"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cxnSp>
        <p:nvCxnSpPr>
          <p:cNvPr id="9" name="Straight Connector 8"/>
          <p:cNvCxnSpPr/>
          <p:nvPr/>
        </p:nvCxnSpPr>
        <p:spPr>
          <a:xfrm>
            <a:off x="609601" y="1419226"/>
            <a:ext cx="9741073"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0333910" y="213186"/>
            <a:ext cx="1231725" cy="1219356"/>
          </a:xfrm>
          <a:prstGeom prst="rect">
            <a:avLst/>
          </a:prstGeom>
        </p:spPr>
      </p:pic>
      <p:cxnSp>
        <p:nvCxnSpPr>
          <p:cNvPr id="11" name="Straight Connector 10"/>
          <p:cNvCxnSpPr/>
          <p:nvPr/>
        </p:nvCxnSpPr>
        <p:spPr>
          <a:xfrm flipV="1">
            <a:off x="609600" y="1417638"/>
            <a:ext cx="1095603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519938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9724309"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023BF784-5D2A-4E55-9D4C-1DC65FEB85DF}" type="datetime1">
              <a:rPr lang="en-US" smtClean="0"/>
              <a:t>2/9/2026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4 Requirements Engineering</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4606AE16-8D53-A649-9482-7C8DBD7175B3}" type="slidenum">
              <a:rPr lang="en-US" smtClean="0"/>
              <a:pPr>
                <a:defRPr/>
              </a:pPr>
              <a:t>‹#›</a:t>
            </a:fld>
            <a:endParaRPr lang="en-US"/>
          </a:p>
        </p:txBody>
      </p:sp>
      <p:cxnSp>
        <p:nvCxnSpPr>
          <p:cNvPr id="9" name="Straight Connector 8"/>
          <p:cNvCxnSpPr/>
          <p:nvPr/>
        </p:nvCxnSpPr>
        <p:spPr>
          <a:xfrm>
            <a:off x="609601" y="1419226"/>
            <a:ext cx="9741073"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0333910" y="213186"/>
            <a:ext cx="1231725" cy="1219356"/>
          </a:xfrm>
          <a:prstGeom prst="rect">
            <a:avLst/>
          </a:prstGeom>
        </p:spPr>
      </p:pic>
      <p:cxnSp>
        <p:nvCxnSpPr>
          <p:cNvPr id="11" name="Straight Connector 10"/>
          <p:cNvCxnSpPr/>
          <p:nvPr/>
        </p:nvCxnSpPr>
        <p:spPr>
          <a:xfrm flipV="1">
            <a:off x="609600" y="1417638"/>
            <a:ext cx="1095603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120660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9724309"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023BF784-5D2A-4E55-9D4C-1DC65FEB85DF}" type="datetime1">
              <a:rPr lang="en-US" smtClean="0"/>
              <a:t>2/9/2026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4 Requirements Engineering</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4606AE16-8D53-A649-9482-7C8DBD7175B3}" type="slidenum">
              <a:rPr lang="en-US" smtClean="0"/>
              <a:pPr>
                <a:defRPr/>
              </a:pPr>
              <a:t>‹#›</a:t>
            </a:fld>
            <a:endParaRPr lang="en-US"/>
          </a:p>
        </p:txBody>
      </p:sp>
      <p:cxnSp>
        <p:nvCxnSpPr>
          <p:cNvPr id="9" name="Straight Connector 8"/>
          <p:cNvCxnSpPr/>
          <p:nvPr/>
        </p:nvCxnSpPr>
        <p:spPr>
          <a:xfrm>
            <a:off x="609601" y="1419226"/>
            <a:ext cx="9741073"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0333910" y="213186"/>
            <a:ext cx="1231725" cy="1219356"/>
          </a:xfrm>
          <a:prstGeom prst="rect">
            <a:avLst/>
          </a:prstGeom>
        </p:spPr>
      </p:pic>
      <p:cxnSp>
        <p:nvCxnSpPr>
          <p:cNvPr id="11" name="Straight Connector 10"/>
          <p:cNvCxnSpPr/>
          <p:nvPr/>
        </p:nvCxnSpPr>
        <p:spPr>
          <a:xfrm flipV="1">
            <a:off x="609600" y="1417638"/>
            <a:ext cx="1095603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871176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3.emf"/><Relationship Id="rId1" Type="http://schemas.openxmlformats.org/officeDocument/2006/relationships/slideLayout" Target="../slideLayouts/slideLayout2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4.emf"/><Relationship Id="rId1" Type="http://schemas.openxmlformats.org/officeDocument/2006/relationships/slideLayout" Target="../slideLayouts/slideLayout2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4.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4.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4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package" Target="../embeddings/Microsoft_Word_Document.docx"/><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4.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10.emf"/><Relationship Id="rId1" Type="http://schemas.openxmlformats.org/officeDocument/2006/relationships/slideLayout" Target="../slideLayouts/slideLayout24.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4.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4.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6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a:xfrm>
            <a:off x="3021106" y="2506943"/>
            <a:ext cx="6149788" cy="1470025"/>
          </a:xfrm>
        </p:spPr>
        <p:txBody>
          <a:bodyPr/>
          <a:lstStyle/>
          <a:p>
            <a:pPr eaLnBrk="1" hangingPunct="1"/>
            <a:r>
              <a:rPr lang="en-US" dirty="0"/>
              <a:t>Chapter 4 – Requirements Engineering</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C4763A-EFD4-7742-8F31-9C2F9300C28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a:extLst>
              <a:ext uri="{FF2B5EF4-FFF2-40B4-BE49-F238E27FC236}">
                <a16:creationId xmlns:a16="http://schemas.microsoft.com/office/drawing/2014/main" id="{9410F773-15ED-49CD-BAB8-7A0DF939820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6D10CE2-C3C8-4E32-AE19-4E9CD9B90357}"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98416601"/>
      </p:ext>
    </p:extLst>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518984" y="277269"/>
            <a:ext cx="7293232" cy="1143000"/>
          </a:xfrm>
          <a:noFill/>
          <a:ln/>
        </p:spPr>
        <p:txBody>
          <a:bodyPr vert="horz" wrap="square" lIns="90487" tIns="44450" rIns="90487" bIns="44450" numCol="1" anchor="ctr" anchorCtr="0" compatLnSpc="1">
            <a:prstTxWarp prst="textNoShape">
              <a:avLst/>
            </a:prstTxWarp>
          </a:bodyPr>
          <a:lstStyle/>
          <a:p>
            <a:r>
              <a:rPr lang="en-GB" dirty="0"/>
              <a:t>Requirements engineering</a:t>
            </a:r>
          </a:p>
        </p:txBody>
      </p:sp>
      <p:sp>
        <p:nvSpPr>
          <p:cNvPr id="7171" name="Rectangle 3"/>
          <p:cNvSpPr>
            <a:spLocks noGrp="1" noChangeArrowheads="1"/>
          </p:cNvSpPr>
          <p:nvPr>
            <p:ph idx="1"/>
          </p:nvPr>
        </p:nvSpPr>
        <p:spPr>
          <a:xfrm>
            <a:off x="403412" y="1556793"/>
            <a:ext cx="11385176" cy="5301207"/>
          </a:xfrm>
          <a:noFill/>
          <a:ln/>
        </p:spPr>
        <p:txBody>
          <a:bodyPr lIns="90487" tIns="44450" rIns="90487" bIns="44450"/>
          <a:lstStyle/>
          <a:p>
            <a:pPr algn="just"/>
            <a:r>
              <a:rPr lang="en-GB" b="1" dirty="0"/>
              <a:t>Requirements: </a:t>
            </a:r>
          </a:p>
          <a:p>
            <a:pPr lvl="1" algn="just"/>
            <a:r>
              <a:rPr lang="en-GB" dirty="0"/>
              <a:t>the s</a:t>
            </a:r>
            <a:r>
              <a:rPr lang="en-GB" b="1" dirty="0"/>
              <a:t>ervices that a customer requires </a:t>
            </a:r>
            <a:r>
              <a:rPr lang="en-GB" dirty="0"/>
              <a:t>from a system </a:t>
            </a:r>
          </a:p>
          <a:p>
            <a:pPr lvl="1" algn="just"/>
            <a:r>
              <a:rPr lang="en-GB" dirty="0"/>
              <a:t>&amp; the </a:t>
            </a:r>
            <a:r>
              <a:rPr lang="en-GB" b="1" dirty="0"/>
              <a:t>constraints under which it operates </a:t>
            </a:r>
          </a:p>
          <a:p>
            <a:pPr algn="just"/>
            <a:r>
              <a:rPr lang="en-GB" b="1" dirty="0"/>
              <a:t>Requirement engineering: </a:t>
            </a:r>
          </a:p>
          <a:p>
            <a:pPr lvl="1" algn="just"/>
            <a:r>
              <a:rPr lang="en-GB" dirty="0"/>
              <a:t>The process of finding out, analysing, documenting and checking the constraints on system.</a:t>
            </a:r>
          </a:p>
          <a:p>
            <a:pPr algn="just"/>
            <a:r>
              <a:rPr lang="en-GB" dirty="0"/>
              <a:t>Requirements may be used for :</a:t>
            </a:r>
          </a:p>
          <a:p>
            <a:pPr lvl="1" algn="just"/>
            <a:r>
              <a:rPr lang="en-GB" dirty="0"/>
              <a:t>Creating a bid for the contract </a:t>
            </a:r>
          </a:p>
          <a:p>
            <a:pPr lvl="1" algn="just"/>
            <a:r>
              <a:rPr lang="en-GB" dirty="0"/>
              <a:t>Creating a contract</a:t>
            </a:r>
          </a:p>
          <a:p>
            <a:pPr algn="just"/>
            <a:r>
              <a:rPr lang="en-GB" b="1" dirty="0"/>
              <a:t>Two types: </a:t>
            </a:r>
          </a:p>
          <a:p>
            <a:pPr lvl="1" algn="just"/>
            <a:r>
              <a:rPr lang="en-GB" dirty="0"/>
              <a:t>User requirements </a:t>
            </a:r>
          </a:p>
          <a:p>
            <a:pPr lvl="1" algn="just"/>
            <a:r>
              <a:rPr lang="en-GB" dirty="0"/>
              <a:t>System requirements</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a:extLst>
              <a:ext uri="{FF2B5EF4-FFF2-40B4-BE49-F238E27FC236}">
                <a16:creationId xmlns:a16="http://schemas.microsoft.com/office/drawing/2014/main" id="{B89A8154-4C16-437A-8313-2DB778C91AD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9487F67-7F3C-48DF-9979-6EC38AD55667}"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a:extLst>
              <a:ext uri="{FF2B5EF4-FFF2-40B4-BE49-F238E27FC236}">
                <a16:creationId xmlns:a16="http://schemas.microsoft.com/office/drawing/2014/main" id="{1A1B8831-0593-4374-A0E5-8158EB09B59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Tree>
    <p:extLst>
      <p:ext uri="{BB962C8B-B14F-4D97-AF65-F5344CB8AC3E}">
        <p14:creationId xmlns:p14="http://schemas.microsoft.com/office/powerpoint/2010/main" val="367354821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09600" y="296116"/>
            <a:ext cx="8915400" cy="1104900"/>
          </a:xfrm>
          <a:noFill/>
          <a:ln/>
        </p:spPr>
        <p:txBody>
          <a:bodyPr vert="horz" wrap="square" lIns="90487" tIns="44450" rIns="90487" bIns="44450" numCol="1" anchor="ctr" anchorCtr="0" compatLnSpc="1">
            <a:prstTxWarp prst="textNoShape">
              <a:avLst/>
            </a:prstTxWarp>
          </a:bodyPr>
          <a:lstStyle/>
          <a:p>
            <a:r>
              <a:rPr lang="en-GB" dirty="0"/>
              <a:t>Types of requirement</a:t>
            </a:r>
          </a:p>
        </p:txBody>
      </p:sp>
      <p:sp>
        <p:nvSpPr>
          <p:cNvPr id="9219" name="Rectangle 3"/>
          <p:cNvSpPr>
            <a:spLocks noGrp="1" noChangeArrowheads="1"/>
          </p:cNvSpPr>
          <p:nvPr>
            <p:ph idx="1"/>
          </p:nvPr>
        </p:nvSpPr>
        <p:spPr>
          <a:xfrm>
            <a:off x="528918" y="1615702"/>
            <a:ext cx="10972800" cy="4525963"/>
          </a:xfrm>
          <a:noFill/>
          <a:ln/>
        </p:spPr>
        <p:txBody>
          <a:bodyPr lIns="90487" tIns="44450" rIns="90487" bIns="44450"/>
          <a:lstStyle/>
          <a:p>
            <a:pPr algn="just"/>
            <a:r>
              <a:rPr lang="en-GB" b="1" dirty="0"/>
              <a:t>User requirements</a:t>
            </a:r>
          </a:p>
          <a:p>
            <a:pPr lvl="1" algn="just"/>
            <a:r>
              <a:rPr lang="en-GB" b="1" dirty="0"/>
              <a:t>Written in natural language, non technical terms </a:t>
            </a:r>
          </a:p>
          <a:p>
            <a:pPr lvl="1" algn="just"/>
            <a:r>
              <a:rPr lang="en-GB" dirty="0"/>
              <a:t>Show the </a:t>
            </a:r>
            <a:r>
              <a:rPr lang="en-GB" b="1" dirty="0"/>
              <a:t>high level view of the services </a:t>
            </a:r>
            <a:r>
              <a:rPr lang="en-GB" dirty="0"/>
              <a:t>the system provides and its </a:t>
            </a:r>
            <a:r>
              <a:rPr lang="en-GB" b="1" dirty="0"/>
              <a:t>operational constraints</a:t>
            </a:r>
            <a:r>
              <a:rPr lang="en-GB" dirty="0"/>
              <a:t>.</a:t>
            </a:r>
          </a:p>
          <a:p>
            <a:pPr lvl="1" algn="just"/>
            <a:r>
              <a:rPr lang="en-GB" b="1" dirty="0"/>
              <a:t>Written for stakeholders/managers/non technical end users</a:t>
            </a:r>
            <a:r>
              <a:rPr lang="en-GB" dirty="0"/>
              <a:t>.</a:t>
            </a:r>
          </a:p>
          <a:p>
            <a:pPr algn="just"/>
            <a:r>
              <a:rPr lang="en-GB" b="1" dirty="0"/>
              <a:t>System requirements</a:t>
            </a:r>
          </a:p>
          <a:p>
            <a:pPr lvl="1" algn="just"/>
            <a:r>
              <a:rPr lang="en-GB" b="1" dirty="0"/>
              <a:t>A structured document</a:t>
            </a:r>
          </a:p>
          <a:p>
            <a:pPr lvl="1" algn="just"/>
            <a:r>
              <a:rPr lang="en-GB" dirty="0"/>
              <a:t>Mention the </a:t>
            </a:r>
            <a:r>
              <a:rPr lang="en-GB" b="1" dirty="0"/>
              <a:t>detailed descriptions </a:t>
            </a:r>
            <a:r>
              <a:rPr lang="en-GB" dirty="0"/>
              <a:t>of the system’s functions, services and operational constraints. </a:t>
            </a:r>
          </a:p>
          <a:p>
            <a:pPr lvl="1" algn="just"/>
            <a:r>
              <a:rPr lang="en-GB" dirty="0"/>
              <a:t>Defines </a:t>
            </a:r>
            <a:r>
              <a:rPr lang="en-GB" b="1" dirty="0"/>
              <a:t>what should be implemented </a:t>
            </a:r>
            <a:r>
              <a:rPr lang="en-GB" dirty="0"/>
              <a:t>so may be part of a </a:t>
            </a:r>
            <a:r>
              <a:rPr lang="en-GB" b="1" dirty="0"/>
              <a:t>contract between client and contractor.</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88B2AA5-3BA7-4BAD-8A04-76C93C8BF35A}"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73178687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stakeholders</a:t>
            </a:r>
          </a:p>
        </p:txBody>
      </p:sp>
      <p:sp>
        <p:nvSpPr>
          <p:cNvPr id="3" name="Content Placeholder 2"/>
          <p:cNvSpPr>
            <a:spLocks noGrp="1"/>
          </p:cNvSpPr>
          <p:nvPr>
            <p:ph idx="1"/>
          </p:nvPr>
        </p:nvSpPr>
        <p:spPr>
          <a:xfrm>
            <a:off x="609600" y="1268761"/>
            <a:ext cx="10972800" cy="4525963"/>
          </a:xfrm>
        </p:spPr>
        <p:txBody>
          <a:bodyPr/>
          <a:lstStyle/>
          <a:p>
            <a:pPr marL="0" indent="0" algn="just">
              <a:buNone/>
            </a:pPr>
            <a:endParaRPr lang="en-US" dirty="0"/>
          </a:p>
          <a:p>
            <a:pPr algn="just"/>
            <a:r>
              <a:rPr lang="en-US" dirty="0"/>
              <a:t>Any person / organization who has a legitimate interest in system and is affected directly by system progress</a:t>
            </a:r>
          </a:p>
          <a:p>
            <a:pPr algn="just"/>
            <a:r>
              <a:rPr lang="en-US" dirty="0"/>
              <a:t>types</a:t>
            </a:r>
          </a:p>
          <a:p>
            <a:pPr lvl="1" algn="just"/>
            <a:r>
              <a:rPr lang="en-US" dirty="0"/>
              <a:t>End users</a:t>
            </a:r>
          </a:p>
          <a:p>
            <a:pPr lvl="1" algn="just"/>
            <a:r>
              <a:rPr lang="en-US" dirty="0"/>
              <a:t>System managers</a:t>
            </a:r>
          </a:p>
          <a:p>
            <a:pPr lvl="1" algn="just"/>
            <a:r>
              <a:rPr lang="en-US" dirty="0"/>
              <a:t>System owners</a:t>
            </a:r>
          </a:p>
          <a:p>
            <a:pPr lvl="1" algn="just"/>
            <a:r>
              <a:rPr lang="en-US" dirty="0"/>
              <a:t>External stakeholders (regulatory bodies who passed the acceptance tests)</a:t>
            </a:r>
          </a:p>
        </p:txBody>
      </p:sp>
      <p:sp>
        <p:nvSpPr>
          <p:cNvPr id="4" name="Footer Placeholder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C88D256-C818-4BE2-99D8-79E75F5D6DD8}"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836119397"/>
      </p:ext>
    </p:extLst>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84094" y="328426"/>
            <a:ext cx="10452847" cy="1143000"/>
          </a:xfrm>
        </p:spPr>
        <p:txBody>
          <a:bodyPr/>
          <a:lstStyle/>
          <a:p>
            <a:pPr eaLnBrk="1" hangingPunct="1"/>
            <a:r>
              <a:rPr lang="en-US" dirty="0"/>
              <a:t>User and system requirements for a Hospital Management System </a:t>
            </a:r>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E70E0BC-B72B-4A82-A1C0-E50B329FAA96}"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17079" name="Diagram 17078">
            <a:extLst>
              <a:ext uri="{FF2B5EF4-FFF2-40B4-BE49-F238E27FC236}">
                <a16:creationId xmlns:a16="http://schemas.microsoft.com/office/drawing/2014/main" id="{253B8BDD-B6A7-4926-9E43-FEBD09D8A1D7}"/>
              </a:ext>
            </a:extLst>
          </p:cNvPr>
          <p:cNvGraphicFramePr/>
          <p:nvPr>
            <p:extLst>
              <p:ext uri="{D42A27DB-BD31-4B8C-83A1-F6EECF244321}">
                <p14:modId xmlns:p14="http://schemas.microsoft.com/office/powerpoint/2010/main" val="3369131132"/>
              </p:ext>
            </p:extLst>
          </p:nvPr>
        </p:nvGraphicFramePr>
        <p:xfrm>
          <a:off x="809945" y="1776054"/>
          <a:ext cx="10835208"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64095512"/>
      </p:ext>
    </p:extLst>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Stakeholders for a Hospital Management System </a:t>
            </a:r>
          </a:p>
        </p:txBody>
      </p:sp>
      <p:sp>
        <p:nvSpPr>
          <p:cNvPr id="3" name="Content Placeholder 2"/>
          <p:cNvSpPr>
            <a:spLocks noGrp="1"/>
          </p:cNvSpPr>
          <p:nvPr>
            <p:ph idx="1"/>
          </p:nvPr>
        </p:nvSpPr>
        <p:spPr>
          <a:xfrm>
            <a:off x="165847" y="1417638"/>
            <a:ext cx="11860305" cy="4525963"/>
          </a:xfrm>
        </p:spPr>
        <p:txBody>
          <a:bodyPr/>
          <a:lstStyle/>
          <a:p>
            <a:pPr algn="just"/>
            <a:r>
              <a:rPr lang="en-US" b="1" dirty="0"/>
              <a:t>Patients</a:t>
            </a:r>
            <a:r>
              <a:rPr lang="en-US" i="1" dirty="0"/>
              <a:t> </a:t>
            </a:r>
            <a:r>
              <a:rPr lang="en-US" dirty="0"/>
              <a:t>whose information is recorded in the system.</a:t>
            </a:r>
            <a:endParaRPr lang="en-GB" dirty="0"/>
          </a:p>
          <a:p>
            <a:pPr algn="just"/>
            <a:r>
              <a:rPr lang="en-US" b="1" dirty="0"/>
              <a:t>Doctors</a:t>
            </a:r>
            <a:r>
              <a:rPr lang="en-US" i="1" dirty="0"/>
              <a:t> </a:t>
            </a:r>
            <a:r>
              <a:rPr lang="en-US" dirty="0"/>
              <a:t>who are responsible for assessing and treating patients.</a:t>
            </a:r>
            <a:endParaRPr lang="en-GB" dirty="0"/>
          </a:p>
          <a:p>
            <a:pPr algn="just"/>
            <a:r>
              <a:rPr lang="en-US" b="1" dirty="0"/>
              <a:t>Nurses</a:t>
            </a:r>
            <a:r>
              <a:rPr lang="en-US" dirty="0"/>
              <a:t> who coordinate the consultations with doctors and administer some treatments.</a:t>
            </a:r>
            <a:endParaRPr lang="en-GB" dirty="0"/>
          </a:p>
          <a:p>
            <a:pPr algn="just"/>
            <a:r>
              <a:rPr lang="en-US" b="1" dirty="0"/>
              <a:t>Medical receptionists</a:t>
            </a:r>
            <a:r>
              <a:rPr lang="en-US" b="1" i="1" dirty="0"/>
              <a:t> </a:t>
            </a:r>
            <a:r>
              <a:rPr lang="en-US" dirty="0"/>
              <a:t>who manage patients’ appointments.</a:t>
            </a:r>
            <a:endParaRPr lang="en-GB" dirty="0"/>
          </a:p>
          <a:p>
            <a:pPr algn="just"/>
            <a:r>
              <a:rPr lang="en-US" b="1" dirty="0"/>
              <a:t>IT staff </a:t>
            </a:r>
            <a:r>
              <a:rPr lang="en-US" dirty="0"/>
              <a:t>who are responsible for installing and maintaining the system.</a:t>
            </a:r>
          </a:p>
          <a:p>
            <a:pPr algn="just"/>
            <a:r>
              <a:rPr lang="en-US" b="1" dirty="0"/>
              <a:t>Health care managers</a:t>
            </a:r>
            <a:r>
              <a:rPr lang="en-US" i="1" dirty="0"/>
              <a:t> </a:t>
            </a:r>
            <a:r>
              <a:rPr lang="en-US" dirty="0"/>
              <a:t>who use statistics derived from the system for hospital improvement.</a:t>
            </a:r>
            <a:endParaRPr lang="en-GB" dirty="0"/>
          </a:p>
          <a:p>
            <a:pPr marL="0" indent="0" algn="just">
              <a:buNone/>
            </a:pPr>
            <a:endParaRPr lang="en-GB" dirty="0"/>
          </a:p>
          <a:p>
            <a:pPr algn="just">
              <a:buNone/>
            </a:pPr>
            <a:r>
              <a:rPr lang="en-US" dirty="0"/>
              <a:t>	</a:t>
            </a:r>
          </a:p>
        </p:txBody>
      </p:sp>
      <p:sp>
        <p:nvSpPr>
          <p:cNvPr id="4" name="Footer Placeholder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FB07FCA-915A-4A86-B85A-4C82B80DF92B}"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370466599"/>
      </p:ext>
    </p:extLst>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Agile’s</a:t>
            </a:r>
            <a:r>
              <a:rPr lang="en-US" dirty="0"/>
              <a:t> take on requirements engineering</a:t>
            </a:r>
          </a:p>
        </p:txBody>
      </p:sp>
      <p:sp>
        <p:nvSpPr>
          <p:cNvPr id="3" name="Content Placeholder 2"/>
          <p:cNvSpPr>
            <a:spLocks noGrp="1"/>
          </p:cNvSpPr>
          <p:nvPr>
            <p:ph idx="1"/>
          </p:nvPr>
        </p:nvSpPr>
        <p:spPr/>
        <p:txBody>
          <a:bodyPr/>
          <a:lstStyle/>
          <a:p>
            <a:r>
              <a:rPr lang="en-US" dirty="0"/>
              <a:t>In agile, detailed system requirements are waste of time.</a:t>
            </a:r>
          </a:p>
          <a:p>
            <a:r>
              <a:rPr lang="en-US" dirty="0"/>
              <a:t>Concurrent requirement elicitation</a:t>
            </a:r>
          </a:p>
          <a:p>
            <a:r>
              <a:rPr lang="en-US" dirty="0"/>
              <a:t>No requirement document</a:t>
            </a:r>
          </a:p>
          <a:p>
            <a:r>
              <a:rPr lang="en-US" dirty="0"/>
              <a:t>express requirements as ‘user stories’.</a:t>
            </a:r>
          </a:p>
          <a:p>
            <a:pPr marL="0" indent="0">
              <a:buNone/>
            </a:pPr>
            <a:endParaRPr lang="en-US" dirty="0"/>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6F76675A-807D-4B24-9672-513960CB6293}"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81855333"/>
      </p:ext>
    </p:extLst>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76872"/>
            <a:ext cx="8229600" cy="1143000"/>
          </a:xfrm>
        </p:spPr>
        <p:txBody>
          <a:bodyPr/>
          <a:lstStyle/>
          <a:p>
            <a:pPr algn="ctr"/>
            <a:r>
              <a:rPr lang="en-US" dirty="0"/>
              <a:t>Functional and non-functional requirements</a:t>
            </a:r>
          </a:p>
        </p:txBody>
      </p:sp>
      <p:sp>
        <p:nvSpPr>
          <p:cNvPr id="4" name="Footer Placeholder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6F9154D-B417-4938-8127-74E219A8E734}"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304085576"/>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6501" y="173101"/>
            <a:ext cx="8382000" cy="430306"/>
          </a:xfrm>
        </p:spPr>
        <p:txBody>
          <a:bodyPr/>
          <a:lstStyle/>
          <a:p>
            <a:r>
              <a:rPr lang="en-GB" dirty="0"/>
              <a:t>Functional and non-functional requirements</a:t>
            </a:r>
          </a:p>
        </p:txBody>
      </p:sp>
      <p:graphicFrame>
        <p:nvGraphicFramePr>
          <p:cNvPr id="6" name="Diagram 5">
            <a:extLst>
              <a:ext uri="{FF2B5EF4-FFF2-40B4-BE49-F238E27FC236}">
                <a16:creationId xmlns:a16="http://schemas.microsoft.com/office/drawing/2014/main" id="{CFDB892B-1A67-4E7A-9555-55927AD8F6C3}"/>
              </a:ext>
            </a:extLst>
          </p:cNvPr>
          <p:cNvGraphicFramePr/>
          <p:nvPr/>
        </p:nvGraphicFramePr>
        <p:xfrm>
          <a:off x="66501" y="611720"/>
          <a:ext cx="11962015" cy="60242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GB" dirty="0"/>
              <a:t>Requirements’ dependency</a:t>
            </a:r>
          </a:p>
        </p:txBody>
      </p:sp>
      <p:sp>
        <p:nvSpPr>
          <p:cNvPr id="39939" name="Rectangle 3"/>
          <p:cNvSpPr>
            <a:spLocks noGrp="1" noChangeArrowheads="1"/>
          </p:cNvSpPr>
          <p:nvPr>
            <p:ph idx="1"/>
          </p:nvPr>
        </p:nvSpPr>
        <p:spPr>
          <a:xfrm>
            <a:off x="609600" y="1537448"/>
            <a:ext cx="10972800" cy="4525963"/>
          </a:xfrm>
        </p:spPr>
        <p:txBody>
          <a:bodyPr/>
          <a:lstStyle/>
          <a:p>
            <a:r>
              <a:rPr lang="en-GB" b="1" dirty="0"/>
              <a:t>Requirements are not independent</a:t>
            </a:r>
            <a:r>
              <a:rPr lang="en-GB" dirty="0"/>
              <a:t>.</a:t>
            </a:r>
          </a:p>
          <a:p>
            <a:pPr algn="just"/>
            <a:r>
              <a:rPr lang="en-GB" dirty="0"/>
              <a:t>One requirement often constraints on another requirement .</a:t>
            </a:r>
          </a:p>
          <a:p>
            <a:r>
              <a:rPr lang="en-GB" dirty="0">
                <a:solidFill>
                  <a:srgbClr val="FF0000"/>
                </a:solidFill>
              </a:rPr>
              <a:t>For example;</a:t>
            </a:r>
          </a:p>
          <a:p>
            <a:pPr lvl="1"/>
            <a:r>
              <a:rPr lang="en-GB" b="1" dirty="0">
                <a:solidFill>
                  <a:srgbClr val="FF0000"/>
                </a:solidFill>
              </a:rPr>
              <a:t>Security is a non-functional requirement</a:t>
            </a:r>
          </a:p>
          <a:p>
            <a:pPr lvl="1"/>
            <a:r>
              <a:rPr lang="en-GB" dirty="0">
                <a:solidFill>
                  <a:srgbClr val="FF0000"/>
                </a:solidFill>
              </a:rPr>
              <a:t>But </a:t>
            </a:r>
            <a:r>
              <a:rPr lang="en-GB" b="1" dirty="0">
                <a:solidFill>
                  <a:srgbClr val="FF0000"/>
                </a:solidFill>
              </a:rPr>
              <a:t>enforcing it will create a functional requirement of user authentication facility in the system</a:t>
            </a:r>
            <a:r>
              <a:rPr lang="en-GB" b="1" dirty="0"/>
              <a:t>.</a:t>
            </a:r>
          </a:p>
          <a:p>
            <a:pPr marL="457200" lvl="1" indent="0">
              <a:buNone/>
            </a:pPr>
            <a:r>
              <a:rPr lang="en-GB" b="1" dirty="0"/>
              <a:t> </a:t>
            </a:r>
          </a:p>
          <a:p>
            <a:endParaRPr lang="en-GB" dirty="0"/>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13B01974-FF07-41C8-B9ED-BDF683DB8CB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939">
                                            <p:txEl>
                                              <p:pRg st="2" end="2"/>
                                            </p:txEl>
                                          </p:spTgt>
                                        </p:tgtEl>
                                        <p:attrNameLst>
                                          <p:attrName>style.visibility</p:attrName>
                                        </p:attrNameLst>
                                      </p:cBhvr>
                                      <p:to>
                                        <p:strVal val="visible"/>
                                      </p:to>
                                    </p:set>
                                    <p:animEffect transition="in" filter="fade">
                                      <p:cBhvr>
                                        <p:cTn id="7" dur="500"/>
                                        <p:tgtEl>
                                          <p:spTgt spid="39939">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9939">
                                            <p:txEl>
                                              <p:pRg st="3" end="3"/>
                                            </p:txEl>
                                          </p:spTgt>
                                        </p:tgtEl>
                                        <p:attrNameLst>
                                          <p:attrName>style.visibility</p:attrName>
                                        </p:attrNameLst>
                                      </p:cBhvr>
                                      <p:to>
                                        <p:strVal val="visible"/>
                                      </p:to>
                                    </p:set>
                                    <p:animEffect transition="in" filter="fade">
                                      <p:cBhvr>
                                        <p:cTn id="10" dur="500"/>
                                        <p:tgtEl>
                                          <p:spTgt spid="39939">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9939">
                                            <p:txEl>
                                              <p:pRg st="4" end="4"/>
                                            </p:txEl>
                                          </p:spTgt>
                                        </p:tgtEl>
                                        <p:attrNameLst>
                                          <p:attrName>style.visibility</p:attrName>
                                        </p:attrNameLst>
                                      </p:cBhvr>
                                      <p:to>
                                        <p:strVal val="visible"/>
                                      </p:to>
                                    </p:set>
                                    <p:animEffect transition="in" filter="fade">
                                      <p:cBhvr>
                                        <p:cTn id="13" dur="500"/>
                                        <p:tgtEl>
                                          <p:spTgt spid="399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vert="horz" wrap="square" lIns="90487" tIns="44450" rIns="90487" bIns="44450" numCol="1" anchor="ctr" anchorCtr="0" compatLnSpc="1">
            <a:prstTxWarp prst="textNoShape">
              <a:avLst/>
            </a:prstTxWarp>
          </a:bodyPr>
          <a:lstStyle/>
          <a:p>
            <a:r>
              <a:rPr lang="en-GB" dirty="0"/>
              <a:t>Non-functional requirements</a:t>
            </a:r>
          </a:p>
        </p:txBody>
      </p:sp>
      <p:sp>
        <p:nvSpPr>
          <p:cNvPr id="35843" name="Rectangle 3"/>
          <p:cNvSpPr>
            <a:spLocks noGrp="1" noChangeArrowheads="1"/>
          </p:cNvSpPr>
          <p:nvPr>
            <p:ph idx="1"/>
          </p:nvPr>
        </p:nvSpPr>
        <p:spPr>
          <a:xfrm>
            <a:off x="589397" y="1508919"/>
            <a:ext cx="4402832" cy="4756150"/>
          </a:xfrm>
          <a:noFill/>
          <a:ln/>
        </p:spPr>
        <p:txBody>
          <a:bodyPr lIns="90487" tIns="44450" rIns="90487" bIns="44450"/>
          <a:lstStyle/>
          <a:p>
            <a:pPr algn="just">
              <a:lnSpc>
                <a:spcPct val="90000"/>
              </a:lnSpc>
            </a:pPr>
            <a:r>
              <a:rPr lang="en-GB" dirty="0"/>
              <a:t>NFRs arise through:</a:t>
            </a:r>
          </a:p>
          <a:p>
            <a:pPr lvl="1" algn="just">
              <a:lnSpc>
                <a:spcPct val="90000"/>
              </a:lnSpc>
            </a:pPr>
            <a:r>
              <a:rPr lang="en-GB" dirty="0"/>
              <a:t>Organizational policies</a:t>
            </a:r>
          </a:p>
          <a:p>
            <a:pPr lvl="1" algn="just">
              <a:lnSpc>
                <a:spcPct val="90000"/>
              </a:lnSpc>
            </a:pPr>
            <a:r>
              <a:rPr lang="en-GB" dirty="0"/>
              <a:t>Product requirements</a:t>
            </a:r>
          </a:p>
          <a:p>
            <a:pPr lvl="1" algn="just">
              <a:lnSpc>
                <a:spcPct val="90000"/>
              </a:lnSpc>
            </a:pPr>
            <a:r>
              <a:rPr lang="en-GB" dirty="0"/>
              <a:t>External sources</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E63A40F-DDB0-4345-9F3D-35BAD7CA0B6F}"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7" name="Picture 6" descr="4.3 Non-functionalReq.eps">
            <a:extLst>
              <a:ext uri="{FF2B5EF4-FFF2-40B4-BE49-F238E27FC236}">
                <a16:creationId xmlns:a16="http://schemas.microsoft.com/office/drawing/2014/main" id="{BF20124D-7B09-4AF5-A5C5-041ED67294EE}"/>
              </a:ext>
            </a:extLst>
          </p:cNvPr>
          <p:cNvPicPr>
            <a:picLocks noChangeAspect="1"/>
          </p:cNvPicPr>
          <p:nvPr/>
        </p:nvPicPr>
        <p:blipFill>
          <a:blip r:embed="rId2"/>
          <a:stretch>
            <a:fillRect/>
          </a:stretch>
        </p:blipFill>
        <p:spPr>
          <a:xfrm>
            <a:off x="3503713" y="1911350"/>
            <a:ext cx="6915549" cy="4262438"/>
          </a:xfrm>
          <a:prstGeom prst="rect">
            <a:avLst/>
          </a:prstGeom>
        </p:spPr>
      </p:pic>
    </p:spTree>
    <p:extLst>
      <p:ext uri="{BB962C8B-B14F-4D97-AF65-F5344CB8AC3E}">
        <p14:creationId xmlns:p14="http://schemas.microsoft.com/office/powerpoint/2010/main" val="107739197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Non-functional requirements classification</a:t>
            </a:r>
          </a:p>
        </p:txBody>
      </p:sp>
      <p:sp>
        <p:nvSpPr>
          <p:cNvPr id="3" name="Content Placeholder 2"/>
          <p:cNvSpPr>
            <a:spLocks noGrp="1"/>
          </p:cNvSpPr>
          <p:nvPr>
            <p:ph idx="1"/>
          </p:nvPr>
        </p:nvSpPr>
        <p:spPr>
          <a:xfrm>
            <a:off x="672353" y="1600201"/>
            <a:ext cx="10910047" cy="4525963"/>
          </a:xfrm>
        </p:spPr>
        <p:txBody>
          <a:bodyPr/>
          <a:lstStyle/>
          <a:p>
            <a:r>
              <a:rPr lang="en-US" b="1" dirty="0"/>
              <a:t>Product Requirements:</a:t>
            </a:r>
          </a:p>
          <a:p>
            <a:pPr lvl="1"/>
            <a:r>
              <a:rPr lang="en-US" dirty="0"/>
              <a:t>Specify constraint on runtime </a:t>
            </a:r>
          </a:p>
          <a:p>
            <a:r>
              <a:rPr lang="en-US" b="1" dirty="0"/>
              <a:t>Organizational Requirements:</a:t>
            </a:r>
          </a:p>
          <a:p>
            <a:pPr lvl="1"/>
            <a:r>
              <a:rPr lang="en-US" dirty="0"/>
              <a:t>Derive from policies &amp; procedures in customer’s and developer's organization </a:t>
            </a:r>
          </a:p>
          <a:p>
            <a:pPr lvl="1"/>
            <a:r>
              <a:rPr lang="en-US" dirty="0"/>
              <a:t>Specify the platform, programming languages to be used to develop system.</a:t>
            </a:r>
          </a:p>
          <a:p>
            <a:r>
              <a:rPr lang="en-US" b="1" dirty="0"/>
              <a:t>External Requirements:</a:t>
            </a:r>
          </a:p>
          <a:p>
            <a:pPr lvl="1"/>
            <a:r>
              <a:rPr lang="en-US" dirty="0"/>
              <a:t>Requirements that are to be met necessarily to get the software approved by a regulatory body.</a:t>
            </a:r>
          </a:p>
          <a:p>
            <a:pPr lvl="1"/>
            <a:r>
              <a:rPr lang="en-US" dirty="0"/>
              <a:t>No ethical misuse / data leakage issue in the deployed product.</a:t>
            </a:r>
          </a:p>
          <a:p>
            <a:pPr lvl="1"/>
            <a:endParaRPr lang="en-US" dirty="0"/>
          </a:p>
          <a:p>
            <a:pPr marL="457200" lvl="1" indent="0">
              <a:buNone/>
            </a:pPr>
            <a:endParaRPr lang="en-US" dirty="0"/>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66E7473-C8AA-4211-9017-347ABAE5F23E}"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itle 1"/>
          <p:cNvSpPr>
            <a:spLocks noGrp="1"/>
          </p:cNvSpPr>
          <p:nvPr>
            <p:ph type="title"/>
          </p:nvPr>
        </p:nvSpPr>
        <p:spPr/>
        <p:txBody>
          <a:bodyPr/>
          <a:lstStyle/>
          <a:p>
            <a:pPr eaLnBrk="1" hangingPunct="1"/>
            <a:r>
              <a:rPr lang="en-US" dirty="0"/>
              <a:t>non-functional requirements for Hospital Management System</a:t>
            </a:r>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4" name="Table 3"/>
          <p:cNvGraphicFramePr>
            <a:graphicFrameLocks noGrp="1"/>
          </p:cNvGraphicFramePr>
          <p:nvPr/>
        </p:nvGraphicFramePr>
        <p:xfrm>
          <a:off x="609600" y="1538945"/>
          <a:ext cx="10954871" cy="4495800"/>
        </p:xfrm>
        <a:graphic>
          <a:graphicData uri="http://schemas.openxmlformats.org/drawingml/2006/table">
            <a:tbl>
              <a:tblPr firstRow="1" bandRow="1">
                <a:tableStyleId>{69CF1AB2-1976-4502-BF36-3FF5EA218861}</a:tableStyleId>
              </a:tblPr>
              <a:tblGrid>
                <a:gridCol w="10954871">
                  <a:extLst>
                    <a:ext uri="{9D8B030D-6E8A-4147-A177-3AD203B41FA5}">
                      <a16:colId xmlns:a16="http://schemas.microsoft.com/office/drawing/2014/main" val="20000"/>
                    </a:ext>
                  </a:extLst>
                </a:gridCol>
              </a:tblGrid>
              <a:tr h="4495800">
                <a:tc>
                  <a:txBody>
                    <a:bodyPr/>
                    <a:lstStyle/>
                    <a:p>
                      <a:pPr algn="just"/>
                      <a:r>
                        <a:rPr lang="en-GB" sz="1800" b="1" kern="1200" dirty="0"/>
                        <a:t>Product requirement</a:t>
                      </a:r>
                    </a:p>
                    <a:p>
                      <a:pPr algn="just"/>
                      <a:endParaRPr lang="en-GB" sz="1800" b="1" kern="1200" dirty="0"/>
                    </a:p>
                    <a:p>
                      <a:pPr marL="285750" indent="-285750" algn="just">
                        <a:buFont typeface="Arial" panose="020B0604020202020204" pitchFamily="34" charset="0"/>
                        <a:buChar char="•"/>
                      </a:pPr>
                      <a:r>
                        <a:rPr lang="en-GB" sz="1800" b="0" kern="1200" dirty="0"/>
                        <a:t>The </a:t>
                      </a:r>
                      <a:r>
                        <a:rPr lang="en-GB" sz="1800" b="1" kern="1200" dirty="0"/>
                        <a:t>system shall be available to all clinics during normal working hours </a:t>
                      </a:r>
                      <a:r>
                        <a:rPr lang="en-GB" sz="1800" b="0" kern="1200" dirty="0"/>
                        <a:t>(Mon–Fri, 08:30–17:30).</a:t>
                      </a:r>
                    </a:p>
                    <a:p>
                      <a:pPr marL="285750" indent="-285750" algn="just">
                        <a:buFont typeface="Arial" panose="020B0604020202020204" pitchFamily="34" charset="0"/>
                        <a:buChar char="•"/>
                      </a:pPr>
                      <a:r>
                        <a:rPr lang="en-GB" sz="1800" b="1" kern="1200" dirty="0"/>
                        <a:t>Downtime</a:t>
                      </a:r>
                      <a:r>
                        <a:rPr lang="en-GB" sz="1800" b="0" kern="1200" dirty="0"/>
                        <a:t> within normal working hours shall </a:t>
                      </a:r>
                      <a:r>
                        <a:rPr lang="en-GB" sz="1800" b="1" kern="1200" dirty="0"/>
                        <a:t>not exceed five seconds in any one day.</a:t>
                      </a:r>
                    </a:p>
                    <a:p>
                      <a:pPr marL="0" indent="0" algn="just">
                        <a:buFont typeface="Arial" panose="020B0604020202020204" pitchFamily="34" charset="0"/>
                        <a:buNone/>
                      </a:pPr>
                      <a:endParaRPr lang="en-GB" sz="1800" b="1" kern="1200" dirty="0"/>
                    </a:p>
                    <a:p>
                      <a:pPr marL="0" indent="0" algn="just">
                        <a:buFont typeface="Arial" panose="020B0604020202020204" pitchFamily="34" charset="0"/>
                        <a:buNone/>
                      </a:pPr>
                      <a:r>
                        <a:rPr lang="en-GB" sz="1800" b="1" kern="1200" dirty="0"/>
                        <a:t>Organizational requirement</a:t>
                      </a:r>
                    </a:p>
                    <a:p>
                      <a:pPr marL="0" indent="0" algn="just">
                        <a:buFont typeface="Arial" panose="020B0604020202020204" pitchFamily="34" charset="0"/>
                        <a:buNone/>
                      </a:pPr>
                      <a:endParaRPr lang="en-GB" sz="1800" b="1" kern="1200" dirty="0"/>
                    </a:p>
                    <a:p>
                      <a:pPr marL="285750" indent="-285750" algn="just">
                        <a:buFont typeface="Arial" panose="020B0604020202020204" pitchFamily="34" charset="0"/>
                        <a:buChar char="•"/>
                      </a:pPr>
                      <a:r>
                        <a:rPr lang="en-GB" sz="1800" b="1" kern="1200" dirty="0"/>
                        <a:t>Users shall authenticate themselves using their ID cards</a:t>
                      </a:r>
                      <a:r>
                        <a:rPr lang="en-GB" sz="1800" b="0" kern="1200" dirty="0"/>
                        <a:t>.</a:t>
                      </a:r>
                    </a:p>
                    <a:p>
                      <a:pPr marL="285750" indent="-285750" algn="just">
                        <a:buFont typeface="Arial" panose="020B0604020202020204" pitchFamily="34" charset="0"/>
                        <a:buChar char="•"/>
                      </a:pPr>
                      <a:r>
                        <a:rPr lang="en-GB" sz="1800" b="0" kern="1200" dirty="0"/>
                        <a:t>(</a:t>
                      </a:r>
                      <a:r>
                        <a:rPr lang="en-GB" sz="1800" b="0" kern="1200" dirty="0">
                          <a:solidFill>
                            <a:srgbClr val="FF0000"/>
                          </a:solidFill>
                        </a:rPr>
                        <a:t>for this to enforce, every clinic needs a card reader facility which is difficult so alternate solution is to go for some other authentication means like SMS/email. So, one NFR may lead to another FR or NFR</a:t>
                      </a:r>
                      <a:r>
                        <a:rPr lang="en-GB" sz="1800" b="0" kern="1200" dirty="0"/>
                        <a:t>)</a:t>
                      </a:r>
                    </a:p>
                    <a:p>
                      <a:pPr algn="just"/>
                      <a:endParaRPr lang="en-GB" sz="1800" b="0" kern="1200" dirty="0"/>
                    </a:p>
                    <a:p>
                      <a:pPr algn="just"/>
                      <a:r>
                        <a:rPr lang="en-GB" sz="1800" b="1" kern="1200" dirty="0"/>
                        <a:t>External requirement</a:t>
                      </a:r>
                    </a:p>
                    <a:p>
                      <a:pPr algn="just"/>
                      <a:endParaRPr lang="en-GB" sz="1800" b="1" kern="1200" dirty="0"/>
                    </a:p>
                    <a:p>
                      <a:pPr marL="285750" indent="-285750" algn="just">
                        <a:buFont typeface="Arial" panose="020B0604020202020204" pitchFamily="34" charset="0"/>
                        <a:buChar char="•"/>
                      </a:pPr>
                      <a:r>
                        <a:rPr lang="en-GB" sz="1800" b="1" kern="1200" dirty="0"/>
                        <a:t>The system must respect patient privacy as stated in XXX-code of ethics</a:t>
                      </a:r>
                    </a:p>
                    <a:p>
                      <a:pPr algn="just"/>
                      <a:endParaRPr lang="en-US" b="0" dirty="0"/>
                    </a:p>
                  </a:txBody>
                  <a:tcPr/>
                </a:tc>
                <a:extLst>
                  <a:ext uri="{0D108BD9-81ED-4DB2-BD59-A6C34878D82A}">
                    <a16:rowId xmlns:a16="http://schemas.microsoft.com/office/drawing/2014/main" val="10000"/>
                  </a:ext>
                </a:extLst>
              </a:tr>
            </a:tbl>
          </a:graphicData>
        </a:graphic>
      </p:graphicFrame>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44E6A8A-C7E2-41ED-BD7E-8BC0FE693A61}"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dirty="0"/>
              <a:t>Functional requirements for a Hospital Management System </a:t>
            </a:r>
          </a:p>
        </p:txBody>
      </p:sp>
      <p:sp>
        <p:nvSpPr>
          <p:cNvPr id="77827" name="Rectangle 3"/>
          <p:cNvSpPr>
            <a:spLocks noGrp="1" noChangeArrowheads="1"/>
          </p:cNvSpPr>
          <p:nvPr>
            <p:ph idx="1"/>
          </p:nvPr>
        </p:nvSpPr>
        <p:spPr/>
        <p:txBody>
          <a:bodyPr/>
          <a:lstStyle/>
          <a:p>
            <a:r>
              <a:rPr lang="en-US" dirty="0"/>
              <a:t>Functional requirements would be:</a:t>
            </a:r>
          </a:p>
          <a:p>
            <a:pPr lvl="1"/>
            <a:r>
              <a:rPr lang="en-US" u="sng" dirty="0"/>
              <a:t>Sign up:</a:t>
            </a:r>
            <a:r>
              <a:rPr lang="en-US" dirty="0"/>
              <a:t>  Any employee/patient/doctor may register to the system</a:t>
            </a:r>
          </a:p>
          <a:p>
            <a:pPr lvl="1"/>
            <a:r>
              <a:rPr lang="en-US" u="sng" dirty="0"/>
              <a:t>Sign In:</a:t>
            </a:r>
            <a:r>
              <a:rPr lang="en-US" dirty="0"/>
              <a:t> After that he/she might be able to login.</a:t>
            </a:r>
          </a:p>
          <a:p>
            <a:pPr lvl="1"/>
            <a:r>
              <a:rPr lang="en-US" u="sng" dirty="0"/>
              <a:t>User Id constraint:</a:t>
            </a:r>
            <a:r>
              <a:rPr lang="en-US" dirty="0"/>
              <a:t> Each person using the system shall be uniquely identified by his or her 8-digit ID.</a:t>
            </a:r>
          </a:p>
          <a:p>
            <a:pPr lvl="1"/>
            <a:r>
              <a:rPr lang="en-US" u="sng" dirty="0"/>
              <a:t>Search for doctors:</a:t>
            </a:r>
            <a:r>
              <a:rPr lang="en-US" dirty="0"/>
              <a:t> A user shall be able to search the appointments lists of a doctor for all clinics.</a:t>
            </a:r>
            <a:endParaRPr lang="en-GB" dirty="0"/>
          </a:p>
          <a:p>
            <a:pPr lvl="1"/>
            <a:r>
              <a:rPr lang="en-US" u="sng" dirty="0"/>
              <a:t>Search for patients:</a:t>
            </a:r>
            <a:r>
              <a:rPr lang="en-US" dirty="0"/>
              <a:t> The system shall generate a list of patients who are expected to attend appointments that day. (for doctors &amp; receptionist)</a:t>
            </a:r>
          </a:p>
          <a:p>
            <a:pPr lvl="1"/>
            <a:r>
              <a:rPr lang="en-US" u="sng" dirty="0"/>
              <a:t>Searching a doctor based on expertise: </a:t>
            </a:r>
            <a:r>
              <a:rPr lang="en-US" dirty="0"/>
              <a:t>A patient can search a specialist </a:t>
            </a:r>
            <a:r>
              <a:rPr lang="en-US" dirty="0" err="1"/>
              <a:t>wrt</a:t>
            </a:r>
            <a:r>
              <a:rPr lang="en-US" dirty="0"/>
              <a:t> a domain</a:t>
            </a:r>
          </a:p>
          <a:p>
            <a:pPr lvl="1"/>
            <a:r>
              <a:rPr lang="en-US" u="sng" dirty="0"/>
              <a:t>View data:</a:t>
            </a:r>
            <a:r>
              <a:rPr lang="en-US" dirty="0"/>
              <a:t> Doctors can view patients history, diagnosis &amp; medications.</a:t>
            </a:r>
          </a:p>
          <a:p>
            <a:pPr lvl="1"/>
            <a:endParaRPr lang="en-GB" dirty="0"/>
          </a:p>
          <a:p>
            <a:pPr marL="457200" lvl="1" indent="0">
              <a:buNone/>
            </a:pPr>
            <a:r>
              <a:rPr lang="en-GB" dirty="0"/>
              <a:t> </a:t>
            </a:r>
            <a:endParaRPr lang="en-US" dirty="0"/>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60EDABFA-98C8-4572-BF21-796146827984}"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7826"/>
                                        </p:tgtEl>
                                        <p:attrNameLst>
                                          <p:attrName>style.visibility</p:attrName>
                                        </p:attrNameLst>
                                      </p:cBhvr>
                                      <p:to>
                                        <p:strVal val="visible"/>
                                      </p:to>
                                    </p:set>
                                    <p:animEffect transition="in" filter="fade">
                                      <p:cBhvr>
                                        <p:cTn id="7" dur="500"/>
                                        <p:tgtEl>
                                          <p:spTgt spid="778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7827">
                                            <p:txEl>
                                              <p:pRg st="0" end="0"/>
                                            </p:txEl>
                                          </p:spTgt>
                                        </p:tgtEl>
                                        <p:attrNameLst>
                                          <p:attrName>style.visibility</p:attrName>
                                        </p:attrNameLst>
                                      </p:cBhvr>
                                      <p:to>
                                        <p:strVal val="visible"/>
                                      </p:to>
                                    </p:set>
                                    <p:animEffect transition="in" filter="fade">
                                      <p:cBhvr>
                                        <p:cTn id="12" dur="500"/>
                                        <p:tgtEl>
                                          <p:spTgt spid="77827">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7827">
                                            <p:txEl>
                                              <p:pRg st="1" end="1"/>
                                            </p:txEl>
                                          </p:spTgt>
                                        </p:tgtEl>
                                        <p:attrNameLst>
                                          <p:attrName>style.visibility</p:attrName>
                                        </p:attrNameLst>
                                      </p:cBhvr>
                                      <p:to>
                                        <p:strVal val="visible"/>
                                      </p:to>
                                    </p:set>
                                    <p:animEffect transition="in" filter="fade">
                                      <p:cBhvr>
                                        <p:cTn id="15" dur="500"/>
                                        <p:tgtEl>
                                          <p:spTgt spid="77827">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7827">
                                            <p:txEl>
                                              <p:pRg st="2" end="2"/>
                                            </p:txEl>
                                          </p:spTgt>
                                        </p:tgtEl>
                                        <p:attrNameLst>
                                          <p:attrName>style.visibility</p:attrName>
                                        </p:attrNameLst>
                                      </p:cBhvr>
                                      <p:to>
                                        <p:strVal val="visible"/>
                                      </p:to>
                                    </p:set>
                                    <p:animEffect transition="in" filter="fade">
                                      <p:cBhvr>
                                        <p:cTn id="18" dur="500"/>
                                        <p:tgtEl>
                                          <p:spTgt spid="77827">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7827">
                                            <p:txEl>
                                              <p:pRg st="3" end="3"/>
                                            </p:txEl>
                                          </p:spTgt>
                                        </p:tgtEl>
                                        <p:attrNameLst>
                                          <p:attrName>style.visibility</p:attrName>
                                        </p:attrNameLst>
                                      </p:cBhvr>
                                      <p:to>
                                        <p:strVal val="visible"/>
                                      </p:to>
                                    </p:set>
                                    <p:animEffect transition="in" filter="fade">
                                      <p:cBhvr>
                                        <p:cTn id="21" dur="500"/>
                                        <p:tgtEl>
                                          <p:spTgt spid="77827">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7827">
                                            <p:txEl>
                                              <p:pRg st="4" end="4"/>
                                            </p:txEl>
                                          </p:spTgt>
                                        </p:tgtEl>
                                        <p:attrNameLst>
                                          <p:attrName>style.visibility</p:attrName>
                                        </p:attrNameLst>
                                      </p:cBhvr>
                                      <p:to>
                                        <p:strVal val="visible"/>
                                      </p:to>
                                    </p:set>
                                    <p:animEffect transition="in" filter="fade">
                                      <p:cBhvr>
                                        <p:cTn id="24" dur="500"/>
                                        <p:tgtEl>
                                          <p:spTgt spid="77827">
                                            <p:txEl>
                                              <p:pRg st="4" end="4"/>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7827">
                                            <p:txEl>
                                              <p:pRg st="5" end="5"/>
                                            </p:txEl>
                                          </p:spTgt>
                                        </p:tgtEl>
                                        <p:attrNameLst>
                                          <p:attrName>style.visibility</p:attrName>
                                        </p:attrNameLst>
                                      </p:cBhvr>
                                      <p:to>
                                        <p:strVal val="visible"/>
                                      </p:to>
                                    </p:set>
                                    <p:animEffect transition="in" filter="fade">
                                      <p:cBhvr>
                                        <p:cTn id="27" dur="500"/>
                                        <p:tgtEl>
                                          <p:spTgt spid="77827">
                                            <p:txEl>
                                              <p:pRg st="5" end="5"/>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7827">
                                            <p:txEl>
                                              <p:pRg st="6" end="6"/>
                                            </p:txEl>
                                          </p:spTgt>
                                        </p:tgtEl>
                                        <p:attrNameLst>
                                          <p:attrName>style.visibility</p:attrName>
                                        </p:attrNameLst>
                                      </p:cBhvr>
                                      <p:to>
                                        <p:strVal val="visible"/>
                                      </p:to>
                                    </p:set>
                                    <p:animEffect transition="in" filter="fade">
                                      <p:cBhvr>
                                        <p:cTn id="30" dur="500"/>
                                        <p:tgtEl>
                                          <p:spTgt spid="77827">
                                            <p:txEl>
                                              <p:pRg st="6" end="6"/>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7827">
                                            <p:txEl>
                                              <p:pRg st="7" end="7"/>
                                            </p:txEl>
                                          </p:spTgt>
                                        </p:tgtEl>
                                        <p:attrNameLst>
                                          <p:attrName>style.visibility</p:attrName>
                                        </p:attrNameLst>
                                      </p:cBhvr>
                                      <p:to>
                                        <p:strVal val="visible"/>
                                      </p:to>
                                    </p:set>
                                    <p:animEffect transition="in" filter="fade">
                                      <p:cBhvr>
                                        <p:cTn id="33" dur="500"/>
                                        <p:tgtEl>
                                          <p:spTgt spid="77827">
                                            <p:txEl>
                                              <p:pRg st="7" end="7"/>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7827">
                                            <p:txEl>
                                              <p:pRg st="9" end="9"/>
                                            </p:txEl>
                                          </p:spTgt>
                                        </p:tgtEl>
                                        <p:attrNameLst>
                                          <p:attrName>style.visibility</p:attrName>
                                        </p:attrNameLst>
                                      </p:cBhvr>
                                      <p:to>
                                        <p:strVal val="visible"/>
                                      </p:to>
                                    </p:set>
                                    <p:animEffect transition="in" filter="fade">
                                      <p:cBhvr>
                                        <p:cTn id="36" dur="500"/>
                                        <p:tgtEl>
                                          <p:spTgt spid="7782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p:bldP spid="7782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dirty="0"/>
              <a:t>Metrics for specifying nonfunctional requirements</a:t>
            </a:r>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4A06485-FD58-46E0-B970-9D7AF6109C02}"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3" name="Diagram 2">
            <a:extLst>
              <a:ext uri="{FF2B5EF4-FFF2-40B4-BE49-F238E27FC236}">
                <a16:creationId xmlns:a16="http://schemas.microsoft.com/office/drawing/2014/main" id="{FDA46B62-BEF9-4355-BC4D-080A1F0A65B2}"/>
              </a:ext>
            </a:extLst>
          </p:cNvPr>
          <p:cNvGraphicFramePr/>
          <p:nvPr/>
        </p:nvGraphicFramePr>
        <p:xfrm>
          <a:off x="609600" y="1966195"/>
          <a:ext cx="10972800" cy="42001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GB" dirty="0"/>
              <a:t>Requirements imprecision </a:t>
            </a:r>
          </a:p>
        </p:txBody>
      </p:sp>
      <p:sp>
        <p:nvSpPr>
          <p:cNvPr id="41987" name="Rectangle 3"/>
          <p:cNvSpPr>
            <a:spLocks noGrp="1" noChangeArrowheads="1"/>
          </p:cNvSpPr>
          <p:nvPr>
            <p:ph idx="1"/>
          </p:nvPr>
        </p:nvSpPr>
        <p:spPr>
          <a:xfrm>
            <a:off x="609600" y="1436782"/>
            <a:ext cx="10972800" cy="4525963"/>
          </a:xfrm>
        </p:spPr>
        <p:txBody>
          <a:bodyPr/>
          <a:lstStyle/>
          <a:p>
            <a:pPr algn="just"/>
            <a:r>
              <a:rPr lang="en-GB" b="1" dirty="0"/>
              <a:t>List every minute detail</a:t>
            </a:r>
            <a:r>
              <a:rPr lang="en-GB" dirty="0"/>
              <a:t>.</a:t>
            </a:r>
          </a:p>
          <a:p>
            <a:pPr algn="just"/>
            <a:r>
              <a:rPr lang="en-US" u="sng" dirty="0"/>
              <a:t>Less details  might </a:t>
            </a:r>
            <a:r>
              <a:rPr lang="en-US" dirty="0"/>
              <a:t>lead to </a:t>
            </a:r>
            <a:r>
              <a:rPr lang="en-US" u="sng" dirty="0"/>
              <a:t>ambiguous requirements</a:t>
            </a:r>
            <a:r>
              <a:rPr lang="en-US" dirty="0"/>
              <a:t>.</a:t>
            </a:r>
          </a:p>
          <a:p>
            <a:pPr algn="just"/>
            <a:r>
              <a:rPr lang="en-GB" dirty="0"/>
              <a:t>Ambiguous requirements lead to requirement misunderstanding and induce </a:t>
            </a:r>
            <a:r>
              <a:rPr lang="en-GB" b="1" dirty="0"/>
              <a:t>system delay and increase costs</a:t>
            </a:r>
          </a:p>
          <a:p>
            <a:pPr algn="just"/>
            <a:r>
              <a:rPr lang="en-GB" b="1" dirty="0">
                <a:solidFill>
                  <a:srgbClr val="FF0000"/>
                </a:solidFill>
              </a:rPr>
              <a:t>Example: </a:t>
            </a:r>
          </a:p>
          <a:p>
            <a:pPr marL="0" indent="0" algn="just">
              <a:buNone/>
            </a:pPr>
            <a:r>
              <a:rPr lang="en-GB" b="1" dirty="0"/>
              <a:t>         </a:t>
            </a:r>
            <a:r>
              <a:rPr lang="en-GB" dirty="0"/>
              <a:t>“</a:t>
            </a:r>
            <a:r>
              <a:rPr lang="en-US" dirty="0"/>
              <a:t>A user shall be able to </a:t>
            </a:r>
            <a:r>
              <a:rPr lang="en-US" b="1" dirty="0"/>
              <a:t>search</a:t>
            </a:r>
            <a:r>
              <a:rPr lang="en-US" dirty="0"/>
              <a:t> the appointments.”</a:t>
            </a:r>
            <a:r>
              <a:rPr lang="en-GB" dirty="0"/>
              <a:t> </a:t>
            </a:r>
          </a:p>
          <a:p>
            <a:pPr lvl="1" algn="just"/>
            <a:r>
              <a:rPr lang="en-GB" dirty="0"/>
              <a:t>User intention – search a patient’s appointments in all clinics;</a:t>
            </a:r>
          </a:p>
          <a:p>
            <a:pPr lvl="1" algn="just"/>
            <a:r>
              <a:rPr lang="en-GB" dirty="0"/>
              <a:t>Developer interpretation – User chooses clinic first &amp; then search for a patient name in an individual clinic. (</a:t>
            </a:r>
            <a:r>
              <a:rPr lang="en-GB" dirty="0">
                <a:solidFill>
                  <a:srgbClr val="FF0000"/>
                </a:solidFill>
              </a:rPr>
              <a:t>what if the patient wants to view the appointments in multiple clinics to observe a clash?</a:t>
            </a:r>
            <a:r>
              <a:rPr lang="en-GB" dirty="0"/>
              <a:t>)</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DD66CD4-ABC0-4DEC-AA2F-4305FFDAA435}"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GB" dirty="0"/>
              <a:t>Requirements completeness and consistency</a:t>
            </a:r>
          </a:p>
        </p:txBody>
      </p:sp>
      <p:sp>
        <p:nvSpPr>
          <p:cNvPr id="43011" name="Rectangle 3"/>
          <p:cNvSpPr>
            <a:spLocks noGrp="1" noChangeArrowheads="1"/>
          </p:cNvSpPr>
          <p:nvPr>
            <p:ph idx="1"/>
          </p:nvPr>
        </p:nvSpPr>
        <p:spPr/>
        <p:txBody>
          <a:bodyPr/>
          <a:lstStyle/>
          <a:p>
            <a:pPr algn="just"/>
            <a:r>
              <a:rPr lang="en-GB" dirty="0"/>
              <a:t>In principle, </a:t>
            </a:r>
            <a:r>
              <a:rPr lang="en-GB" b="1" dirty="0"/>
              <a:t>requirements should be both complete and consistent.</a:t>
            </a:r>
          </a:p>
          <a:p>
            <a:pPr algn="just"/>
            <a:r>
              <a:rPr lang="en-GB" b="1" dirty="0"/>
              <a:t>Complete</a:t>
            </a:r>
          </a:p>
          <a:p>
            <a:pPr lvl="1" algn="just"/>
            <a:r>
              <a:rPr lang="en-GB" dirty="0"/>
              <a:t>They should include descriptions of all facilities required.</a:t>
            </a:r>
          </a:p>
          <a:p>
            <a:pPr algn="just"/>
            <a:r>
              <a:rPr lang="en-GB" b="1" dirty="0"/>
              <a:t>Consistent</a:t>
            </a:r>
          </a:p>
          <a:p>
            <a:pPr lvl="1" algn="just"/>
            <a:r>
              <a:rPr lang="en-GB" dirty="0"/>
              <a:t>There should be </a:t>
            </a:r>
            <a:r>
              <a:rPr lang="en-GB" b="1" dirty="0"/>
              <a:t>no contradictions</a:t>
            </a:r>
            <a:r>
              <a:rPr lang="en-GB" dirty="0"/>
              <a:t> in the descriptions of the system facilities.</a:t>
            </a:r>
          </a:p>
          <a:p>
            <a:pPr algn="just"/>
            <a:r>
              <a:rPr lang="en-GB" dirty="0"/>
              <a:t>In practice, because of </a:t>
            </a:r>
            <a:r>
              <a:rPr lang="en-GB" b="1" dirty="0"/>
              <a:t>system</a:t>
            </a:r>
            <a:r>
              <a:rPr lang="en-GB" dirty="0"/>
              <a:t> </a:t>
            </a:r>
            <a:r>
              <a:rPr lang="en-GB" b="1" dirty="0"/>
              <a:t>complexity</a:t>
            </a:r>
            <a:r>
              <a:rPr lang="en-GB" dirty="0"/>
              <a:t>, it is </a:t>
            </a:r>
            <a:r>
              <a:rPr lang="en-GB" b="1" dirty="0"/>
              <a:t>nearly impossible to produce a complete and consistent requirements document.</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3C84C9-5B9E-4940-B0F2-8BC86106E788}"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76872"/>
            <a:ext cx="8229600" cy="1143000"/>
          </a:xfrm>
        </p:spPr>
        <p:txBody>
          <a:bodyPr/>
          <a:lstStyle/>
          <a:p>
            <a:pPr algn="ctr"/>
            <a:r>
              <a:rPr lang="en-US" dirty="0"/>
              <a:t>Requirements engineering processes</a:t>
            </a:r>
          </a:p>
        </p:txBody>
      </p:sp>
      <p:sp>
        <p:nvSpPr>
          <p:cNvPr id="4" name="Footer Placeholder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0A4EDFC-BC21-463E-86AE-C13DBF505555}"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668724760"/>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dirty="0"/>
              <a:t>Requirements engineering processes</a:t>
            </a:r>
          </a:p>
        </p:txBody>
      </p:sp>
      <p:sp>
        <p:nvSpPr>
          <p:cNvPr id="44035" name="Rectangle 3"/>
          <p:cNvSpPr>
            <a:spLocks noGrp="1" noChangeArrowheads="1"/>
          </p:cNvSpPr>
          <p:nvPr>
            <p:ph idx="1"/>
          </p:nvPr>
        </p:nvSpPr>
        <p:spPr/>
        <p:txBody>
          <a:bodyPr/>
          <a:lstStyle/>
          <a:p>
            <a:pPr>
              <a:lnSpc>
                <a:spcPct val="90000"/>
              </a:lnSpc>
            </a:pPr>
            <a:r>
              <a:rPr lang="en-GB" b="1" dirty="0"/>
              <a:t>depends on:</a:t>
            </a:r>
          </a:p>
          <a:p>
            <a:pPr lvl="1">
              <a:lnSpc>
                <a:spcPct val="90000"/>
              </a:lnSpc>
            </a:pPr>
            <a:r>
              <a:rPr lang="en-GB" b="1" dirty="0"/>
              <a:t>the application domain</a:t>
            </a:r>
            <a:r>
              <a:rPr lang="en-GB" dirty="0"/>
              <a:t>, </a:t>
            </a:r>
          </a:p>
          <a:p>
            <a:pPr lvl="1">
              <a:lnSpc>
                <a:spcPct val="90000"/>
              </a:lnSpc>
            </a:pPr>
            <a:r>
              <a:rPr lang="en-GB" b="1" dirty="0"/>
              <a:t>the</a:t>
            </a:r>
            <a:r>
              <a:rPr lang="en-GB" dirty="0"/>
              <a:t> </a:t>
            </a:r>
            <a:r>
              <a:rPr lang="en-GB" b="1" dirty="0"/>
              <a:t>people</a:t>
            </a:r>
            <a:r>
              <a:rPr lang="en-GB" dirty="0"/>
              <a:t> involved </a:t>
            </a:r>
          </a:p>
          <a:p>
            <a:pPr lvl="1">
              <a:lnSpc>
                <a:spcPct val="90000"/>
              </a:lnSpc>
            </a:pPr>
            <a:r>
              <a:rPr lang="en-GB" dirty="0"/>
              <a:t>and the </a:t>
            </a:r>
            <a:r>
              <a:rPr lang="en-GB" b="1" dirty="0"/>
              <a:t>organisation developing the requirements.</a:t>
            </a:r>
          </a:p>
          <a:p>
            <a:pPr>
              <a:lnSpc>
                <a:spcPct val="90000"/>
              </a:lnSpc>
            </a:pPr>
            <a:r>
              <a:rPr lang="en-GB" dirty="0"/>
              <a:t>Common generic activities are:</a:t>
            </a:r>
          </a:p>
          <a:p>
            <a:pPr lvl="1">
              <a:lnSpc>
                <a:spcPct val="90000"/>
              </a:lnSpc>
            </a:pPr>
            <a:r>
              <a:rPr lang="en-GB" dirty="0"/>
              <a:t>Requirements feasibility;</a:t>
            </a:r>
          </a:p>
          <a:p>
            <a:pPr lvl="1">
              <a:lnSpc>
                <a:spcPct val="90000"/>
              </a:lnSpc>
            </a:pPr>
            <a:r>
              <a:rPr lang="en-GB" dirty="0"/>
              <a:t>Requirements elicitation and analysis;</a:t>
            </a:r>
          </a:p>
          <a:p>
            <a:pPr lvl="1">
              <a:lnSpc>
                <a:spcPct val="90000"/>
              </a:lnSpc>
            </a:pPr>
            <a:r>
              <a:rPr lang="en-GB" dirty="0"/>
              <a:t>Requirements specification;</a:t>
            </a:r>
          </a:p>
          <a:p>
            <a:pPr lvl="1">
              <a:lnSpc>
                <a:spcPct val="90000"/>
              </a:lnSpc>
            </a:pPr>
            <a:r>
              <a:rPr lang="en-GB" dirty="0"/>
              <a:t>Requirements validation.</a:t>
            </a:r>
          </a:p>
          <a:p>
            <a:pPr>
              <a:lnSpc>
                <a:spcPct val="90000"/>
              </a:lnSpc>
            </a:pPr>
            <a:r>
              <a:rPr lang="en-GB" dirty="0"/>
              <a:t>In practice, </a:t>
            </a:r>
            <a:r>
              <a:rPr lang="en-GB" b="1" dirty="0"/>
              <a:t>RE is an iterative activity in which these processes are interleaved.</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93971CF-2AF6-4A4B-BC82-B3C1E31A116C}"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dirty="0"/>
              <a:t>A spiral view of the requirements engineering process</a:t>
            </a:r>
            <a:r>
              <a:rPr lang="en-GB" dirty="0"/>
              <a:t> </a:t>
            </a:r>
            <a:endParaRPr lang="en-US" dirty="0"/>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4" name="Picture 3" descr="4.12 ReqEngSpiral.eps"/>
          <p:cNvPicPr>
            <a:picLocks noChangeAspect="1"/>
          </p:cNvPicPr>
          <p:nvPr/>
        </p:nvPicPr>
        <p:blipFill>
          <a:blip r:embed="rId2"/>
          <a:stretch>
            <a:fillRect/>
          </a:stretch>
        </p:blipFill>
        <p:spPr>
          <a:xfrm>
            <a:off x="3944472" y="1567190"/>
            <a:ext cx="7548462" cy="5290810"/>
          </a:xfrm>
          <a:prstGeom prst="rect">
            <a:avLst/>
          </a:prstGeom>
        </p:spPr>
      </p:pic>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FA931B4-23BC-4AE3-AF90-A91478D397B4}"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graphicFrame>
        <p:nvGraphicFramePr>
          <p:cNvPr id="3" name="Diagram 2">
            <a:extLst>
              <a:ext uri="{FF2B5EF4-FFF2-40B4-BE49-F238E27FC236}">
                <a16:creationId xmlns:a16="http://schemas.microsoft.com/office/drawing/2014/main" id="{47C1E049-36D4-4F1D-AC50-CCB05F78A21A}"/>
              </a:ext>
            </a:extLst>
          </p:cNvPr>
          <p:cNvGraphicFramePr/>
          <p:nvPr/>
        </p:nvGraphicFramePr>
        <p:xfrm>
          <a:off x="-129186" y="1335326"/>
          <a:ext cx="3974554" cy="31133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vert="horz" wrap="square" lIns="90487" tIns="44450" rIns="90487" bIns="44450" numCol="1" anchor="ctr" anchorCtr="0" compatLnSpc="1">
            <a:prstTxWarp prst="textNoShape">
              <a:avLst/>
            </a:prstTxWarp>
          </a:bodyPr>
          <a:lstStyle/>
          <a:p>
            <a:r>
              <a:rPr lang="en-GB" dirty="0"/>
              <a:t>Requirements elicitation and analysis</a:t>
            </a:r>
          </a:p>
        </p:txBody>
      </p:sp>
      <p:sp>
        <p:nvSpPr>
          <p:cNvPr id="7171" name="Rectangle 3"/>
          <p:cNvSpPr>
            <a:spLocks noGrp="1" noChangeArrowheads="1"/>
          </p:cNvSpPr>
          <p:nvPr>
            <p:ph idx="1"/>
          </p:nvPr>
        </p:nvSpPr>
        <p:spPr>
          <a:noFill/>
          <a:ln/>
        </p:spPr>
        <p:txBody>
          <a:bodyPr lIns="90487" tIns="44450" rIns="90487" bIns="44450"/>
          <a:lstStyle/>
          <a:p>
            <a:r>
              <a:rPr lang="en-GB" dirty="0"/>
              <a:t>technical staff works with customers to find out about:</a:t>
            </a:r>
          </a:p>
          <a:p>
            <a:pPr lvl="1"/>
            <a:r>
              <a:rPr lang="en-GB" dirty="0"/>
              <a:t>the </a:t>
            </a:r>
            <a:r>
              <a:rPr lang="en-GB" b="1" dirty="0"/>
              <a:t>type of application</a:t>
            </a:r>
            <a:r>
              <a:rPr lang="en-GB" dirty="0"/>
              <a:t>,</a:t>
            </a:r>
          </a:p>
          <a:p>
            <a:pPr lvl="1"/>
            <a:r>
              <a:rPr lang="en-GB" dirty="0"/>
              <a:t>the </a:t>
            </a:r>
            <a:r>
              <a:rPr lang="en-GB" b="1" dirty="0"/>
              <a:t>services that the system should provide</a:t>
            </a:r>
            <a:r>
              <a:rPr lang="en-GB" dirty="0"/>
              <a:t> </a:t>
            </a:r>
          </a:p>
          <a:p>
            <a:pPr lvl="1"/>
            <a:r>
              <a:rPr lang="en-GB" dirty="0"/>
              <a:t>and the </a:t>
            </a:r>
            <a:r>
              <a:rPr lang="en-GB" b="1" dirty="0"/>
              <a:t>system’s hardware constraints</a:t>
            </a:r>
            <a:r>
              <a:rPr lang="en-GB" dirty="0"/>
              <a:t>.</a:t>
            </a:r>
          </a:p>
          <a:p>
            <a:r>
              <a:rPr lang="en-GB" dirty="0"/>
              <a:t>May involve:</a:t>
            </a:r>
          </a:p>
          <a:p>
            <a:pPr lvl="1"/>
            <a:r>
              <a:rPr lang="en-GB" dirty="0"/>
              <a:t>end-users, </a:t>
            </a:r>
          </a:p>
          <a:p>
            <a:pPr lvl="1"/>
            <a:r>
              <a:rPr lang="en-GB" dirty="0"/>
              <a:t>managers, </a:t>
            </a:r>
          </a:p>
          <a:p>
            <a:pPr lvl="1"/>
            <a:r>
              <a:rPr lang="en-GB" dirty="0"/>
              <a:t>engineers involved in maintenance, </a:t>
            </a:r>
          </a:p>
          <a:p>
            <a:pPr lvl="1"/>
            <a:r>
              <a:rPr lang="en-GB" dirty="0"/>
              <a:t>domain experts, trade unions, etc.</a:t>
            </a:r>
          </a:p>
          <a:p>
            <a:pPr lvl="1"/>
            <a:r>
              <a:rPr lang="en-GB" dirty="0"/>
              <a:t>These all are called as </a:t>
            </a:r>
            <a:r>
              <a:rPr lang="en-GB" i="1" dirty="0"/>
              <a:t>stakeholders.</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B1649DB0-B97C-494C-AB7D-D29C0975DC2F}"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dirty="0"/>
              <a:t>Requirements elicitation and analysis process</a:t>
            </a:r>
            <a:r>
              <a:rPr lang="en-GB" dirty="0"/>
              <a:t> </a:t>
            </a:r>
            <a:endParaRPr lang="en-US" dirty="0"/>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4" name="Picture 3" descr="4.13 RequirementsElicitation.eps"/>
          <p:cNvPicPr>
            <a:picLocks noChangeAspect="1"/>
          </p:cNvPicPr>
          <p:nvPr/>
        </p:nvPicPr>
        <p:blipFill>
          <a:blip r:embed="rId2"/>
          <a:stretch>
            <a:fillRect/>
          </a:stretch>
        </p:blipFill>
        <p:spPr>
          <a:xfrm>
            <a:off x="5549153" y="1828800"/>
            <a:ext cx="5861623" cy="4104456"/>
          </a:xfrm>
          <a:prstGeom prst="rect">
            <a:avLst/>
          </a:prstGeom>
        </p:spPr>
      </p:pic>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8C03584-3E38-400B-AA1B-3A87E65C1D93}"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graphicFrame>
        <p:nvGraphicFramePr>
          <p:cNvPr id="3" name="Diagram 2">
            <a:extLst>
              <a:ext uri="{FF2B5EF4-FFF2-40B4-BE49-F238E27FC236}">
                <a16:creationId xmlns:a16="http://schemas.microsoft.com/office/drawing/2014/main" id="{C3741179-A00A-4A4C-8094-C20E51841070}"/>
              </a:ext>
            </a:extLst>
          </p:cNvPr>
          <p:cNvGraphicFramePr/>
          <p:nvPr/>
        </p:nvGraphicFramePr>
        <p:xfrm>
          <a:off x="781224" y="1638055"/>
          <a:ext cx="3384376" cy="41044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discovery</a:t>
            </a:r>
          </a:p>
        </p:txBody>
      </p:sp>
      <p:sp>
        <p:nvSpPr>
          <p:cNvPr id="3" name="Content Placeholder 2"/>
          <p:cNvSpPr>
            <a:spLocks noGrp="1"/>
          </p:cNvSpPr>
          <p:nvPr>
            <p:ph idx="1"/>
          </p:nvPr>
        </p:nvSpPr>
        <p:spPr/>
        <p:txBody>
          <a:bodyPr/>
          <a:lstStyle/>
          <a:p>
            <a:pPr algn="just"/>
            <a:r>
              <a:rPr lang="en-US" dirty="0"/>
              <a:t>gather information about the required and existing systems and extracting the user and system requirements from this information. </a:t>
            </a:r>
          </a:p>
          <a:p>
            <a:pPr algn="just"/>
            <a:r>
              <a:rPr lang="en-US" dirty="0"/>
              <a:t>Techniques used are:</a:t>
            </a:r>
          </a:p>
          <a:p>
            <a:pPr lvl="1" algn="just"/>
            <a:r>
              <a:rPr lang="en-US" dirty="0"/>
              <a:t>Interviewing</a:t>
            </a:r>
          </a:p>
          <a:p>
            <a:pPr lvl="1" algn="just"/>
            <a:r>
              <a:rPr lang="en-US" dirty="0"/>
              <a:t>Ethnography</a:t>
            </a:r>
          </a:p>
          <a:p>
            <a:pPr marL="457200" lvl="1" indent="0" algn="just">
              <a:buNone/>
            </a:pPr>
            <a:endParaRPr lang="en-US" dirty="0"/>
          </a:p>
          <a:p>
            <a:pPr algn="just"/>
            <a:endParaRPr lang="en-US" dirty="0"/>
          </a:p>
        </p:txBody>
      </p:sp>
      <p:sp>
        <p:nvSpPr>
          <p:cNvPr id="4" name="Footer Placeholder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E3B72CA-C8B1-4B83-BC72-CBF2B713E76E}"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Interviewing</a:t>
            </a:r>
          </a:p>
        </p:txBody>
      </p:sp>
      <p:sp>
        <p:nvSpPr>
          <p:cNvPr id="3" name="Content Placeholder 2"/>
          <p:cNvSpPr>
            <a:spLocks noGrp="1"/>
          </p:cNvSpPr>
          <p:nvPr>
            <p:ph idx="1"/>
          </p:nvPr>
        </p:nvSpPr>
        <p:spPr>
          <a:xfrm>
            <a:off x="609600" y="1616263"/>
            <a:ext cx="10972800" cy="4525963"/>
          </a:xfrm>
        </p:spPr>
        <p:txBody>
          <a:bodyPr/>
          <a:lstStyle/>
          <a:p>
            <a:pPr algn="just"/>
            <a:r>
              <a:rPr lang="en-US" dirty="0"/>
              <a:t>RE team conduct formal/informal interviews with stakeholders</a:t>
            </a:r>
          </a:p>
          <a:p>
            <a:pPr algn="just"/>
            <a:r>
              <a:rPr lang="en-US" dirty="0"/>
              <a:t>Types of interview</a:t>
            </a:r>
          </a:p>
          <a:p>
            <a:pPr lvl="1" algn="just"/>
            <a:r>
              <a:rPr lang="en-US" b="1" u="sng" dirty="0"/>
              <a:t>Closed interviews: </a:t>
            </a:r>
            <a:r>
              <a:rPr lang="en-US" dirty="0"/>
              <a:t>pre-determined list of questions</a:t>
            </a:r>
          </a:p>
          <a:p>
            <a:pPr lvl="1" algn="just"/>
            <a:r>
              <a:rPr lang="en-US" b="1" u="sng" dirty="0"/>
              <a:t>Open interviews:</a:t>
            </a:r>
            <a:r>
              <a:rPr lang="en-US" dirty="0"/>
              <a:t> no specific questionnaire, explore req. and refine them.</a:t>
            </a:r>
          </a:p>
          <a:p>
            <a:pPr lvl="1" algn="just"/>
            <a:r>
              <a:rPr lang="en-US" i="1" dirty="0"/>
              <a:t>Generally, a mixture of both types is used</a:t>
            </a:r>
          </a:p>
          <a:p>
            <a:pPr algn="just"/>
            <a:r>
              <a:rPr lang="en-US" dirty="0"/>
              <a:t>Effective interviewing suggestions:</a:t>
            </a:r>
          </a:p>
          <a:p>
            <a:pPr lvl="1" algn="just"/>
            <a:r>
              <a:rPr lang="en-US" dirty="0"/>
              <a:t>Be open-minded, </a:t>
            </a:r>
            <a:r>
              <a:rPr lang="en-US" b="1" dirty="0"/>
              <a:t>avoid pre-conceived ideas </a:t>
            </a:r>
            <a:r>
              <a:rPr lang="en-US" dirty="0"/>
              <a:t>about the requirements and are </a:t>
            </a:r>
            <a:r>
              <a:rPr lang="en-US" b="1" dirty="0"/>
              <a:t>willing to listen to stakeholders. </a:t>
            </a:r>
            <a:endParaRPr lang="en-GB" b="1" dirty="0"/>
          </a:p>
          <a:p>
            <a:pPr lvl="1" algn="just"/>
            <a:r>
              <a:rPr lang="en-US" dirty="0"/>
              <a:t>You need to </a:t>
            </a:r>
            <a:r>
              <a:rPr lang="en-US" b="1" dirty="0"/>
              <a:t>prompt the user to talk about the system by suggesting requirements </a:t>
            </a:r>
            <a:r>
              <a:rPr lang="en-US" dirty="0"/>
              <a:t>rather than simply asking them what they want.</a:t>
            </a:r>
          </a:p>
        </p:txBody>
      </p:sp>
      <p:sp>
        <p:nvSpPr>
          <p:cNvPr id="4" name="Footer Placeholder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4A31E3C8-2AC1-4A11-B473-6B344B031F5B}"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8" name="Picture 7"/>
          <p:cNvPicPr>
            <a:picLocks noChangeAspect="1"/>
          </p:cNvPicPr>
          <p:nvPr/>
        </p:nvPicPr>
        <p:blipFill>
          <a:blip r:embed="rId2"/>
          <a:stretch>
            <a:fillRect/>
          </a:stretch>
        </p:blipFill>
        <p:spPr>
          <a:xfrm>
            <a:off x="9698532" y="136524"/>
            <a:ext cx="2133600" cy="1698153"/>
          </a:xfrm>
          <a:prstGeom prst="rect">
            <a:avLst/>
          </a:prstGeom>
        </p:spPr>
      </p:pic>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with interviews</a:t>
            </a:r>
          </a:p>
        </p:txBody>
      </p:sp>
      <p:sp>
        <p:nvSpPr>
          <p:cNvPr id="3" name="Content Placeholder 2"/>
          <p:cNvSpPr>
            <a:spLocks noGrp="1"/>
          </p:cNvSpPr>
          <p:nvPr>
            <p:ph idx="1"/>
          </p:nvPr>
        </p:nvSpPr>
        <p:spPr>
          <a:xfrm>
            <a:off x="609599" y="1600201"/>
            <a:ext cx="11412071" cy="4525963"/>
          </a:xfrm>
        </p:spPr>
        <p:txBody>
          <a:bodyPr/>
          <a:lstStyle/>
          <a:p>
            <a:pPr>
              <a:lnSpc>
                <a:spcPct val="90000"/>
              </a:lnSpc>
            </a:pPr>
            <a:r>
              <a:rPr lang="en-US" b="1" dirty="0"/>
              <a:t>Communication gap </a:t>
            </a:r>
            <a:r>
              <a:rPr lang="en-US" dirty="0"/>
              <a:t>between the end user and RE team.</a:t>
            </a:r>
          </a:p>
          <a:p>
            <a:pPr>
              <a:lnSpc>
                <a:spcPct val="90000"/>
              </a:lnSpc>
            </a:pPr>
            <a:r>
              <a:rPr lang="en-US" b="1" dirty="0"/>
              <a:t>A prerequisite knowledge related to domain is needed</a:t>
            </a:r>
            <a:r>
              <a:rPr lang="en-US" dirty="0"/>
              <a:t>.</a:t>
            </a:r>
          </a:p>
          <a:p>
            <a:pPr lvl="1">
              <a:lnSpc>
                <a:spcPct val="90000"/>
              </a:lnSpc>
            </a:pPr>
            <a:r>
              <a:rPr lang="en-US" dirty="0">
                <a:solidFill>
                  <a:srgbClr val="FF0000"/>
                </a:solidFill>
              </a:rPr>
              <a:t>For example; Developing an e-commerce website must include transaction processing .</a:t>
            </a:r>
          </a:p>
          <a:p>
            <a:endParaRPr lang="en-US" dirty="0"/>
          </a:p>
        </p:txBody>
      </p:sp>
      <p:sp>
        <p:nvSpPr>
          <p:cNvPr id="4" name="Footer Placeholder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680F8F5B-1A8C-4BCF-9A7D-3A9D76581713}"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501127493"/>
      </p:ext>
    </p:extLst>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vert="horz" wrap="square" lIns="90487" tIns="44450" rIns="90487" bIns="44450" numCol="1" anchor="ctr" anchorCtr="0" compatLnSpc="1">
            <a:prstTxWarp prst="textNoShape">
              <a:avLst/>
            </a:prstTxWarp>
          </a:bodyPr>
          <a:lstStyle/>
          <a:p>
            <a:r>
              <a:rPr lang="en-GB" dirty="0"/>
              <a:t>Ethnography</a:t>
            </a:r>
          </a:p>
        </p:txBody>
      </p:sp>
      <p:sp>
        <p:nvSpPr>
          <p:cNvPr id="36867" name="Rectangle 3"/>
          <p:cNvSpPr>
            <a:spLocks noGrp="1" noChangeArrowheads="1"/>
          </p:cNvSpPr>
          <p:nvPr>
            <p:ph idx="1"/>
          </p:nvPr>
        </p:nvSpPr>
        <p:spPr>
          <a:xfrm>
            <a:off x="609600" y="1689848"/>
            <a:ext cx="10972800" cy="4525963"/>
          </a:xfrm>
          <a:noFill/>
          <a:ln/>
        </p:spPr>
        <p:txBody>
          <a:bodyPr lIns="90487" tIns="44450" rIns="90487" bIns="44450"/>
          <a:lstStyle/>
          <a:p>
            <a:pPr algn="just"/>
            <a:r>
              <a:rPr lang="en-GB" dirty="0"/>
              <a:t>A person spends time to observe and analyse how people actually work.</a:t>
            </a:r>
          </a:p>
          <a:p>
            <a:pPr algn="just"/>
            <a:r>
              <a:rPr lang="en-GB" dirty="0"/>
              <a:t>People do not have to explain it to interviewer.</a:t>
            </a:r>
          </a:p>
          <a:p>
            <a:pPr algn="just"/>
            <a:r>
              <a:rPr lang="en-GB" dirty="0"/>
              <a:t>Important Social and organisational factors are observed.</a:t>
            </a:r>
          </a:p>
          <a:p>
            <a:pPr algn="just"/>
            <a:r>
              <a:rPr lang="en-GB" dirty="0"/>
              <a:t>Ethnographic studies have shown that work is usually richer and more complex than suggested by simple system models.</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4586A8CC-9879-4314-9CCF-027D6EAEE290}"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3" name="Picture 2"/>
          <p:cNvPicPr>
            <a:picLocks noChangeAspect="1"/>
          </p:cNvPicPr>
          <p:nvPr/>
        </p:nvPicPr>
        <p:blipFill>
          <a:blip r:embed="rId2"/>
          <a:stretch>
            <a:fillRect/>
          </a:stretch>
        </p:blipFill>
        <p:spPr>
          <a:xfrm>
            <a:off x="8026400" y="3849019"/>
            <a:ext cx="3656993" cy="2639002"/>
          </a:xfrm>
          <a:prstGeom prst="rect">
            <a:avLst/>
          </a:prstGeom>
        </p:spPr>
      </p:pic>
    </p:spTree>
    <p:extLst>
      <p:ext uri="{BB962C8B-B14F-4D97-AF65-F5344CB8AC3E}">
        <p14:creationId xmlns:p14="http://schemas.microsoft.com/office/powerpoint/2010/main" val="3891492961"/>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GB" dirty="0"/>
              <a:t>Scope of ethnography</a:t>
            </a:r>
          </a:p>
        </p:txBody>
      </p:sp>
      <p:sp>
        <p:nvSpPr>
          <p:cNvPr id="76803" name="Rectangle 3"/>
          <p:cNvSpPr>
            <a:spLocks noGrp="1" noChangeArrowheads="1"/>
          </p:cNvSpPr>
          <p:nvPr>
            <p:ph idx="1"/>
          </p:nvPr>
        </p:nvSpPr>
        <p:spPr>
          <a:xfrm>
            <a:off x="609600" y="1624013"/>
            <a:ext cx="10972800" cy="4525963"/>
          </a:xfrm>
        </p:spPr>
        <p:txBody>
          <a:bodyPr/>
          <a:lstStyle/>
          <a:p>
            <a:pPr algn="just"/>
            <a:r>
              <a:rPr lang="en-GB" dirty="0"/>
              <a:t>Requirements are derived from the way in which people actually work rather than any pre-assumed ideal behaviour.</a:t>
            </a:r>
          </a:p>
          <a:p>
            <a:pPr algn="just"/>
            <a:r>
              <a:rPr lang="en-GB" b="1" dirty="0"/>
              <a:t>Based on user’s activities, you may fine tune your system design</a:t>
            </a:r>
            <a:r>
              <a:rPr lang="en-GB" dirty="0"/>
              <a:t>.</a:t>
            </a:r>
          </a:p>
          <a:p>
            <a:pPr algn="just"/>
            <a:r>
              <a:rPr lang="en-GB" b="1" dirty="0"/>
              <a:t>Good for understanding existing processes </a:t>
            </a:r>
            <a:r>
              <a:rPr lang="en-GB" dirty="0"/>
              <a:t>but cannot suggest innovation to a system.</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76F5BF8-5CF9-4D15-9013-C3E452190FE9}"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107369606"/>
      </p:ext>
    </p:extLst>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a:ln/>
        </p:spPr>
        <p:txBody>
          <a:bodyPr vert="horz" wrap="square" lIns="90487" tIns="44450" rIns="90487" bIns="44450" numCol="1" anchor="ctr" anchorCtr="0" compatLnSpc="1">
            <a:prstTxWarp prst="textNoShape">
              <a:avLst/>
            </a:prstTxWarp>
          </a:bodyPr>
          <a:lstStyle/>
          <a:p>
            <a:r>
              <a:rPr lang="en-GB" dirty="0"/>
              <a:t>Focused ethnography</a:t>
            </a:r>
          </a:p>
        </p:txBody>
      </p:sp>
      <p:sp>
        <p:nvSpPr>
          <p:cNvPr id="37891" name="Rectangle 3"/>
          <p:cNvSpPr>
            <a:spLocks noGrp="1" noChangeArrowheads="1"/>
          </p:cNvSpPr>
          <p:nvPr>
            <p:ph idx="1"/>
          </p:nvPr>
        </p:nvSpPr>
        <p:spPr>
          <a:xfrm>
            <a:off x="609600" y="1761566"/>
            <a:ext cx="10972800" cy="4525963"/>
          </a:xfrm>
          <a:noFill/>
          <a:ln/>
        </p:spPr>
        <p:txBody>
          <a:bodyPr lIns="90487" tIns="44450" rIns="90487" bIns="44450"/>
          <a:lstStyle/>
          <a:p>
            <a:pPr algn="just">
              <a:lnSpc>
                <a:spcPct val="90000"/>
              </a:lnSpc>
            </a:pPr>
            <a:r>
              <a:rPr lang="en-GB" dirty="0"/>
              <a:t>Developed in a project studying the air traffic control process</a:t>
            </a:r>
          </a:p>
          <a:p>
            <a:pPr algn="just">
              <a:lnSpc>
                <a:spcPct val="90000"/>
              </a:lnSpc>
            </a:pPr>
            <a:r>
              <a:rPr lang="en-GB" b="1" dirty="0"/>
              <a:t>Combines ethnography with prototyping</a:t>
            </a:r>
          </a:p>
          <a:p>
            <a:pPr algn="just">
              <a:lnSpc>
                <a:spcPct val="90000"/>
              </a:lnSpc>
            </a:pPr>
            <a:r>
              <a:rPr lang="en-GB" dirty="0"/>
              <a:t>Prototype development results in unanswered questions which focus the ethnographic analysis.</a:t>
            </a:r>
          </a:p>
          <a:p>
            <a:pPr algn="just">
              <a:lnSpc>
                <a:spcPct val="90000"/>
              </a:lnSpc>
            </a:pPr>
            <a:r>
              <a:rPr lang="en-GB" b="1" dirty="0"/>
              <a:t>ISSUE:</a:t>
            </a:r>
          </a:p>
          <a:p>
            <a:pPr lvl="1" algn="just">
              <a:lnSpc>
                <a:spcPct val="90000"/>
              </a:lnSpc>
            </a:pPr>
            <a:r>
              <a:rPr lang="en-GB" dirty="0"/>
              <a:t>it studies existing practices which may have some historical basis which is no longer relevant.</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0CD7A94-4AC3-49E8-8C70-14343EE74E7E}"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37112353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dirty="0"/>
              <a:t>Stories and scenarios</a:t>
            </a:r>
          </a:p>
        </p:txBody>
      </p:sp>
      <p:sp>
        <p:nvSpPr>
          <p:cNvPr id="90115" name="Rectangle 3"/>
          <p:cNvSpPr>
            <a:spLocks noGrp="1" noChangeArrowheads="1"/>
          </p:cNvSpPr>
          <p:nvPr>
            <p:ph idx="1"/>
          </p:nvPr>
        </p:nvSpPr>
        <p:spPr>
          <a:xfrm>
            <a:off x="111535" y="1619860"/>
            <a:ext cx="3554858" cy="4525963"/>
          </a:xfrm>
        </p:spPr>
        <p:txBody>
          <a:bodyPr/>
          <a:lstStyle/>
          <a:p>
            <a:r>
              <a:rPr lang="en-US" b="1" dirty="0"/>
              <a:t>Scenarios and user stories are real-life examples of how a system can be used for a task</a:t>
            </a:r>
            <a:r>
              <a:rPr lang="en-US" dirty="0"/>
              <a:t>.</a:t>
            </a:r>
          </a:p>
          <a:p>
            <a:r>
              <a:rPr lang="en-US" dirty="0"/>
              <a:t>Since, it’s a </a:t>
            </a:r>
            <a:r>
              <a:rPr lang="en-US" b="1" dirty="0"/>
              <a:t>practical situation, stakeholders can relate to them </a:t>
            </a:r>
            <a:r>
              <a:rPr lang="en-US" dirty="0"/>
              <a:t>and can comment on their situation with respect to the story.</a:t>
            </a: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EA64BCA-184A-42CD-B8BD-F0D4B73FD9FB}"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2050" name="Picture 2" descr="What is user story mapping: tools and techniques - Justinmind"/>
          <p:cNvPicPr>
            <a:picLocks noChangeAspect="1" noChangeArrowheads="1"/>
          </p:cNvPicPr>
          <p:nvPr/>
        </p:nvPicPr>
        <p:blipFill rotWithShape="1">
          <a:blip r:embed="rId2">
            <a:extLst>
              <a:ext uri="{28A0092B-C50C-407E-A947-70E740481C1C}">
                <a14:useLocalDpi xmlns:a14="http://schemas.microsoft.com/office/drawing/2010/main" val="0"/>
              </a:ext>
            </a:extLst>
          </a:blip>
          <a:srcRect l="5377" t="6462" r="5571" b="7649"/>
          <a:stretch/>
        </p:blipFill>
        <p:spPr bwMode="auto">
          <a:xfrm>
            <a:off x="3666393" y="1619860"/>
            <a:ext cx="8009792" cy="44137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Scenarios</a:t>
            </a:r>
          </a:p>
        </p:txBody>
      </p:sp>
      <p:sp>
        <p:nvSpPr>
          <p:cNvPr id="3" name="Content Placeholder 2"/>
          <p:cNvSpPr>
            <a:spLocks noGrp="1"/>
          </p:cNvSpPr>
          <p:nvPr>
            <p:ph idx="1"/>
          </p:nvPr>
        </p:nvSpPr>
        <p:spPr/>
        <p:txBody>
          <a:bodyPr/>
          <a:lstStyle/>
          <a:p>
            <a:r>
              <a:rPr lang="en-US" dirty="0"/>
              <a:t>A </a:t>
            </a:r>
            <a:r>
              <a:rPr lang="en-US" b="1" dirty="0"/>
              <a:t>structured form of user story</a:t>
            </a:r>
          </a:p>
          <a:p>
            <a:r>
              <a:rPr lang="en-US" dirty="0"/>
              <a:t>Scenarios should include</a:t>
            </a:r>
          </a:p>
          <a:p>
            <a:pPr lvl="1"/>
            <a:r>
              <a:rPr lang="en-US" dirty="0"/>
              <a:t>A description of the </a:t>
            </a:r>
            <a:r>
              <a:rPr lang="en-US" b="1" dirty="0"/>
              <a:t>starting situation</a:t>
            </a:r>
            <a:r>
              <a:rPr lang="en-US" dirty="0"/>
              <a:t>;</a:t>
            </a:r>
          </a:p>
          <a:p>
            <a:pPr lvl="1"/>
            <a:r>
              <a:rPr lang="en-US" dirty="0"/>
              <a:t>A description of the </a:t>
            </a:r>
            <a:r>
              <a:rPr lang="en-US" b="1" dirty="0"/>
              <a:t>normal flow of events</a:t>
            </a:r>
            <a:r>
              <a:rPr lang="en-US" dirty="0"/>
              <a:t>;</a:t>
            </a:r>
          </a:p>
          <a:p>
            <a:pPr lvl="1"/>
            <a:r>
              <a:rPr lang="en-US" dirty="0"/>
              <a:t>A description of </a:t>
            </a:r>
            <a:r>
              <a:rPr lang="en-US" b="1" dirty="0"/>
              <a:t>what can go wrong</a:t>
            </a:r>
            <a:r>
              <a:rPr lang="en-US" dirty="0"/>
              <a:t>;</a:t>
            </a:r>
          </a:p>
          <a:p>
            <a:pPr lvl="1"/>
            <a:r>
              <a:rPr lang="en-US" b="1" dirty="0"/>
              <a:t>Information about other concurrent activities</a:t>
            </a:r>
            <a:r>
              <a:rPr lang="en-US" dirty="0"/>
              <a:t>;</a:t>
            </a:r>
          </a:p>
          <a:p>
            <a:pPr lvl="1"/>
            <a:r>
              <a:rPr lang="en-US" b="1" dirty="0"/>
              <a:t>Scenario’s </a:t>
            </a:r>
            <a:r>
              <a:rPr lang="en-US" b="1"/>
              <a:t>finished state </a:t>
            </a:r>
            <a:r>
              <a:rPr lang="en-US" b="1" dirty="0"/>
              <a:t>description</a:t>
            </a:r>
            <a:r>
              <a:rPr lang="en-US" dirty="0"/>
              <a:t>.</a:t>
            </a:r>
          </a:p>
          <a:p>
            <a:endParaRPr lang="en-US" dirty="0"/>
          </a:p>
        </p:txBody>
      </p:sp>
      <p:sp>
        <p:nvSpPr>
          <p:cNvPr id="4" name="Footer Placeholder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A039E4D7-BDB7-4244-A41F-3C2EEFBE0059}"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531927789"/>
      </p:ext>
    </p:extLst>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97541" y="265114"/>
            <a:ext cx="8458200" cy="1104900"/>
          </a:xfrm>
          <a:noFill/>
          <a:ln/>
        </p:spPr>
        <p:txBody>
          <a:bodyPr vert="horz" wrap="square" lIns="90487" tIns="44450" rIns="90487" bIns="44450" numCol="1" anchor="ctr" anchorCtr="0" compatLnSpc="1">
            <a:prstTxWarp prst="textNoShape">
              <a:avLst/>
            </a:prstTxWarp>
          </a:bodyPr>
          <a:lstStyle/>
          <a:p>
            <a:r>
              <a:rPr lang="en-GB" dirty="0"/>
              <a:t>Problems of requirements elicitation</a:t>
            </a:r>
          </a:p>
        </p:txBody>
      </p:sp>
      <p:sp>
        <p:nvSpPr>
          <p:cNvPr id="8195" name="Rectangle 3"/>
          <p:cNvSpPr>
            <a:spLocks noGrp="1" noChangeArrowheads="1"/>
          </p:cNvSpPr>
          <p:nvPr>
            <p:ph idx="1"/>
          </p:nvPr>
        </p:nvSpPr>
        <p:spPr>
          <a:xfrm>
            <a:off x="609600" y="1600201"/>
            <a:ext cx="10972800" cy="4525963"/>
          </a:xfrm>
          <a:noFill/>
          <a:ln/>
        </p:spPr>
        <p:txBody>
          <a:bodyPr lIns="90487" tIns="44450" rIns="90487" bIns="44450"/>
          <a:lstStyle/>
          <a:p>
            <a:pPr algn="just"/>
            <a:r>
              <a:rPr lang="en-GB" dirty="0"/>
              <a:t>Stakeholders don’t know what they really want.</a:t>
            </a:r>
          </a:p>
          <a:p>
            <a:pPr algn="just"/>
            <a:r>
              <a:rPr lang="en-GB" dirty="0"/>
              <a:t>Stakeholders express requirements in their own terms.</a:t>
            </a:r>
          </a:p>
          <a:p>
            <a:pPr algn="just"/>
            <a:r>
              <a:rPr lang="en-GB" b="1" dirty="0"/>
              <a:t>conflicting requirements in case of different stake holders.</a:t>
            </a:r>
          </a:p>
          <a:p>
            <a:pPr lvl="1" algn="just"/>
            <a:r>
              <a:rPr lang="en-US" dirty="0"/>
              <a:t>Example: an HR , a stakeholder, explicitly requests to capture the age of an employee, but the Data Privacy team is saying that the age of the employee may not be captured or used in reporting.</a:t>
            </a:r>
            <a:endParaRPr lang="en-GB" b="1" dirty="0"/>
          </a:p>
          <a:p>
            <a:pPr algn="just"/>
            <a:r>
              <a:rPr lang="en-GB" b="1" dirty="0"/>
              <a:t>Organisational constraints may influence the system requirements.</a:t>
            </a:r>
          </a:p>
          <a:p>
            <a:pPr algn="just"/>
            <a:r>
              <a:rPr lang="en-GB" dirty="0"/>
              <a:t>The </a:t>
            </a:r>
            <a:r>
              <a:rPr lang="en-GB" b="1" dirty="0"/>
              <a:t>requirements change during the analysis process</a:t>
            </a:r>
            <a:r>
              <a:rPr lang="en-GB" dirty="0"/>
              <a:t>. </a:t>
            </a:r>
          </a:p>
          <a:p>
            <a:pPr lvl="1" algn="just"/>
            <a:r>
              <a:rPr lang="en-GB" dirty="0"/>
              <a:t>New stakeholders may emerge and the business environment may change.</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D41CC1C-76C3-4C00-B122-19AB67545612}"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73330" y="265114"/>
            <a:ext cx="8394469" cy="1104900"/>
          </a:xfrm>
          <a:noFill/>
          <a:ln/>
        </p:spPr>
        <p:txBody>
          <a:bodyPr vert="horz" wrap="square" lIns="90487" tIns="44450" rIns="90487" bIns="44450" numCol="1" anchor="ctr" anchorCtr="0" compatLnSpc="1">
            <a:prstTxWarp prst="textNoShape">
              <a:avLst/>
            </a:prstTxWarp>
          </a:bodyPr>
          <a:lstStyle/>
          <a:p>
            <a:r>
              <a:rPr lang="en-GB" dirty="0"/>
              <a:t>Health Club: Case Study</a:t>
            </a:r>
          </a:p>
        </p:txBody>
      </p:sp>
      <p:sp>
        <p:nvSpPr>
          <p:cNvPr id="8195" name="Rectangle 3"/>
          <p:cNvSpPr>
            <a:spLocks noGrp="1" noChangeArrowheads="1"/>
          </p:cNvSpPr>
          <p:nvPr>
            <p:ph idx="1"/>
          </p:nvPr>
        </p:nvSpPr>
        <p:spPr>
          <a:xfrm>
            <a:off x="609600" y="1600201"/>
            <a:ext cx="10972800" cy="4525963"/>
          </a:xfrm>
          <a:noFill/>
          <a:ln/>
        </p:spPr>
        <p:txBody>
          <a:bodyPr lIns="90487" tIns="44450" rIns="90487" bIns="44450"/>
          <a:lstStyle/>
          <a:p>
            <a:r>
              <a:rPr lang="en-US" sz="1600" dirty="0"/>
              <a:t>The </a:t>
            </a:r>
            <a:r>
              <a:rPr lang="en-US" sz="1600" b="1" dirty="0"/>
              <a:t>XYZ Bank</a:t>
            </a:r>
            <a:r>
              <a:rPr lang="en-US" sz="1600" dirty="0"/>
              <a:t> is developing a </a:t>
            </a:r>
            <a:r>
              <a:rPr lang="en-US" sz="1600" b="1" dirty="0"/>
              <a:t>mobile banking application</a:t>
            </a:r>
            <a:r>
              <a:rPr lang="en-US" sz="1600" dirty="0"/>
              <a:t> to enable its customers to manage their finances securely and conveniently on mobile devices. Customers should be able to check balances, transfer funds, pay bills, apply for loans, and track transactions from their smartphones. Given that sensitive financial data is involved.</a:t>
            </a:r>
          </a:p>
          <a:p>
            <a:r>
              <a:rPr lang="en-US" sz="1600" b="1" dirty="0"/>
              <a:t>Actors:</a:t>
            </a:r>
          </a:p>
          <a:p>
            <a:pPr lvl="1"/>
            <a:r>
              <a:rPr lang="en-US" sz="1200" b="1" dirty="0"/>
              <a:t>Primary Actor</a:t>
            </a:r>
            <a:r>
              <a:rPr lang="en-US" sz="1200" dirty="0"/>
              <a:t>: Customer (End-User)</a:t>
            </a:r>
          </a:p>
          <a:p>
            <a:pPr lvl="1"/>
            <a:r>
              <a:rPr lang="en-US" sz="1200" b="1" dirty="0"/>
              <a:t>Secondary Actors</a:t>
            </a:r>
            <a:r>
              <a:rPr lang="en-US" sz="1200" dirty="0"/>
              <a:t>:</a:t>
            </a:r>
          </a:p>
          <a:p>
            <a:pPr lvl="2"/>
            <a:r>
              <a:rPr lang="en-US" sz="1200" b="1" dirty="0"/>
              <a:t>Bank’s IT Team</a:t>
            </a:r>
            <a:r>
              <a:rPr lang="en-US" sz="1200" dirty="0"/>
              <a:t> (for back-end system architecture and server management)</a:t>
            </a:r>
          </a:p>
          <a:p>
            <a:pPr lvl="2"/>
            <a:r>
              <a:rPr lang="en-US" sz="1200" b="1" dirty="0"/>
              <a:t>Security Team</a:t>
            </a:r>
            <a:r>
              <a:rPr lang="en-US" sz="1200" dirty="0"/>
              <a:t> (for securing user data and transactions)</a:t>
            </a:r>
          </a:p>
          <a:p>
            <a:pPr lvl="2"/>
            <a:r>
              <a:rPr lang="en-US" sz="1200" b="1" dirty="0"/>
              <a:t>Business Analyst</a:t>
            </a:r>
            <a:r>
              <a:rPr lang="en-US" sz="1200" dirty="0"/>
              <a:t> (for gathering requirements)</a:t>
            </a:r>
          </a:p>
          <a:p>
            <a:pPr lvl="2"/>
            <a:r>
              <a:rPr lang="en-US" sz="1200" b="1" dirty="0"/>
              <a:t>Mobile Developers</a:t>
            </a:r>
            <a:r>
              <a:rPr lang="en-US" sz="1200" dirty="0"/>
              <a:t> (for creating the app for both iOS and Android platforms)</a:t>
            </a:r>
          </a:p>
          <a:p>
            <a:pPr marL="0" indent="0" algn="just">
              <a:spcBef>
                <a:spcPts val="0"/>
              </a:spcBef>
              <a:spcAft>
                <a:spcPts val="0"/>
              </a:spcAft>
              <a:buNone/>
            </a:pPr>
            <a:r>
              <a:rPr lang="en-US" sz="1600" b="1" dirty="0"/>
              <a:t>NFR:</a:t>
            </a:r>
          </a:p>
          <a:p>
            <a:pPr algn="just">
              <a:spcBef>
                <a:spcPts val="0"/>
              </a:spcBef>
              <a:spcAft>
                <a:spcPts val="0"/>
              </a:spcAft>
            </a:pPr>
            <a:r>
              <a:rPr lang="en-US" sz="1600" dirty="0"/>
              <a:t>Security</a:t>
            </a:r>
          </a:p>
          <a:p>
            <a:pPr algn="just">
              <a:spcBef>
                <a:spcPts val="0"/>
              </a:spcBef>
              <a:spcAft>
                <a:spcPts val="0"/>
              </a:spcAft>
            </a:pPr>
            <a:r>
              <a:rPr lang="en-US" sz="1600" dirty="0"/>
              <a:t>Robust</a:t>
            </a:r>
          </a:p>
          <a:p>
            <a:pPr algn="just">
              <a:spcBef>
                <a:spcPts val="0"/>
              </a:spcBef>
              <a:spcAft>
                <a:spcPts val="0"/>
              </a:spcAft>
            </a:pPr>
            <a:r>
              <a:rPr lang="en-US" sz="1600" dirty="0"/>
              <a:t>Usability</a:t>
            </a:r>
          </a:p>
          <a:p>
            <a:pPr algn="just">
              <a:spcBef>
                <a:spcPts val="0"/>
              </a:spcBef>
              <a:spcAft>
                <a:spcPts val="0"/>
              </a:spcAft>
            </a:pPr>
            <a:r>
              <a:rPr lang="en-US" sz="1600" dirty="0"/>
              <a:t>portability</a:t>
            </a:r>
          </a:p>
          <a:p>
            <a:pPr algn="just">
              <a:spcBef>
                <a:spcPts val="0"/>
              </a:spcBef>
              <a:spcAft>
                <a:spcPts val="0"/>
              </a:spcAft>
            </a:pPr>
            <a:r>
              <a:rPr lang="en-US" sz="1600" dirty="0"/>
              <a:t>performance</a:t>
            </a:r>
          </a:p>
          <a:p>
            <a:pPr algn="just">
              <a:spcBef>
                <a:spcPts val="0"/>
              </a:spcBef>
              <a:spcAft>
                <a:spcPts val="0"/>
              </a:spcAft>
            </a:pPr>
            <a:r>
              <a:rPr lang="en-US" sz="1600" dirty="0"/>
              <a:t>Memory usage.</a:t>
            </a:r>
            <a:endParaRPr lang="en-GB" sz="1600" dirty="0"/>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D41CC1C-76C3-4C00-B122-19AB67545612}"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74961992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fade">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fade">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fade">
                                      <p:cBhvr>
                                        <p:cTn id="17" dur="500"/>
                                        <p:tgtEl>
                                          <p:spTgt spid="8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fade">
                                      <p:cBhvr>
                                        <p:cTn id="22" dur="500"/>
                                        <p:tgtEl>
                                          <p:spTgt spid="81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Effect transition="in" filter="fade">
                                      <p:cBhvr>
                                        <p:cTn id="27" dur="500"/>
                                        <p:tgtEl>
                                          <p:spTgt spid="81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195">
                                            <p:txEl>
                                              <p:pRg st="5" end="5"/>
                                            </p:txEl>
                                          </p:spTgt>
                                        </p:tgtEl>
                                        <p:attrNameLst>
                                          <p:attrName>style.visibility</p:attrName>
                                        </p:attrNameLst>
                                      </p:cBhvr>
                                      <p:to>
                                        <p:strVal val="visible"/>
                                      </p:to>
                                    </p:set>
                                    <p:animEffect transition="in" filter="fade">
                                      <p:cBhvr>
                                        <p:cTn id="32" dur="500"/>
                                        <p:tgtEl>
                                          <p:spTgt spid="81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195">
                                            <p:txEl>
                                              <p:pRg st="6" end="6"/>
                                            </p:txEl>
                                          </p:spTgt>
                                        </p:tgtEl>
                                        <p:attrNameLst>
                                          <p:attrName>style.visibility</p:attrName>
                                        </p:attrNameLst>
                                      </p:cBhvr>
                                      <p:to>
                                        <p:strVal val="visible"/>
                                      </p:to>
                                    </p:set>
                                    <p:animEffect transition="in" filter="fade">
                                      <p:cBhvr>
                                        <p:cTn id="37" dur="500"/>
                                        <p:tgtEl>
                                          <p:spTgt spid="819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195">
                                            <p:txEl>
                                              <p:pRg st="7" end="7"/>
                                            </p:txEl>
                                          </p:spTgt>
                                        </p:tgtEl>
                                        <p:attrNameLst>
                                          <p:attrName>style.visibility</p:attrName>
                                        </p:attrNameLst>
                                      </p:cBhvr>
                                      <p:to>
                                        <p:strVal val="visible"/>
                                      </p:to>
                                    </p:set>
                                    <p:animEffect transition="in" filter="fade">
                                      <p:cBhvr>
                                        <p:cTn id="42" dur="500"/>
                                        <p:tgtEl>
                                          <p:spTgt spid="819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195">
                                            <p:txEl>
                                              <p:pRg st="8" end="8"/>
                                            </p:txEl>
                                          </p:spTgt>
                                        </p:tgtEl>
                                        <p:attrNameLst>
                                          <p:attrName>style.visibility</p:attrName>
                                        </p:attrNameLst>
                                      </p:cBhvr>
                                      <p:to>
                                        <p:strVal val="visible"/>
                                      </p:to>
                                    </p:set>
                                    <p:animEffect transition="in" filter="fade">
                                      <p:cBhvr>
                                        <p:cTn id="47" dur="500"/>
                                        <p:tgtEl>
                                          <p:spTgt spid="8195">
                                            <p:txEl>
                                              <p:pRg st="8" end="8"/>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8195">
                                            <p:txEl>
                                              <p:pRg st="14" end="14"/>
                                            </p:txEl>
                                          </p:spTgt>
                                        </p:tgtEl>
                                        <p:attrNameLst>
                                          <p:attrName>style.visibility</p:attrName>
                                        </p:attrNameLst>
                                      </p:cBhvr>
                                      <p:to>
                                        <p:strVal val="visible"/>
                                      </p:to>
                                    </p:set>
                                    <p:animEffect transition="in" filter="fade">
                                      <p:cBhvr>
                                        <p:cTn id="50" dur="500"/>
                                        <p:tgtEl>
                                          <p:spTgt spid="8195">
                                            <p:txEl>
                                              <p:pRg st="14" end="14"/>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8195">
                                            <p:txEl>
                                              <p:pRg st="9" end="9"/>
                                            </p:txEl>
                                          </p:spTgt>
                                        </p:tgtEl>
                                        <p:attrNameLst>
                                          <p:attrName>style.visibility</p:attrName>
                                        </p:attrNameLst>
                                      </p:cBhvr>
                                      <p:to>
                                        <p:strVal val="visible"/>
                                      </p:to>
                                    </p:set>
                                    <p:animEffect transition="in" filter="fade">
                                      <p:cBhvr>
                                        <p:cTn id="53" dur="500"/>
                                        <p:tgtEl>
                                          <p:spTgt spid="8195">
                                            <p:txEl>
                                              <p:pRg st="9" end="9"/>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8195">
                                            <p:txEl>
                                              <p:pRg st="10" end="10"/>
                                            </p:txEl>
                                          </p:spTgt>
                                        </p:tgtEl>
                                        <p:attrNameLst>
                                          <p:attrName>style.visibility</p:attrName>
                                        </p:attrNameLst>
                                      </p:cBhvr>
                                      <p:to>
                                        <p:strVal val="visible"/>
                                      </p:to>
                                    </p:set>
                                    <p:animEffect transition="in" filter="fade">
                                      <p:cBhvr>
                                        <p:cTn id="56" dur="500"/>
                                        <p:tgtEl>
                                          <p:spTgt spid="8195">
                                            <p:txEl>
                                              <p:pRg st="10" end="10"/>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8195">
                                            <p:txEl>
                                              <p:pRg st="11" end="11"/>
                                            </p:txEl>
                                          </p:spTgt>
                                        </p:tgtEl>
                                        <p:attrNameLst>
                                          <p:attrName>style.visibility</p:attrName>
                                        </p:attrNameLst>
                                      </p:cBhvr>
                                      <p:to>
                                        <p:strVal val="visible"/>
                                      </p:to>
                                    </p:set>
                                    <p:animEffect transition="in" filter="fade">
                                      <p:cBhvr>
                                        <p:cTn id="59" dur="500"/>
                                        <p:tgtEl>
                                          <p:spTgt spid="8195">
                                            <p:txEl>
                                              <p:pRg st="11" end="11"/>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8195">
                                            <p:txEl>
                                              <p:pRg st="12" end="12"/>
                                            </p:txEl>
                                          </p:spTgt>
                                        </p:tgtEl>
                                        <p:attrNameLst>
                                          <p:attrName>style.visibility</p:attrName>
                                        </p:attrNameLst>
                                      </p:cBhvr>
                                      <p:to>
                                        <p:strVal val="visible"/>
                                      </p:to>
                                    </p:set>
                                    <p:animEffect transition="in" filter="fade">
                                      <p:cBhvr>
                                        <p:cTn id="62" dur="500"/>
                                        <p:tgtEl>
                                          <p:spTgt spid="8195">
                                            <p:txEl>
                                              <p:pRg st="12" end="12"/>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8195">
                                            <p:txEl>
                                              <p:pRg st="13" end="13"/>
                                            </p:txEl>
                                          </p:spTgt>
                                        </p:tgtEl>
                                        <p:attrNameLst>
                                          <p:attrName>style.visibility</p:attrName>
                                        </p:attrNameLst>
                                      </p:cBhvr>
                                      <p:to>
                                        <p:strVal val="visible"/>
                                      </p:to>
                                    </p:set>
                                    <p:animEffect transition="in" filter="fade">
                                      <p:cBhvr>
                                        <p:cTn id="65" dur="500"/>
                                        <p:tgtEl>
                                          <p:spTgt spid="8195">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73330" y="265114"/>
            <a:ext cx="8394469" cy="1104900"/>
          </a:xfrm>
          <a:noFill/>
          <a:ln/>
        </p:spPr>
        <p:txBody>
          <a:bodyPr vert="horz" wrap="square" lIns="90487" tIns="44450" rIns="90487" bIns="44450" numCol="1" anchor="ctr" anchorCtr="0" compatLnSpc="1">
            <a:prstTxWarp prst="textNoShape">
              <a:avLst/>
            </a:prstTxWarp>
          </a:bodyPr>
          <a:lstStyle/>
          <a:p>
            <a:r>
              <a:rPr lang="en-GB" dirty="0"/>
              <a:t>E-</a:t>
            </a:r>
            <a:r>
              <a:rPr lang="en-GB" dirty="0" err="1"/>
              <a:t>ZShop</a:t>
            </a:r>
            <a:r>
              <a:rPr lang="en-GB" dirty="0"/>
              <a:t>: Case Study</a:t>
            </a:r>
          </a:p>
        </p:txBody>
      </p:sp>
      <p:sp>
        <p:nvSpPr>
          <p:cNvPr id="8195" name="Rectangle 3"/>
          <p:cNvSpPr>
            <a:spLocks noGrp="1" noChangeArrowheads="1"/>
          </p:cNvSpPr>
          <p:nvPr>
            <p:ph idx="1"/>
          </p:nvPr>
        </p:nvSpPr>
        <p:spPr>
          <a:xfrm>
            <a:off x="609600" y="1600201"/>
            <a:ext cx="10972800" cy="4525963"/>
          </a:xfrm>
          <a:noFill/>
          <a:ln/>
        </p:spPr>
        <p:txBody>
          <a:bodyPr lIns="90487" tIns="44450" rIns="90487" bIns="44450"/>
          <a:lstStyle/>
          <a:p>
            <a:pPr marL="0" indent="0" algn="just">
              <a:spcBef>
                <a:spcPts val="0"/>
              </a:spcBef>
              <a:spcAft>
                <a:spcPts val="0"/>
              </a:spcAft>
              <a:buNone/>
            </a:pPr>
            <a:r>
              <a:rPr lang="en-US" dirty="0"/>
              <a:t>"E-</a:t>
            </a:r>
            <a:r>
              <a:rPr lang="en-US" dirty="0" err="1"/>
              <a:t>ZShop</a:t>
            </a:r>
            <a:r>
              <a:rPr lang="en-US" dirty="0"/>
              <a:t>" aims to revolutionize the online shopping experience by providing a user-friendly interface, seamless navigation, and secure transactions. The platform allows users to browse through a wide range of products, add items to their cart, make payments, and track their orders. </a:t>
            </a:r>
          </a:p>
          <a:p>
            <a:pPr marL="0" indent="0" algn="just">
              <a:spcBef>
                <a:spcPts val="0"/>
              </a:spcBef>
              <a:spcAft>
                <a:spcPts val="0"/>
              </a:spcAft>
              <a:buNone/>
            </a:pPr>
            <a:endParaRPr lang="en-US" sz="1600" dirty="0"/>
          </a:p>
          <a:p>
            <a:pPr marL="0" indent="0" algn="just">
              <a:spcBef>
                <a:spcPts val="0"/>
              </a:spcBef>
              <a:spcAft>
                <a:spcPts val="0"/>
              </a:spcAft>
              <a:buNone/>
            </a:pPr>
            <a:r>
              <a:rPr lang="en-US" sz="1600" b="1" dirty="0"/>
              <a:t>NFR:</a:t>
            </a:r>
          </a:p>
          <a:p>
            <a:pPr algn="just">
              <a:spcBef>
                <a:spcPts val="0"/>
              </a:spcBef>
              <a:spcAft>
                <a:spcPts val="0"/>
              </a:spcAft>
            </a:pPr>
            <a:r>
              <a:rPr lang="en-US" sz="1600" dirty="0"/>
              <a:t>Performance</a:t>
            </a:r>
          </a:p>
          <a:p>
            <a:pPr algn="just">
              <a:spcBef>
                <a:spcPts val="0"/>
              </a:spcBef>
              <a:spcAft>
                <a:spcPts val="0"/>
              </a:spcAft>
            </a:pPr>
            <a:r>
              <a:rPr lang="en-US" sz="1600" dirty="0"/>
              <a:t>Security</a:t>
            </a:r>
          </a:p>
          <a:p>
            <a:pPr algn="just">
              <a:spcBef>
                <a:spcPts val="0"/>
              </a:spcBef>
              <a:spcAft>
                <a:spcPts val="0"/>
              </a:spcAft>
            </a:pPr>
            <a:r>
              <a:rPr lang="en-US" sz="1600" dirty="0"/>
              <a:t>Reliability</a:t>
            </a:r>
          </a:p>
          <a:p>
            <a:pPr algn="just">
              <a:spcBef>
                <a:spcPts val="0"/>
              </a:spcBef>
              <a:spcAft>
                <a:spcPts val="0"/>
              </a:spcAft>
            </a:pPr>
            <a:r>
              <a:rPr lang="en-US" sz="1600" dirty="0"/>
              <a:t>usability</a:t>
            </a:r>
            <a:endParaRPr lang="en-GB" sz="1600" dirty="0"/>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D41CC1C-76C3-4C00-B122-19AB67545612}"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3084151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fade">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195">
                                            <p:txEl>
                                              <p:pRg st="2" end="2"/>
                                            </p:txEl>
                                          </p:spTgt>
                                        </p:tgtEl>
                                        <p:attrNameLst>
                                          <p:attrName>style.visibility</p:attrName>
                                        </p:attrNameLst>
                                      </p:cBhvr>
                                      <p:to>
                                        <p:strVal val="visible"/>
                                      </p:to>
                                    </p:set>
                                    <p:animEffect transition="in" filter="fade">
                                      <p:cBhvr>
                                        <p:cTn id="12" dur="500"/>
                                        <p:tgtEl>
                                          <p:spTgt spid="8195">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8195">
                                            <p:txEl>
                                              <p:pRg st="3" end="3"/>
                                            </p:txEl>
                                          </p:spTgt>
                                        </p:tgtEl>
                                        <p:attrNameLst>
                                          <p:attrName>style.visibility</p:attrName>
                                        </p:attrNameLst>
                                      </p:cBhvr>
                                      <p:to>
                                        <p:strVal val="visible"/>
                                      </p:to>
                                    </p:set>
                                    <p:animEffect transition="in" filter="fade">
                                      <p:cBhvr>
                                        <p:cTn id="15" dur="500"/>
                                        <p:tgtEl>
                                          <p:spTgt spid="8195">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8195">
                                            <p:txEl>
                                              <p:pRg st="4" end="4"/>
                                            </p:txEl>
                                          </p:spTgt>
                                        </p:tgtEl>
                                        <p:attrNameLst>
                                          <p:attrName>style.visibility</p:attrName>
                                        </p:attrNameLst>
                                      </p:cBhvr>
                                      <p:to>
                                        <p:strVal val="visible"/>
                                      </p:to>
                                    </p:set>
                                    <p:animEffect transition="in" filter="fade">
                                      <p:cBhvr>
                                        <p:cTn id="18" dur="500"/>
                                        <p:tgtEl>
                                          <p:spTgt spid="8195">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8195">
                                            <p:txEl>
                                              <p:pRg st="5" end="5"/>
                                            </p:txEl>
                                          </p:spTgt>
                                        </p:tgtEl>
                                        <p:attrNameLst>
                                          <p:attrName>style.visibility</p:attrName>
                                        </p:attrNameLst>
                                      </p:cBhvr>
                                      <p:to>
                                        <p:strVal val="visible"/>
                                      </p:to>
                                    </p:set>
                                    <p:animEffect transition="in" filter="fade">
                                      <p:cBhvr>
                                        <p:cTn id="21" dur="500"/>
                                        <p:tgtEl>
                                          <p:spTgt spid="8195">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8195">
                                            <p:txEl>
                                              <p:pRg st="6" end="6"/>
                                            </p:txEl>
                                          </p:spTgt>
                                        </p:tgtEl>
                                        <p:attrNameLst>
                                          <p:attrName>style.visibility</p:attrName>
                                        </p:attrNameLst>
                                      </p:cBhvr>
                                      <p:to>
                                        <p:strVal val="visible"/>
                                      </p:to>
                                    </p:set>
                                    <p:animEffect transition="in" filter="fade">
                                      <p:cBhvr>
                                        <p:cTn id="24" dur="500"/>
                                        <p:tgtEl>
                                          <p:spTgt spid="81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76872"/>
            <a:ext cx="8229600" cy="1143000"/>
          </a:xfrm>
        </p:spPr>
        <p:txBody>
          <a:bodyPr/>
          <a:lstStyle/>
          <a:p>
            <a:pPr algn="ctr"/>
            <a:br>
              <a:rPr lang="en-US" dirty="0"/>
            </a:br>
            <a:br>
              <a:rPr lang="en-US" dirty="0"/>
            </a:br>
            <a:r>
              <a:rPr lang="en-US" dirty="0"/>
              <a:t>Requirements specification</a:t>
            </a:r>
          </a:p>
        </p:txBody>
      </p:sp>
      <p:sp>
        <p:nvSpPr>
          <p:cNvPr id="4" name="Footer Placeholder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CDE22F1-F3B6-4B71-B9BD-D889FFB1181F}"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595949056"/>
      </p:ext>
    </p:extLst>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specification</a:t>
            </a:r>
          </a:p>
        </p:txBody>
      </p:sp>
      <p:sp>
        <p:nvSpPr>
          <p:cNvPr id="3" name="Content Placeholder 2"/>
          <p:cNvSpPr>
            <a:spLocks noGrp="1"/>
          </p:cNvSpPr>
          <p:nvPr>
            <p:ph idx="1"/>
          </p:nvPr>
        </p:nvSpPr>
        <p:spPr>
          <a:xfrm>
            <a:off x="609600" y="1600201"/>
            <a:ext cx="10972800" cy="4525963"/>
          </a:xfrm>
        </p:spPr>
        <p:txBody>
          <a:bodyPr/>
          <a:lstStyle/>
          <a:p>
            <a:pPr algn="just"/>
            <a:r>
              <a:rPr lang="en-US" b="1" dirty="0"/>
              <a:t>The process of writing down the user and system requirements in a requirements document.</a:t>
            </a:r>
          </a:p>
          <a:p>
            <a:pPr algn="just"/>
            <a:r>
              <a:rPr lang="en-US" dirty="0"/>
              <a:t>The requirements would be: user/system requirements.</a:t>
            </a:r>
          </a:p>
          <a:p>
            <a:pPr algn="just"/>
            <a:r>
              <a:rPr lang="en-US" b="1" dirty="0"/>
              <a:t>User req.: </a:t>
            </a:r>
            <a:r>
              <a:rPr lang="en-US" dirty="0"/>
              <a:t>in natural language</a:t>
            </a:r>
          </a:p>
          <a:p>
            <a:pPr algn="just"/>
            <a:r>
              <a:rPr lang="en-US" b="1" dirty="0"/>
              <a:t>System req: </a:t>
            </a:r>
            <a:r>
              <a:rPr lang="en-US" dirty="0"/>
              <a:t>in natural language + graphical notations + mathematical system models </a:t>
            </a:r>
          </a:p>
          <a:p>
            <a:pPr algn="just"/>
            <a:r>
              <a:rPr lang="en-US" dirty="0"/>
              <a:t>Use </a:t>
            </a:r>
            <a:r>
              <a:rPr lang="en-US" b="1" dirty="0"/>
              <a:t>tables, forms , diagram to elaborate system working</a:t>
            </a:r>
            <a:endParaRPr lang="en-US" dirty="0"/>
          </a:p>
          <a:p>
            <a:pPr marL="0" indent="0" algn="just">
              <a:buNone/>
            </a:pPr>
            <a:endParaRPr lang="en-US" dirty="0"/>
          </a:p>
          <a:p>
            <a:pPr algn="just"/>
            <a:endParaRPr lang="en-US" dirty="0"/>
          </a:p>
          <a:p>
            <a:pPr algn="just"/>
            <a:endParaRPr lang="en-US" dirty="0"/>
          </a:p>
          <a:p>
            <a:pPr algn="just"/>
            <a:endParaRPr lang="en-US" dirty="0"/>
          </a:p>
          <a:p>
            <a:pPr algn="just"/>
            <a:endParaRPr lang="en-US" dirty="0"/>
          </a:p>
        </p:txBody>
      </p:sp>
      <p:sp>
        <p:nvSpPr>
          <p:cNvPr id="4" name="Footer Placeholder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1C09769C-E3EF-46E3-9C3A-682138827A2C}"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230650143"/>
      </p:ext>
    </p:extLst>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dirty="0"/>
              <a:t>Ways of writing a system requirements specification </a:t>
            </a:r>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EFF4BA8-CF1E-4A3E-9C4A-1012D270B0D5}"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3" name="Diagram 2">
            <a:extLst>
              <a:ext uri="{FF2B5EF4-FFF2-40B4-BE49-F238E27FC236}">
                <a16:creationId xmlns:a16="http://schemas.microsoft.com/office/drawing/2014/main" id="{7823AF15-CAE9-48EA-9B4D-DC0C1E3DFBC3}"/>
              </a:ext>
            </a:extLst>
          </p:cNvPr>
          <p:cNvGraphicFramePr/>
          <p:nvPr/>
        </p:nvGraphicFramePr>
        <p:xfrm>
          <a:off x="2260957" y="1772526"/>
          <a:ext cx="7670086"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24411322"/>
      </p:ext>
    </p:extLst>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GB"/>
              <a:t>Requirements and design</a:t>
            </a:r>
          </a:p>
        </p:txBody>
      </p:sp>
      <p:sp>
        <p:nvSpPr>
          <p:cNvPr id="63491" name="Rectangle 3"/>
          <p:cNvSpPr>
            <a:spLocks noGrp="1" noChangeArrowheads="1"/>
          </p:cNvSpPr>
          <p:nvPr>
            <p:ph idx="1"/>
          </p:nvPr>
        </p:nvSpPr>
        <p:spPr/>
        <p:txBody>
          <a:bodyPr/>
          <a:lstStyle/>
          <a:p>
            <a:pPr>
              <a:lnSpc>
                <a:spcPct val="90000"/>
              </a:lnSpc>
            </a:pPr>
            <a:r>
              <a:rPr lang="en-GB" dirty="0"/>
              <a:t>requirements -&gt; what the system should do </a:t>
            </a:r>
          </a:p>
          <a:p>
            <a:pPr>
              <a:lnSpc>
                <a:spcPct val="90000"/>
              </a:lnSpc>
            </a:pPr>
            <a:r>
              <a:rPr lang="en-GB" dirty="0"/>
              <a:t>Design -&gt; describe how it does this.</a:t>
            </a:r>
          </a:p>
          <a:p>
            <a:pPr>
              <a:lnSpc>
                <a:spcPct val="90000"/>
              </a:lnSpc>
            </a:pPr>
            <a:r>
              <a:rPr lang="en-GB" dirty="0"/>
              <a:t>In practice, requirements and design are inseparable</a:t>
            </a:r>
          </a:p>
          <a:p>
            <a:pPr lvl="1">
              <a:lnSpc>
                <a:spcPct val="90000"/>
              </a:lnSpc>
            </a:pPr>
            <a:r>
              <a:rPr lang="en-GB" dirty="0"/>
              <a:t>A system architecture may be designed to structure the requirements;</a:t>
            </a:r>
          </a:p>
          <a:p>
            <a:pPr lvl="1">
              <a:lnSpc>
                <a:spcPct val="90000"/>
              </a:lnSpc>
            </a:pPr>
            <a:r>
              <a:rPr lang="en-GB" dirty="0"/>
              <a:t>Multiple subsystems in design may generate new requirements;</a:t>
            </a:r>
          </a:p>
          <a:p>
            <a:pPr lvl="1">
              <a:lnSpc>
                <a:spcPct val="90000"/>
              </a:lnSpc>
            </a:pPr>
            <a:r>
              <a:rPr lang="en-GB" dirty="0"/>
              <a:t>The use of a specific architecture to satisfy non-functional requirements may be a domain requirement.</a:t>
            </a:r>
          </a:p>
          <a:p>
            <a:pPr lvl="2">
              <a:lnSpc>
                <a:spcPct val="90000"/>
              </a:lnSpc>
            </a:pPr>
            <a:r>
              <a:rPr lang="en-GB" sz="1600" dirty="0"/>
              <a:t>An online banking application may be built using Python to minimize the calculation time and enforce reliability.</a:t>
            </a: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A5AB952D-D947-4D99-9A72-87135139EA23}"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735935702"/>
      </p:ext>
    </p:extLst>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609600" y="370921"/>
            <a:ext cx="8229600" cy="1104900"/>
          </a:xfrm>
        </p:spPr>
        <p:txBody>
          <a:bodyPr/>
          <a:lstStyle/>
          <a:p>
            <a:r>
              <a:rPr lang="en-GB" dirty="0"/>
              <a:t>Guidelines for writing requirements</a:t>
            </a:r>
          </a:p>
        </p:txBody>
      </p:sp>
      <p:graphicFrame>
        <p:nvGraphicFramePr>
          <p:cNvPr id="5" name="Content Placeholder 4">
            <a:extLst>
              <a:ext uri="{FF2B5EF4-FFF2-40B4-BE49-F238E27FC236}">
                <a16:creationId xmlns:a16="http://schemas.microsoft.com/office/drawing/2014/main" id="{CE826A45-453F-49ED-8B41-E79B2716B4D1}"/>
              </a:ext>
            </a:extLst>
          </p:cNvPr>
          <p:cNvGraphicFramePr>
            <a:graphicFrameLocks noGrp="1"/>
          </p:cNvGraphicFramePr>
          <p:nvPr>
            <p:ph idx="1"/>
          </p:nvPr>
        </p:nvGraphicFramePr>
        <p:xfrm>
          <a:off x="609600" y="1475821"/>
          <a:ext cx="10972800" cy="4602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AEC859A2-4DB3-46EE-98A2-AF11C77C13AB}"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535955463"/>
      </p:ext>
    </p:extLst>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Problems with natural language</a:t>
            </a:r>
          </a:p>
        </p:txBody>
      </p:sp>
      <p:graphicFrame>
        <p:nvGraphicFramePr>
          <p:cNvPr id="5" name="Content Placeholder 4">
            <a:extLst>
              <a:ext uri="{FF2B5EF4-FFF2-40B4-BE49-F238E27FC236}">
                <a16:creationId xmlns:a16="http://schemas.microsoft.com/office/drawing/2014/main" id="{29F48C4A-7409-4B5D-A27A-D568F0261FE4}"/>
              </a:ext>
            </a:extLst>
          </p:cNvPr>
          <p:cNvGraphicFramePr>
            <a:graphicFrameLocks noGrp="1"/>
          </p:cNvGraphicFramePr>
          <p:nvPr>
            <p:ph idx="1"/>
          </p:nvPr>
        </p:nvGraphicFramePr>
        <p:xfrm>
          <a:off x="-484094" y="1693484"/>
          <a:ext cx="10148047" cy="40848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80B07B46-10AB-4DE0-9046-80772B8C399A}"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744563053"/>
      </p:ext>
    </p:extLst>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Structured specifications</a:t>
            </a:r>
          </a:p>
        </p:txBody>
      </p:sp>
      <p:graphicFrame>
        <p:nvGraphicFramePr>
          <p:cNvPr id="7" name="Content Placeholder 6">
            <a:extLst>
              <a:ext uri="{FF2B5EF4-FFF2-40B4-BE49-F238E27FC236}">
                <a16:creationId xmlns:a16="http://schemas.microsoft.com/office/drawing/2014/main" id="{A764DC97-7927-4D97-B530-0DE11C7B721F}"/>
              </a:ext>
            </a:extLst>
          </p:cNvPr>
          <p:cNvGraphicFramePr>
            <a:graphicFrameLocks noGrp="1"/>
          </p:cNvGraphicFramePr>
          <p:nvPr>
            <p:ph idx="1"/>
          </p:nvPr>
        </p:nvGraphicFramePr>
        <p:xfrm>
          <a:off x="1233846" y="1680884"/>
          <a:ext cx="9724308" cy="41730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27E338B-93E1-4C2C-A139-EA317E13E853}"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799081226"/>
      </p:ext>
    </p:extLst>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itle 1"/>
          <p:cNvSpPr>
            <a:spLocks noGrp="1"/>
          </p:cNvSpPr>
          <p:nvPr>
            <p:ph type="title"/>
          </p:nvPr>
        </p:nvSpPr>
        <p:spPr/>
        <p:txBody>
          <a:bodyPr/>
          <a:lstStyle/>
          <a:p>
            <a:pPr eaLnBrk="1" hangingPunct="1"/>
            <a:r>
              <a:rPr lang="en-US" dirty="0"/>
              <a:t>Example requirements for the login module</a:t>
            </a:r>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4" name="Table 3"/>
          <p:cNvGraphicFramePr>
            <a:graphicFrameLocks noGrp="1"/>
          </p:cNvGraphicFramePr>
          <p:nvPr/>
        </p:nvGraphicFramePr>
        <p:xfrm>
          <a:off x="1718827" y="2423954"/>
          <a:ext cx="8229600" cy="1463040"/>
        </p:xfrm>
        <a:graphic>
          <a:graphicData uri="http://schemas.openxmlformats.org/drawingml/2006/table">
            <a:tbl>
              <a:tblPr firstRow="1" bandRow="1">
                <a:tableStyleId>{69CF1AB2-1976-4502-BF36-3FF5EA218861}</a:tableStyleId>
              </a:tblPr>
              <a:tblGrid>
                <a:gridCol w="8229600">
                  <a:extLst>
                    <a:ext uri="{9D8B030D-6E8A-4147-A177-3AD203B41FA5}">
                      <a16:colId xmlns:a16="http://schemas.microsoft.com/office/drawing/2014/main" val="20000"/>
                    </a:ext>
                  </a:extLst>
                </a:gridCol>
              </a:tblGrid>
              <a:tr h="1421338">
                <a:tc>
                  <a:txBody>
                    <a:bodyPr/>
                    <a:lstStyle/>
                    <a:p>
                      <a:r>
                        <a:rPr lang="en-GB" sz="1800" b="0" kern="1200" dirty="0"/>
                        <a:t>3.1 The system shall check the username and password and as per input login the system</a:t>
                      </a:r>
                      <a:endParaRPr lang="en-GB" sz="1800" b="0" i="1" kern="1200" dirty="0"/>
                    </a:p>
                    <a:p>
                      <a:endParaRPr lang="en-GB" sz="1800" b="0" kern="1200" dirty="0"/>
                    </a:p>
                    <a:p>
                      <a:r>
                        <a:rPr lang="en-GB" sz="1800" b="0" kern="1200" dirty="0"/>
                        <a:t>3.2 The system shall close the session if it left unattended for more than 5 seconds. </a:t>
                      </a:r>
                      <a:endParaRPr lang="en-GB" sz="1800" b="0" i="1" kern="1200" dirty="0"/>
                    </a:p>
                    <a:p>
                      <a:endParaRPr lang="en-US" dirty="0"/>
                    </a:p>
                  </a:txBody>
                  <a:tcPr/>
                </a:tc>
                <a:extLst>
                  <a:ext uri="{0D108BD9-81ED-4DB2-BD59-A6C34878D82A}">
                    <a16:rowId xmlns:a16="http://schemas.microsoft.com/office/drawing/2014/main" val="10000"/>
                  </a:ext>
                </a:extLst>
              </a:tr>
            </a:tbl>
          </a:graphicData>
        </a:graphic>
      </p:graphicFrame>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E8BC29B1-BE9D-40DC-8D63-76D69D624497}"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147052273"/>
      </p:ext>
    </p:extLst>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noFill/>
          <a:ln/>
        </p:spPr>
        <p:txBody>
          <a:bodyPr vert="horz" wrap="square" lIns="90487" tIns="44450" rIns="90487" bIns="44450" numCol="1" anchor="ctr" anchorCtr="0" compatLnSpc="1">
            <a:prstTxWarp prst="textNoShape">
              <a:avLst/>
            </a:prstTxWarp>
          </a:bodyPr>
          <a:lstStyle/>
          <a:p>
            <a:r>
              <a:rPr lang="en-GB"/>
              <a:t>Form-based specifications</a:t>
            </a:r>
          </a:p>
        </p:txBody>
      </p:sp>
      <p:graphicFrame>
        <p:nvGraphicFramePr>
          <p:cNvPr id="5" name="Content Placeholder 4">
            <a:extLst>
              <a:ext uri="{FF2B5EF4-FFF2-40B4-BE49-F238E27FC236}">
                <a16:creationId xmlns:a16="http://schemas.microsoft.com/office/drawing/2014/main" id="{1F0E208E-27F5-4B8D-8100-D9EA16A0275F}"/>
              </a:ext>
            </a:extLst>
          </p:cNvPr>
          <p:cNvGraphicFramePr>
            <a:graphicFrameLocks noGrp="1"/>
          </p:cNvGraphicFramePr>
          <p:nvPr>
            <p:ph idx="1"/>
          </p:nvPr>
        </p:nvGraphicFramePr>
        <p:xfrm>
          <a:off x="1981200" y="1600201"/>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88A4C160-8974-4D3B-B188-EA491B06F3F4}"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206040667"/>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itle 1"/>
          <p:cNvSpPr>
            <a:spLocks noGrp="1"/>
          </p:cNvSpPr>
          <p:nvPr>
            <p:ph type="title"/>
          </p:nvPr>
        </p:nvSpPr>
        <p:spPr/>
        <p:txBody>
          <a:bodyPr/>
          <a:lstStyle/>
          <a:p>
            <a:pPr eaLnBrk="1" hangingPunct="1"/>
            <a:r>
              <a:rPr lang="en-US" dirty="0"/>
              <a:t>Example requirements for the login module</a:t>
            </a:r>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E8BC29B1-BE9D-40DC-8D63-76D69D624497}"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7" name="Object 2">
            <a:extLst>
              <a:ext uri="{FF2B5EF4-FFF2-40B4-BE49-F238E27FC236}">
                <a16:creationId xmlns:a16="http://schemas.microsoft.com/office/drawing/2014/main" id="{9FD5CF01-1404-492C-B911-6D56196326D5}"/>
              </a:ext>
            </a:extLst>
          </p:cNvPr>
          <p:cNvGraphicFramePr>
            <a:graphicFrameLocks noChangeAspect="1"/>
          </p:cNvGraphicFramePr>
          <p:nvPr/>
        </p:nvGraphicFramePr>
        <p:xfrm>
          <a:off x="1041400" y="1420812"/>
          <a:ext cx="9250363" cy="5643375"/>
        </p:xfrm>
        <a:graphic>
          <a:graphicData uri="http://schemas.openxmlformats.org/presentationml/2006/ole">
            <mc:AlternateContent xmlns:mc="http://schemas.openxmlformats.org/markup-compatibility/2006">
              <mc:Choice xmlns:v="urn:schemas-microsoft-com:vml" Requires="v">
                <p:oleObj name="Document" r:id="rId2" imgW="6581589" imgH="5563511" progId="Word.Document.12">
                  <p:embed/>
                </p:oleObj>
              </mc:Choice>
              <mc:Fallback>
                <p:oleObj name="Document" r:id="rId2" imgW="6581589" imgH="5563511" progId="Word.Document.12">
                  <p:embed/>
                  <p:pic>
                    <p:nvPicPr>
                      <p:cNvPr id="7" name="Object 2">
                        <a:extLst>
                          <a:ext uri="{FF2B5EF4-FFF2-40B4-BE49-F238E27FC236}">
                            <a16:creationId xmlns:a16="http://schemas.microsoft.com/office/drawing/2014/main" id="{9FD5CF01-1404-492C-B911-6D56196326D5}"/>
                          </a:ext>
                        </a:extLst>
                      </p:cNvPr>
                      <p:cNvPicPr>
                        <a:picLocks noChangeAspect="1" noChangeArrowheads="1"/>
                      </p:cNvPicPr>
                      <p:nvPr/>
                    </p:nvPicPr>
                    <p:blipFill>
                      <a:blip r:embed="rId3"/>
                      <a:srcRect/>
                      <a:stretch>
                        <a:fillRect/>
                      </a:stretch>
                    </p:blipFill>
                    <p:spPr bwMode="auto">
                      <a:xfrm>
                        <a:off x="1041400" y="1420812"/>
                        <a:ext cx="9250363" cy="56433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348722690"/>
      </p:ext>
    </p:extLst>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t>Tabular specification</a:t>
            </a:r>
          </a:p>
        </p:txBody>
      </p:sp>
      <p:sp>
        <p:nvSpPr>
          <p:cNvPr id="82947" name="Rectangle 3"/>
          <p:cNvSpPr>
            <a:spLocks noGrp="1" noChangeArrowheads="1"/>
          </p:cNvSpPr>
          <p:nvPr>
            <p:ph idx="1"/>
          </p:nvPr>
        </p:nvSpPr>
        <p:spPr/>
        <p:txBody>
          <a:bodyPr/>
          <a:lstStyle/>
          <a:p>
            <a:r>
              <a:rPr lang="en-US" dirty="0"/>
              <a:t>Used to supplement natural language.</a:t>
            </a:r>
          </a:p>
          <a:p>
            <a:r>
              <a:rPr lang="en-US" dirty="0"/>
              <a:t>Particularly useful for multiple possible alternative and courses of action.</a:t>
            </a: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28E4330-C444-4AF7-86DD-C9C2B0F5C66C}"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7" name="Table 6">
            <a:extLst>
              <a:ext uri="{FF2B5EF4-FFF2-40B4-BE49-F238E27FC236}">
                <a16:creationId xmlns:a16="http://schemas.microsoft.com/office/drawing/2014/main" id="{25AC0C41-0F92-4FF0-B641-FA52BA5F2DF7}"/>
              </a:ext>
            </a:extLst>
          </p:cNvPr>
          <p:cNvGraphicFramePr>
            <a:graphicFrameLocks noGrp="1"/>
          </p:cNvGraphicFramePr>
          <p:nvPr/>
        </p:nvGraphicFramePr>
        <p:xfrm>
          <a:off x="2663826" y="3382714"/>
          <a:ext cx="6461125" cy="1859485"/>
        </p:xfrm>
        <a:graphic>
          <a:graphicData uri="http://schemas.openxmlformats.org/drawingml/2006/table">
            <a:tbl>
              <a:tblPr/>
              <a:tblGrid>
                <a:gridCol w="3810000">
                  <a:extLst>
                    <a:ext uri="{9D8B030D-6E8A-4147-A177-3AD203B41FA5}">
                      <a16:colId xmlns:a16="http://schemas.microsoft.com/office/drawing/2014/main" val="20000"/>
                    </a:ext>
                  </a:extLst>
                </a:gridCol>
                <a:gridCol w="2651125">
                  <a:extLst>
                    <a:ext uri="{9D8B030D-6E8A-4147-A177-3AD203B41FA5}">
                      <a16:colId xmlns:a16="http://schemas.microsoft.com/office/drawing/2014/main" val="20001"/>
                    </a:ext>
                  </a:extLst>
                </a:gridCol>
              </a:tblGrid>
              <a:tr h="51169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Condition</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Action</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Username correct , password wrong</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Login fail</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Username wrong, password wrong</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Login fail</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Username correct, password correct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Login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51523170"/>
      </p:ext>
    </p:extLst>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GB"/>
              <a:t>Use cases</a:t>
            </a:r>
          </a:p>
        </p:txBody>
      </p:sp>
      <p:sp>
        <p:nvSpPr>
          <p:cNvPr id="48131" name="Rectangle 3"/>
          <p:cNvSpPr>
            <a:spLocks noGrp="1" noChangeArrowheads="1"/>
          </p:cNvSpPr>
          <p:nvPr>
            <p:ph idx="1"/>
          </p:nvPr>
        </p:nvSpPr>
        <p:spPr/>
        <p:txBody>
          <a:bodyPr/>
          <a:lstStyle/>
          <a:p>
            <a:pPr algn="just"/>
            <a:r>
              <a:rPr lang="en-GB" b="1" dirty="0"/>
              <a:t>Use-cases are a kind of scenario that are included in the UML. </a:t>
            </a:r>
          </a:p>
          <a:p>
            <a:pPr algn="just"/>
            <a:r>
              <a:rPr lang="en-GB" dirty="0"/>
              <a:t>Use cases </a:t>
            </a:r>
            <a:r>
              <a:rPr lang="en-GB" b="1" dirty="0"/>
              <a:t>identify the actors </a:t>
            </a:r>
            <a:r>
              <a:rPr lang="en-GB" dirty="0"/>
              <a:t>in an interaction and which describe the interaction itself.</a:t>
            </a:r>
          </a:p>
          <a:p>
            <a:pPr algn="just"/>
            <a:r>
              <a:rPr lang="en-GB" dirty="0"/>
              <a:t>A set of use cases should </a:t>
            </a:r>
            <a:r>
              <a:rPr lang="en-GB" b="1" dirty="0"/>
              <a:t>describe all possible interactions with the system.</a:t>
            </a:r>
          </a:p>
          <a:p>
            <a:pPr algn="just"/>
            <a:r>
              <a:rPr lang="en-GB" dirty="0"/>
              <a:t>High-level graphical model.</a:t>
            </a:r>
          </a:p>
          <a:p>
            <a:pPr algn="just"/>
            <a:r>
              <a:rPr lang="en-GB" b="1" dirty="0"/>
              <a:t>UML diagrams may be added to use-cases to showcase the sequence of event processing in the system.</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A1B943EE-4DF7-4E1E-9D14-8505AAE8C1E8}"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77571890"/>
      </p:ext>
    </p:extLst>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dirty="0"/>
              <a:t>Use cases for the </a:t>
            </a:r>
            <a:r>
              <a:rPr lang="en-GB" dirty="0"/>
              <a:t>Mentcare system</a:t>
            </a:r>
            <a:endParaRPr lang="en-US" dirty="0"/>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4" name="Picture 3" descr="4.15 UseCases.eps"/>
          <p:cNvPicPr>
            <a:picLocks noChangeAspect="1"/>
          </p:cNvPicPr>
          <p:nvPr/>
        </p:nvPicPr>
        <p:blipFill>
          <a:blip r:embed="rId2"/>
          <a:stretch>
            <a:fillRect/>
          </a:stretch>
        </p:blipFill>
        <p:spPr>
          <a:xfrm>
            <a:off x="2971800" y="1828800"/>
            <a:ext cx="6555509" cy="3886200"/>
          </a:xfrm>
          <a:prstGeom prst="rect">
            <a:avLst/>
          </a:prstGeom>
        </p:spPr>
      </p:pic>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A6460E3B-6959-4373-9803-9CEA771F0072}"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856005058"/>
      </p:ext>
    </p:extLst>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vert="horz" wrap="square" lIns="90487" tIns="44450" rIns="90487" bIns="44450" numCol="1" anchor="ctr" anchorCtr="0" compatLnSpc="1">
            <a:prstTxWarp prst="textNoShape">
              <a:avLst/>
            </a:prstTxWarp>
          </a:bodyPr>
          <a:lstStyle/>
          <a:p>
            <a:r>
              <a:rPr lang="en-GB" dirty="0"/>
              <a:t>The software requirements document</a:t>
            </a:r>
          </a:p>
        </p:txBody>
      </p:sp>
      <p:sp>
        <p:nvSpPr>
          <p:cNvPr id="16387" name="Rectangle 3"/>
          <p:cNvSpPr>
            <a:spLocks noGrp="1" noChangeArrowheads="1"/>
          </p:cNvSpPr>
          <p:nvPr>
            <p:ph idx="1"/>
          </p:nvPr>
        </p:nvSpPr>
        <p:spPr>
          <a:noFill/>
          <a:ln/>
        </p:spPr>
        <p:txBody>
          <a:bodyPr lIns="90487" tIns="44450" rIns="90487" bIns="44450"/>
          <a:lstStyle/>
          <a:p>
            <a:pPr algn="just"/>
            <a:r>
              <a:rPr lang="en-GB" dirty="0"/>
              <a:t>The software requirements document (SRD) is the </a:t>
            </a:r>
            <a:r>
              <a:rPr lang="en-GB" b="1" dirty="0"/>
              <a:t>official statement of what is required of the system developers.</a:t>
            </a:r>
          </a:p>
          <a:p>
            <a:pPr algn="just"/>
            <a:r>
              <a:rPr lang="en-GB" dirty="0"/>
              <a:t>Should include:</a:t>
            </a:r>
          </a:p>
          <a:p>
            <a:pPr lvl="1" algn="just"/>
            <a:r>
              <a:rPr lang="en-GB" dirty="0"/>
              <a:t>definition of user requirements </a:t>
            </a:r>
          </a:p>
          <a:p>
            <a:pPr lvl="1" algn="just"/>
            <a:r>
              <a:rPr lang="en-GB" dirty="0"/>
              <a:t>a specification of the system requirements.</a:t>
            </a:r>
          </a:p>
          <a:p>
            <a:pPr algn="just"/>
            <a:r>
              <a:rPr lang="en-GB" dirty="0"/>
              <a:t>It is </a:t>
            </a:r>
            <a:r>
              <a:rPr lang="en-GB" b="1" dirty="0"/>
              <a:t>NOT a design document</a:t>
            </a:r>
            <a:r>
              <a:rPr lang="en-GB" dirty="0"/>
              <a:t>. </a:t>
            </a:r>
          </a:p>
          <a:p>
            <a:pPr algn="just"/>
            <a:r>
              <a:rPr lang="en-GB" dirty="0"/>
              <a:t>As far as possible, it should set of what the system should do rather than how it should do it.</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A3D81DF-3A80-4140-9A2C-BF3384C4155A}"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864991980"/>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dirty="0"/>
              <a:t>Users of a requirements document</a:t>
            </a:r>
            <a:r>
              <a:rPr lang="en-GB" dirty="0"/>
              <a:t> </a:t>
            </a:r>
            <a:endParaRPr lang="en-US" dirty="0"/>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E6BEE508-6799-4642-88EC-CE8979EB2E3A}"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3" name="Diagram 2"/>
          <p:cNvGraphicFramePr/>
          <p:nvPr/>
        </p:nvGraphicFramePr>
        <p:xfrm>
          <a:off x="1790931" y="1439333"/>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04388431"/>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658813" y="221156"/>
            <a:ext cx="7367587" cy="1089025"/>
          </a:xfrm>
        </p:spPr>
        <p:txBody>
          <a:bodyPr/>
          <a:lstStyle/>
          <a:p>
            <a:pPr eaLnBrk="1" hangingPunct="1"/>
            <a:r>
              <a:rPr lang="en-US" dirty="0"/>
              <a:t>The structure of a requirements</a:t>
            </a:r>
            <a:r>
              <a:rPr lang="en-US" b="1" dirty="0"/>
              <a:t> </a:t>
            </a:r>
            <a:r>
              <a:rPr lang="en-US" dirty="0"/>
              <a:t>document</a:t>
            </a:r>
            <a:r>
              <a:rPr lang="en-GB" dirty="0"/>
              <a:t> </a:t>
            </a:r>
            <a:endParaRPr lang="en-US" dirty="0"/>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4" name="Table 3"/>
          <p:cNvGraphicFramePr>
            <a:graphicFrameLocks noGrp="1"/>
          </p:cNvGraphicFramePr>
          <p:nvPr/>
        </p:nvGraphicFramePr>
        <p:xfrm>
          <a:off x="609600" y="1597426"/>
          <a:ext cx="10972799" cy="4471680"/>
        </p:xfrm>
        <a:graphic>
          <a:graphicData uri="http://schemas.openxmlformats.org/drawingml/2006/table">
            <a:tbl>
              <a:tblPr/>
              <a:tblGrid>
                <a:gridCol w="2637693">
                  <a:extLst>
                    <a:ext uri="{9D8B030D-6E8A-4147-A177-3AD203B41FA5}">
                      <a16:colId xmlns:a16="http://schemas.microsoft.com/office/drawing/2014/main" val="20000"/>
                    </a:ext>
                  </a:extLst>
                </a:gridCol>
                <a:gridCol w="8335106">
                  <a:extLst>
                    <a:ext uri="{9D8B030D-6E8A-4147-A177-3AD203B41FA5}">
                      <a16:colId xmlns:a16="http://schemas.microsoft.com/office/drawing/2014/main" val="20001"/>
                    </a:ext>
                  </a:extLst>
                </a:gridCol>
              </a:tblGrid>
              <a:tr h="4370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Arial" charset="0"/>
                          <a:ea typeface="Times New Roman" charset="0"/>
                          <a:cs typeface="Times New Roman" charset="0"/>
                        </a:rPr>
                        <a:t>Chapter</a:t>
                      </a:r>
                      <a:endParaRPr kumimoji="0" lang="en-GB" sz="1400" b="1"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Arial" charset="0"/>
                          <a:ea typeface="Times New Roman" charset="0"/>
                          <a:cs typeface="Times New Roman" charset="0"/>
                        </a:rPr>
                        <a:t>Description</a:t>
                      </a:r>
                      <a:endParaRPr kumimoji="0" lang="en-GB" sz="1400" b="1"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80692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charset="0"/>
                          <a:ea typeface="Times New Roman" charset="0"/>
                          <a:cs typeface="Times New Roman" charset="0"/>
                        </a:rPr>
                        <a:t>Preface</a:t>
                      </a:r>
                      <a:endParaRPr kumimoji="0" lang="en-GB" sz="1400" b="0"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charset="0"/>
                          <a:ea typeface="Times New Roman" charset="0"/>
                          <a:cs typeface="Times New Roman" charset="0"/>
                        </a:rPr>
                        <a:t>This should </a:t>
                      </a:r>
                      <a:r>
                        <a:rPr kumimoji="0" lang="en-US" sz="1400" b="1" i="0" u="none" strike="noStrike" cap="none" normalizeH="0" baseline="0" dirty="0">
                          <a:ln>
                            <a:noFill/>
                          </a:ln>
                          <a:solidFill>
                            <a:srgbClr val="000000"/>
                          </a:solidFill>
                          <a:effectLst/>
                          <a:latin typeface="Arial" charset="0"/>
                          <a:ea typeface="Times New Roman" charset="0"/>
                          <a:cs typeface="Times New Roman" charset="0"/>
                        </a:rPr>
                        <a:t>define the expected readership of the document </a:t>
                      </a:r>
                      <a:r>
                        <a:rPr kumimoji="0" lang="en-US" sz="1400" b="0" i="0" u="none" strike="noStrike" cap="none" normalizeH="0" baseline="0" dirty="0">
                          <a:ln>
                            <a:noFill/>
                          </a:ln>
                          <a:solidFill>
                            <a:srgbClr val="000000"/>
                          </a:solidFill>
                          <a:effectLst/>
                          <a:latin typeface="Arial" charset="0"/>
                          <a:ea typeface="Times New Roman" charset="0"/>
                          <a:cs typeface="Times New Roman" charset="0"/>
                        </a:rPr>
                        <a:t>and describe its </a:t>
                      </a:r>
                      <a:r>
                        <a:rPr kumimoji="0" lang="en-US" sz="1400" b="1" i="0" u="none" strike="noStrike" cap="none" normalizeH="0" baseline="0" dirty="0">
                          <a:ln>
                            <a:noFill/>
                          </a:ln>
                          <a:solidFill>
                            <a:srgbClr val="000000"/>
                          </a:solidFill>
                          <a:effectLst/>
                          <a:latin typeface="Arial" charset="0"/>
                          <a:ea typeface="Times New Roman" charset="0"/>
                          <a:cs typeface="Times New Roman" charset="0"/>
                        </a:rPr>
                        <a:t>version history</a:t>
                      </a:r>
                      <a:r>
                        <a:rPr kumimoji="0" lang="en-US" sz="1400" b="0" i="0" u="none" strike="noStrike" cap="none" normalizeH="0" baseline="0" dirty="0">
                          <a:ln>
                            <a:noFill/>
                          </a:ln>
                          <a:solidFill>
                            <a:srgbClr val="000000"/>
                          </a:solidFill>
                          <a:effectLst/>
                          <a:latin typeface="Arial" charset="0"/>
                          <a:ea typeface="Times New Roman" charset="0"/>
                          <a:cs typeface="Times New Roman" charset="0"/>
                        </a:rPr>
                        <a:t>, including a rationale for the creation of a new version and </a:t>
                      </a:r>
                      <a:r>
                        <a:rPr kumimoji="0" lang="en-US" sz="1400" b="1" i="0" u="none" strike="noStrike" cap="none" normalizeH="0" baseline="0" dirty="0">
                          <a:ln>
                            <a:noFill/>
                          </a:ln>
                          <a:solidFill>
                            <a:srgbClr val="000000"/>
                          </a:solidFill>
                          <a:effectLst/>
                          <a:latin typeface="Arial" charset="0"/>
                          <a:ea typeface="Times New Roman" charset="0"/>
                          <a:cs typeface="Times New Roman" charset="0"/>
                        </a:rPr>
                        <a:t>a summary of the changes made in each version</a:t>
                      </a:r>
                      <a:r>
                        <a:rPr kumimoji="0" lang="en-US" sz="1400" b="0" i="0" u="none" strike="noStrike" cap="none" normalizeH="0" baseline="0" dirty="0">
                          <a:ln>
                            <a:noFill/>
                          </a:ln>
                          <a:solidFill>
                            <a:srgbClr val="000000"/>
                          </a:solidFill>
                          <a:effectLst/>
                          <a:latin typeface="Arial" charset="0"/>
                          <a:ea typeface="Times New Roman" charset="0"/>
                          <a:cs typeface="Times New Roman" charset="0"/>
                        </a:rPr>
                        <a:t>. </a:t>
                      </a:r>
                      <a:endParaRPr kumimoji="0" lang="en-GB" sz="1400" b="0"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80692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Introduction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charset="0"/>
                          <a:ea typeface="Times New Roman" charset="0"/>
                          <a:cs typeface="Times New Roman" charset="0"/>
                        </a:rPr>
                        <a:t>This should describe the </a:t>
                      </a:r>
                      <a:r>
                        <a:rPr kumimoji="0" lang="en-US" sz="1400" b="1" i="0" u="none" strike="noStrike" cap="none" normalizeH="0" baseline="0" dirty="0">
                          <a:ln>
                            <a:noFill/>
                          </a:ln>
                          <a:solidFill>
                            <a:srgbClr val="000000"/>
                          </a:solidFill>
                          <a:effectLst/>
                          <a:latin typeface="Arial" charset="0"/>
                          <a:ea typeface="Times New Roman" charset="0"/>
                          <a:cs typeface="Times New Roman" charset="0"/>
                        </a:rPr>
                        <a:t>need for the system</a:t>
                      </a:r>
                      <a:r>
                        <a:rPr kumimoji="0" lang="en-US" sz="1400" b="0" i="0" u="none" strike="noStrike" cap="none" normalizeH="0" baseline="0" dirty="0">
                          <a:ln>
                            <a:noFill/>
                          </a:ln>
                          <a:solidFill>
                            <a:srgbClr val="000000"/>
                          </a:solidFill>
                          <a:effectLst/>
                          <a:latin typeface="Arial" charset="0"/>
                          <a:ea typeface="Times New Roman" charset="0"/>
                          <a:cs typeface="Times New Roman" charset="0"/>
                        </a:rPr>
                        <a:t>. It should </a:t>
                      </a:r>
                      <a:r>
                        <a:rPr kumimoji="0" lang="en-US" sz="1400" b="1" i="0" u="none" strike="noStrike" cap="none" normalizeH="0" baseline="0" dirty="0">
                          <a:ln>
                            <a:noFill/>
                          </a:ln>
                          <a:solidFill>
                            <a:srgbClr val="000000"/>
                          </a:solidFill>
                          <a:effectLst/>
                          <a:latin typeface="Arial" charset="0"/>
                          <a:ea typeface="Times New Roman" charset="0"/>
                          <a:cs typeface="Times New Roman" charset="0"/>
                        </a:rPr>
                        <a:t>briefly</a:t>
                      </a:r>
                      <a:r>
                        <a:rPr kumimoji="0" lang="en-US" sz="1400" b="0" i="0" u="none" strike="noStrike" cap="none" normalizeH="0" baseline="0" dirty="0">
                          <a:ln>
                            <a:noFill/>
                          </a:ln>
                          <a:solidFill>
                            <a:srgbClr val="000000"/>
                          </a:solidFill>
                          <a:effectLst/>
                          <a:latin typeface="Arial" charset="0"/>
                          <a:ea typeface="Times New Roman" charset="0"/>
                          <a:cs typeface="Times New Roman" charset="0"/>
                        </a:rPr>
                        <a:t> describe </a:t>
                      </a:r>
                      <a:r>
                        <a:rPr kumimoji="0" lang="en-US" sz="1400" b="1" i="0" u="none" strike="noStrike" cap="none" normalizeH="0" baseline="0" dirty="0">
                          <a:ln>
                            <a:noFill/>
                          </a:ln>
                          <a:solidFill>
                            <a:srgbClr val="000000"/>
                          </a:solidFill>
                          <a:effectLst/>
                          <a:latin typeface="Arial" charset="0"/>
                          <a:ea typeface="Times New Roman" charset="0"/>
                          <a:cs typeface="Times New Roman" charset="0"/>
                        </a:rPr>
                        <a:t>the system’s functions </a:t>
                      </a:r>
                      <a:r>
                        <a:rPr kumimoji="0" lang="en-US" sz="1400" b="0" i="0" u="none" strike="noStrike" cap="none" normalizeH="0" baseline="0" dirty="0">
                          <a:ln>
                            <a:noFill/>
                          </a:ln>
                          <a:solidFill>
                            <a:srgbClr val="000000"/>
                          </a:solidFill>
                          <a:effectLst/>
                          <a:latin typeface="Arial" charset="0"/>
                          <a:ea typeface="Times New Roman" charset="0"/>
                          <a:cs typeface="Times New Roman" charset="0"/>
                        </a:rPr>
                        <a:t>and explain how it will work with other systems. It should also describe how the </a:t>
                      </a:r>
                      <a:r>
                        <a:rPr kumimoji="0" lang="en-US" sz="1400" b="1" i="0" u="none" strike="noStrike" cap="none" normalizeH="0" baseline="0" dirty="0">
                          <a:ln>
                            <a:noFill/>
                          </a:ln>
                          <a:solidFill>
                            <a:srgbClr val="000000"/>
                          </a:solidFill>
                          <a:effectLst/>
                          <a:latin typeface="Arial" charset="0"/>
                          <a:ea typeface="Times New Roman" charset="0"/>
                          <a:cs typeface="Times New Roman" charset="0"/>
                        </a:rPr>
                        <a:t>system fits into the overall business or strategic objectives of the organization commissioning the software</a:t>
                      </a:r>
                      <a:r>
                        <a:rPr kumimoji="0" lang="en-US" sz="1400" b="0" i="0" u="none" strike="noStrike" cap="none" normalizeH="0" baseline="0" dirty="0">
                          <a:ln>
                            <a:noFill/>
                          </a:ln>
                          <a:solidFill>
                            <a:srgbClr val="000000"/>
                          </a:solidFill>
                          <a:effectLst/>
                          <a:latin typeface="Arial" charset="0"/>
                          <a:ea typeface="Times New Roman" charset="0"/>
                          <a:cs typeface="Times New Roman" charset="0"/>
                        </a:rPr>
                        <a:t>.</a:t>
                      </a:r>
                      <a:endParaRPr kumimoji="0" lang="en-GB" sz="1400" b="0"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57156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Glossary</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charset="0"/>
                          <a:ea typeface="Times New Roman" charset="0"/>
                          <a:cs typeface="Times New Roman" charset="0"/>
                        </a:rPr>
                        <a:t>This should </a:t>
                      </a:r>
                      <a:r>
                        <a:rPr kumimoji="0" lang="en-US" sz="1400" b="1" i="0" u="none" strike="noStrike" cap="none" normalizeH="0" baseline="0" dirty="0">
                          <a:ln>
                            <a:noFill/>
                          </a:ln>
                          <a:solidFill>
                            <a:srgbClr val="000000"/>
                          </a:solidFill>
                          <a:effectLst/>
                          <a:latin typeface="Arial" charset="0"/>
                          <a:ea typeface="Times New Roman" charset="0"/>
                          <a:cs typeface="Times New Roman" charset="0"/>
                        </a:rPr>
                        <a:t>define the technical terms used in the document</a:t>
                      </a:r>
                      <a:r>
                        <a:rPr kumimoji="0" lang="en-US" sz="1400" b="0" i="0" u="none" strike="noStrike" cap="none" normalizeH="0" baseline="0" dirty="0">
                          <a:ln>
                            <a:noFill/>
                          </a:ln>
                          <a:solidFill>
                            <a:srgbClr val="000000"/>
                          </a:solidFill>
                          <a:effectLst/>
                          <a:latin typeface="Arial" charset="0"/>
                          <a:ea typeface="Times New Roman" charset="0"/>
                          <a:cs typeface="Times New Roman" charset="0"/>
                        </a:rPr>
                        <a:t>. You should not make assumptions about the experience or expertise of the reader.</a:t>
                      </a:r>
                      <a:endParaRPr kumimoji="0" lang="en-GB" sz="1400" b="0"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1042271">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charset="0"/>
                          <a:ea typeface="Times New Roman" charset="0"/>
                          <a:cs typeface="Times New Roman" charset="0"/>
                        </a:rPr>
                        <a:t>User requirements definition</a:t>
                      </a:r>
                      <a:endParaRPr kumimoji="0" lang="en-GB" sz="1400" b="0"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charset="0"/>
                          <a:ea typeface="Times New Roman" charset="0"/>
                          <a:cs typeface="Times New Roman" charset="0"/>
                        </a:rPr>
                        <a:t>Here, you </a:t>
                      </a:r>
                      <a:r>
                        <a:rPr kumimoji="0" lang="en-US" sz="1400" b="1" i="0" u="none" strike="noStrike" cap="none" normalizeH="0" baseline="0" dirty="0">
                          <a:ln>
                            <a:noFill/>
                          </a:ln>
                          <a:solidFill>
                            <a:srgbClr val="000000"/>
                          </a:solidFill>
                          <a:effectLst/>
                          <a:latin typeface="Arial" charset="0"/>
                          <a:ea typeface="Times New Roman" charset="0"/>
                          <a:cs typeface="Times New Roman" charset="0"/>
                        </a:rPr>
                        <a:t>describe the services provided for the user</a:t>
                      </a:r>
                      <a:r>
                        <a:rPr kumimoji="0" lang="en-US" sz="1400" b="0" i="0" u="none" strike="noStrike" cap="none" normalizeH="0" baseline="0" dirty="0">
                          <a:ln>
                            <a:noFill/>
                          </a:ln>
                          <a:solidFill>
                            <a:srgbClr val="000000"/>
                          </a:solidFill>
                          <a:effectLst/>
                          <a:latin typeface="Arial" charset="0"/>
                          <a:ea typeface="Times New Roman" charset="0"/>
                          <a:cs typeface="Times New Roman" charset="0"/>
                        </a:rPr>
                        <a:t>. The </a:t>
                      </a:r>
                      <a:r>
                        <a:rPr kumimoji="0" lang="en-US" sz="1400" b="1" i="0" u="none" strike="noStrike" cap="none" normalizeH="0" baseline="0" dirty="0">
                          <a:ln>
                            <a:noFill/>
                          </a:ln>
                          <a:solidFill>
                            <a:srgbClr val="000000"/>
                          </a:solidFill>
                          <a:effectLst/>
                          <a:latin typeface="Arial" charset="0"/>
                          <a:ea typeface="Times New Roman" charset="0"/>
                          <a:cs typeface="Times New Roman" charset="0"/>
                        </a:rPr>
                        <a:t>nonfunctional system requirements </a:t>
                      </a:r>
                      <a:r>
                        <a:rPr kumimoji="0" lang="en-US" sz="1400" b="0" i="0" u="none" strike="noStrike" cap="none" normalizeH="0" baseline="0" dirty="0">
                          <a:ln>
                            <a:noFill/>
                          </a:ln>
                          <a:solidFill>
                            <a:srgbClr val="000000"/>
                          </a:solidFill>
                          <a:effectLst/>
                          <a:latin typeface="Arial" charset="0"/>
                          <a:ea typeface="Times New Roman" charset="0"/>
                          <a:cs typeface="Times New Roman" charset="0"/>
                        </a:rPr>
                        <a:t>should also be described in this section. This d</a:t>
                      </a:r>
                      <a:r>
                        <a:rPr kumimoji="0" lang="en-US" sz="1400" b="1" i="0" u="none" strike="noStrike" cap="none" normalizeH="0" baseline="0" dirty="0">
                          <a:ln>
                            <a:noFill/>
                          </a:ln>
                          <a:solidFill>
                            <a:srgbClr val="000000"/>
                          </a:solidFill>
                          <a:effectLst/>
                          <a:latin typeface="Arial" charset="0"/>
                          <a:ea typeface="Times New Roman" charset="0"/>
                          <a:cs typeface="Times New Roman" charset="0"/>
                        </a:rPr>
                        <a:t>escription may use natural language, diagrams, or other notations that are understandable to customers</a:t>
                      </a:r>
                      <a:r>
                        <a:rPr kumimoji="0" lang="en-US" sz="1400" b="0" i="0" u="none" strike="noStrike" cap="none" normalizeH="0" baseline="0" dirty="0">
                          <a:ln>
                            <a:noFill/>
                          </a:ln>
                          <a:solidFill>
                            <a:srgbClr val="000000"/>
                          </a:solidFill>
                          <a:effectLst/>
                          <a:latin typeface="Arial" charset="0"/>
                          <a:ea typeface="Times New Roman" charset="0"/>
                          <a:cs typeface="Times New Roman" charset="0"/>
                        </a:rPr>
                        <a:t>. Product and process standards that must be followed should be specified.</a:t>
                      </a:r>
                      <a:endParaRPr kumimoji="0" lang="en-GB" sz="1400" b="0"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80692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System architecture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charset="0"/>
                          <a:ea typeface="Times New Roman" charset="0"/>
                          <a:cs typeface="Times New Roman" charset="0"/>
                        </a:rPr>
                        <a:t>This chapter should present a high-level overview of the anticipated system architecture, showing the </a:t>
                      </a:r>
                      <a:r>
                        <a:rPr kumimoji="0" lang="en-US" sz="1400" b="1" i="0" u="none" strike="noStrike" cap="none" normalizeH="0" baseline="0" dirty="0">
                          <a:ln>
                            <a:noFill/>
                          </a:ln>
                          <a:solidFill>
                            <a:srgbClr val="000000"/>
                          </a:solidFill>
                          <a:effectLst/>
                          <a:latin typeface="Arial" charset="0"/>
                          <a:ea typeface="Times New Roman" charset="0"/>
                          <a:cs typeface="Times New Roman" charset="0"/>
                        </a:rPr>
                        <a:t>distribution of functions across system modules</a:t>
                      </a:r>
                      <a:r>
                        <a:rPr kumimoji="0" lang="en-US" sz="1400" b="0" i="0" u="none" strike="noStrike" cap="none" normalizeH="0" baseline="0" dirty="0">
                          <a:ln>
                            <a:noFill/>
                          </a:ln>
                          <a:solidFill>
                            <a:srgbClr val="000000"/>
                          </a:solidFill>
                          <a:effectLst/>
                          <a:latin typeface="Arial" charset="0"/>
                          <a:ea typeface="Times New Roman" charset="0"/>
                          <a:cs typeface="Times New Roman" charset="0"/>
                        </a:rPr>
                        <a:t>. </a:t>
                      </a:r>
                      <a:r>
                        <a:rPr kumimoji="0" lang="en-US" sz="1400" b="1" i="0" u="none" strike="noStrike" cap="none" normalizeH="0" baseline="0" dirty="0">
                          <a:ln>
                            <a:noFill/>
                          </a:ln>
                          <a:solidFill>
                            <a:srgbClr val="000000"/>
                          </a:solidFill>
                          <a:effectLst/>
                          <a:latin typeface="Arial" charset="0"/>
                          <a:ea typeface="Times New Roman" charset="0"/>
                          <a:cs typeface="Times New Roman" charset="0"/>
                        </a:rPr>
                        <a:t>Reused architectural components should be highlighted</a:t>
                      </a:r>
                      <a:r>
                        <a:rPr kumimoji="0" lang="en-US" sz="1400" b="0" i="0" u="none" strike="noStrike" cap="none" normalizeH="0" baseline="0" dirty="0">
                          <a:ln>
                            <a:noFill/>
                          </a:ln>
                          <a:solidFill>
                            <a:srgbClr val="000000"/>
                          </a:solidFill>
                          <a:effectLst/>
                          <a:latin typeface="Arial" charset="0"/>
                          <a:ea typeface="Times New Roman" charset="0"/>
                          <a:cs typeface="Times New Roman" charset="0"/>
                        </a:rPr>
                        <a:t>.</a:t>
                      </a:r>
                      <a:endParaRPr kumimoji="0" lang="en-GB" sz="1400" b="0"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DF0658D-CE5A-4BC6-A864-83F090A29273}"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47542727"/>
      </p:ext>
    </p:extLst>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structure of a requirements document</a:t>
            </a:r>
            <a:r>
              <a:rPr lang="en-GB" dirty="0"/>
              <a:t> </a:t>
            </a:r>
            <a:endParaRPr lang="en-US" dirty="0"/>
          </a:p>
        </p:txBody>
      </p:sp>
      <p:graphicFrame>
        <p:nvGraphicFramePr>
          <p:cNvPr id="4" name="Content Placeholder 3"/>
          <p:cNvGraphicFramePr>
            <a:graphicFrameLocks noGrp="1"/>
          </p:cNvGraphicFramePr>
          <p:nvPr>
            <p:ph idx="1"/>
          </p:nvPr>
        </p:nvGraphicFramePr>
        <p:xfrm>
          <a:off x="609600" y="1676401"/>
          <a:ext cx="10972800" cy="4648200"/>
        </p:xfrm>
        <a:graphic>
          <a:graphicData uri="http://schemas.openxmlformats.org/drawingml/2006/table">
            <a:tbl>
              <a:tblPr firstRow="1" bandRow="1">
                <a:tableStyleId>{5C22544A-7EE6-4342-B048-85BDC9FD1C3A}</a:tableStyleId>
              </a:tblPr>
              <a:tblGrid>
                <a:gridCol w="1819835">
                  <a:extLst>
                    <a:ext uri="{9D8B030D-6E8A-4147-A177-3AD203B41FA5}">
                      <a16:colId xmlns:a16="http://schemas.microsoft.com/office/drawing/2014/main" val="20000"/>
                    </a:ext>
                  </a:extLst>
                </a:gridCol>
                <a:gridCol w="9152965">
                  <a:extLst>
                    <a:ext uri="{9D8B030D-6E8A-4147-A177-3AD203B41FA5}">
                      <a16:colId xmlns:a16="http://schemas.microsoft.com/office/drawing/2014/main" val="20001"/>
                    </a:ext>
                  </a:extLst>
                </a:gridCol>
              </a:tblGrid>
              <a:tr h="319976">
                <a:tc>
                  <a:txBody>
                    <a:bodyPr/>
                    <a:lstStyle/>
                    <a:p>
                      <a:r>
                        <a:rPr lang="en-US" sz="1400" dirty="0">
                          <a:solidFill>
                            <a:schemeClr val="tx1"/>
                          </a:solidFill>
                          <a:latin typeface="Arial"/>
                          <a:cs typeface="Arial"/>
                        </a:rPr>
                        <a:t>Chapter</a:t>
                      </a:r>
                    </a:p>
                  </a:txBody>
                  <a:tcPr/>
                </a:tc>
                <a:tc>
                  <a:txBody>
                    <a:bodyPr/>
                    <a:lstStyle/>
                    <a:p>
                      <a:r>
                        <a:rPr lang="en-US" sz="1400" dirty="0">
                          <a:solidFill>
                            <a:schemeClr val="tx1"/>
                          </a:solidFill>
                          <a:latin typeface="Arial"/>
                          <a:cs typeface="Arial"/>
                        </a:rPr>
                        <a:t>Description</a:t>
                      </a:r>
                    </a:p>
                  </a:txBody>
                  <a:tcPr/>
                </a:tc>
                <a:extLst>
                  <a:ext uri="{0D108BD9-81ED-4DB2-BD59-A6C34878D82A}">
                    <a16:rowId xmlns:a16="http://schemas.microsoft.com/office/drawing/2014/main" val="10000"/>
                  </a:ext>
                </a:extLst>
              </a:tr>
              <a:tr h="69890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System requirements specification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This should </a:t>
                      </a:r>
                      <a:r>
                        <a:rPr kumimoji="0" lang="en-US" sz="1400" b="1" i="0" u="none" strike="noStrike" cap="none" normalizeH="0" baseline="0" dirty="0">
                          <a:ln>
                            <a:noFill/>
                          </a:ln>
                          <a:solidFill>
                            <a:srgbClr val="000000"/>
                          </a:solidFill>
                          <a:effectLst/>
                          <a:latin typeface="Arial"/>
                          <a:ea typeface="Times New Roman" charset="0"/>
                          <a:cs typeface="Arial"/>
                        </a:rPr>
                        <a:t>describe the functional and nonfunctional requirements in more detail</a:t>
                      </a:r>
                      <a:r>
                        <a:rPr kumimoji="0" lang="en-US" sz="1400" b="0" i="0" u="none" strike="noStrike" cap="none" normalizeH="0" baseline="0" dirty="0">
                          <a:ln>
                            <a:noFill/>
                          </a:ln>
                          <a:solidFill>
                            <a:srgbClr val="000000"/>
                          </a:solidFill>
                          <a:effectLst/>
                          <a:latin typeface="Arial"/>
                          <a:ea typeface="Times New Roman" charset="0"/>
                          <a:cs typeface="Arial"/>
                        </a:rPr>
                        <a:t>. If necessary, further detail may also be added to the nonfunctional requirements. Interfaces to other systems may be defined.</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1"/>
                  </a:ext>
                </a:extLst>
              </a:tr>
              <a:tr h="8152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models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This might </a:t>
                      </a:r>
                      <a:r>
                        <a:rPr kumimoji="0" lang="en-US" sz="1400" b="1" i="0" u="none" strike="noStrike" cap="none" normalizeH="0" baseline="0" dirty="0">
                          <a:ln>
                            <a:noFill/>
                          </a:ln>
                          <a:solidFill>
                            <a:srgbClr val="000000"/>
                          </a:solidFill>
                          <a:effectLst/>
                          <a:latin typeface="Arial"/>
                          <a:ea typeface="Times New Roman" charset="0"/>
                          <a:cs typeface="Arial"/>
                        </a:rPr>
                        <a:t>include graphical system models showing the relationships between the system components and the system and its environment</a:t>
                      </a:r>
                      <a:r>
                        <a:rPr kumimoji="0" lang="en-US" sz="1400" b="0" i="0" u="none" strike="noStrike" cap="none" normalizeH="0" baseline="0" dirty="0">
                          <a:ln>
                            <a:noFill/>
                          </a:ln>
                          <a:solidFill>
                            <a:srgbClr val="000000"/>
                          </a:solidFill>
                          <a:effectLst/>
                          <a:latin typeface="Arial"/>
                          <a:ea typeface="Times New Roman" charset="0"/>
                          <a:cs typeface="Arial"/>
                        </a:rPr>
                        <a:t>. Examples of possible models are object models, data-flow models, or semantic data models. </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2"/>
                  </a:ext>
                </a:extLst>
              </a:tr>
              <a:tr h="9993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evolution</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This should describe the fundamental assumptions on which the system is based, and </a:t>
                      </a:r>
                      <a:r>
                        <a:rPr kumimoji="0" lang="en-US" sz="1400" b="1" i="0" u="none" strike="noStrike" cap="none" normalizeH="0" baseline="0" dirty="0">
                          <a:ln>
                            <a:noFill/>
                          </a:ln>
                          <a:solidFill>
                            <a:srgbClr val="000000"/>
                          </a:solidFill>
                          <a:effectLst/>
                          <a:latin typeface="Arial"/>
                          <a:ea typeface="Times New Roman" charset="0"/>
                          <a:cs typeface="Arial"/>
                        </a:rPr>
                        <a:t>any anticipated changes due to hardware evolution, changing user needs, and so on</a:t>
                      </a:r>
                      <a:r>
                        <a:rPr kumimoji="0" lang="en-US" sz="1400" b="0" i="0" u="none" strike="noStrike" cap="none" normalizeH="0" baseline="0" dirty="0">
                          <a:ln>
                            <a:noFill/>
                          </a:ln>
                          <a:solidFill>
                            <a:srgbClr val="000000"/>
                          </a:solidFill>
                          <a:effectLst/>
                          <a:latin typeface="Arial"/>
                          <a:ea typeface="Times New Roman" charset="0"/>
                          <a:cs typeface="Arial"/>
                        </a:rPr>
                        <a:t>. This section is useful for system designers as it may help them avoid design decisions that would constrain likely future changes to the system.</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3"/>
                  </a:ext>
                </a:extLst>
              </a:tr>
              <a:tr h="118347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Appendices</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These should provide detailed, specific information that is related to the application being developed; for example, </a:t>
                      </a:r>
                      <a:r>
                        <a:rPr kumimoji="0" lang="en-US" sz="1400" b="1" i="0" u="none" strike="noStrike" cap="none" normalizeH="0" baseline="0" dirty="0">
                          <a:ln>
                            <a:noFill/>
                          </a:ln>
                          <a:solidFill>
                            <a:srgbClr val="000000"/>
                          </a:solidFill>
                          <a:effectLst/>
                          <a:latin typeface="Arial"/>
                          <a:ea typeface="Times New Roman" charset="0"/>
                          <a:cs typeface="Arial"/>
                        </a:rPr>
                        <a:t>hardware and database descriptions</a:t>
                      </a:r>
                      <a:r>
                        <a:rPr kumimoji="0" lang="en-US" sz="1400" b="0" i="0" u="none" strike="noStrike" cap="none" normalizeH="0" baseline="0" dirty="0">
                          <a:ln>
                            <a:noFill/>
                          </a:ln>
                          <a:solidFill>
                            <a:srgbClr val="000000"/>
                          </a:solidFill>
                          <a:effectLst/>
                          <a:latin typeface="Arial"/>
                          <a:ea typeface="Times New Roman" charset="0"/>
                          <a:cs typeface="Arial"/>
                        </a:rPr>
                        <a:t>. Hardware requirements define the minimal and optimal configurations for the system. Database requirements define the logical organization of the data used by the system and the relationships between data. </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4"/>
                  </a:ext>
                </a:extLst>
              </a:tr>
              <a:tr h="63118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Index</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Several indexes to the document may be included. As well as a normal alphabetic index, there may be an </a:t>
                      </a:r>
                      <a:r>
                        <a:rPr kumimoji="0" lang="en-US" sz="1400" b="1" i="0" u="none" strike="noStrike" cap="none" normalizeH="0" baseline="0" dirty="0">
                          <a:ln>
                            <a:noFill/>
                          </a:ln>
                          <a:solidFill>
                            <a:srgbClr val="000000"/>
                          </a:solidFill>
                          <a:effectLst/>
                          <a:latin typeface="Arial"/>
                          <a:ea typeface="Times New Roman" charset="0"/>
                          <a:cs typeface="Arial"/>
                        </a:rPr>
                        <a:t>index of diagrams, an index of functions</a:t>
                      </a:r>
                      <a:r>
                        <a:rPr kumimoji="0" lang="en-US" sz="1400" b="0" i="0" u="none" strike="noStrike" cap="none" normalizeH="0" baseline="0" dirty="0">
                          <a:ln>
                            <a:noFill/>
                          </a:ln>
                          <a:solidFill>
                            <a:srgbClr val="000000"/>
                          </a:solidFill>
                          <a:effectLst/>
                          <a:latin typeface="Arial"/>
                          <a:ea typeface="Times New Roman" charset="0"/>
                          <a:cs typeface="Arial"/>
                        </a:rPr>
                        <a:t>, and so 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E1F0161-056A-477C-979B-686BAF55E092}"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005245625"/>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38080" y="3183380"/>
            <a:ext cx="8239555" cy="1143000"/>
          </a:xfrm>
        </p:spPr>
        <p:txBody>
          <a:bodyPr/>
          <a:lstStyle/>
          <a:p>
            <a:pPr algn="ctr"/>
            <a:br>
              <a:rPr lang="en-US" dirty="0"/>
            </a:br>
            <a:r>
              <a:rPr lang="en-US" dirty="0"/>
              <a:t>Requirements validation</a:t>
            </a: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A5CFF8D-1022-4C52-A377-43D27E0BDBF6}"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360927054"/>
      </p:ext>
    </p:extLst>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noFill/>
          <a:ln/>
        </p:spPr>
        <p:txBody>
          <a:bodyPr vert="horz" wrap="square" lIns="90487" tIns="44450" rIns="90487" bIns="44450" numCol="1" anchor="ctr" anchorCtr="0" compatLnSpc="1">
            <a:prstTxWarp prst="textNoShape">
              <a:avLst/>
            </a:prstTxWarp>
          </a:bodyPr>
          <a:lstStyle/>
          <a:p>
            <a:r>
              <a:rPr lang="en-GB"/>
              <a:t>Requirements validation</a:t>
            </a:r>
          </a:p>
        </p:txBody>
      </p:sp>
      <p:sp>
        <p:nvSpPr>
          <p:cNvPr id="57347" name="Rectangle 3"/>
          <p:cNvSpPr>
            <a:spLocks noGrp="1" noChangeArrowheads="1"/>
          </p:cNvSpPr>
          <p:nvPr>
            <p:ph idx="1"/>
          </p:nvPr>
        </p:nvSpPr>
        <p:spPr>
          <a:noFill/>
          <a:ln/>
        </p:spPr>
        <p:txBody>
          <a:bodyPr lIns="90487" tIns="44450" rIns="90487" bIns="44450"/>
          <a:lstStyle/>
          <a:p>
            <a:r>
              <a:rPr lang="en-GB" dirty="0"/>
              <a:t>Process of checking that </a:t>
            </a:r>
            <a:r>
              <a:rPr lang="en-GB" b="1" dirty="0"/>
              <a:t>requirements are defining the system as per the customer desires.</a:t>
            </a:r>
          </a:p>
          <a:p>
            <a:r>
              <a:rPr lang="en-GB" b="1" dirty="0"/>
              <a:t>Overlapped with elicitation and analysis phase</a:t>
            </a:r>
          </a:p>
          <a:p>
            <a:r>
              <a:rPr lang="en-GB" b="1" dirty="0"/>
              <a:t>Since rework costs are very high so it’s one of the most critical steps</a:t>
            </a:r>
          </a:p>
          <a:p>
            <a:pPr lvl="1"/>
            <a:r>
              <a:rPr lang="en-GB" dirty="0"/>
              <a:t>Fixing a requirements error after delivery may cost up to 100 times the cost of fixing an implementation error.</a:t>
            </a:r>
          </a:p>
          <a:p>
            <a:pPr lvl="1"/>
            <a:r>
              <a:rPr lang="en-GB" dirty="0"/>
              <a:t>As change in requirement leads to change in design, implementation and testing as well.</a:t>
            </a:r>
          </a:p>
          <a:p>
            <a:endParaRPr lang="en-GB" dirty="0"/>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EEFFAA-D009-4D88-936B-F60A34F02F58}"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45207041"/>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noFill/>
          <a:ln/>
        </p:spPr>
        <p:txBody>
          <a:bodyPr vert="horz" wrap="square" lIns="90487" tIns="44450" rIns="90487" bIns="44450" numCol="1" anchor="ctr" anchorCtr="0" compatLnSpc="1">
            <a:prstTxWarp prst="textNoShape">
              <a:avLst/>
            </a:prstTxWarp>
          </a:bodyPr>
          <a:lstStyle/>
          <a:p>
            <a:r>
              <a:rPr lang="en-GB" dirty="0"/>
              <a:t>Types of checks done to validate requirements</a:t>
            </a:r>
          </a:p>
        </p:txBody>
      </p:sp>
      <p:graphicFrame>
        <p:nvGraphicFramePr>
          <p:cNvPr id="3" name="Content Placeholder 2"/>
          <p:cNvGraphicFramePr>
            <a:graphicFrameLocks noGrp="1"/>
          </p:cNvGraphicFramePr>
          <p:nvPr>
            <p:ph idx="1"/>
          </p:nvPr>
        </p:nvGraphicFramePr>
        <p:xfrm>
          <a:off x="1013534" y="1662345"/>
          <a:ext cx="96012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C48FF59-D2EE-443C-BC99-ED64E835247C}"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192270228"/>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609600" y="265114"/>
            <a:ext cx="8305800" cy="1104900"/>
          </a:xfrm>
        </p:spPr>
        <p:txBody>
          <a:bodyPr/>
          <a:lstStyle/>
          <a:p>
            <a:r>
              <a:rPr lang="en-GB" dirty="0"/>
              <a:t>Requirements validation techniques</a:t>
            </a:r>
          </a:p>
        </p:txBody>
      </p:sp>
      <p:sp>
        <p:nvSpPr>
          <p:cNvPr id="77827" name="Rectangle 3"/>
          <p:cNvSpPr>
            <a:spLocks noGrp="1" noChangeArrowheads="1"/>
          </p:cNvSpPr>
          <p:nvPr>
            <p:ph idx="1"/>
          </p:nvPr>
        </p:nvSpPr>
        <p:spPr/>
        <p:txBody>
          <a:bodyPr/>
          <a:lstStyle/>
          <a:p>
            <a:pPr>
              <a:lnSpc>
                <a:spcPct val="90000"/>
              </a:lnSpc>
            </a:pPr>
            <a:r>
              <a:rPr lang="en-GB" dirty="0"/>
              <a:t>Requirements review</a:t>
            </a:r>
          </a:p>
          <a:p>
            <a:pPr lvl="1"/>
            <a:r>
              <a:rPr lang="en-GB" dirty="0"/>
              <a:t>procedure done by customer and developers </a:t>
            </a:r>
          </a:p>
          <a:p>
            <a:pPr lvl="1"/>
            <a:r>
              <a:rPr lang="en-GB" dirty="0"/>
              <a:t>read whole requirement specification document. </a:t>
            </a:r>
          </a:p>
          <a:p>
            <a:pPr lvl="1"/>
            <a:r>
              <a:rPr lang="en-GB" dirty="0"/>
              <a:t>Check for error, anomalies, inconsistencies</a:t>
            </a:r>
          </a:p>
          <a:p>
            <a:pPr lvl="1"/>
            <a:r>
              <a:rPr lang="en-GB" dirty="0"/>
              <a:t>If detected</a:t>
            </a:r>
          </a:p>
          <a:p>
            <a:pPr lvl="1"/>
            <a:r>
              <a:rPr lang="en-GB" dirty="0"/>
              <a:t>Record it</a:t>
            </a:r>
          </a:p>
          <a:p>
            <a:pPr lvl="1"/>
            <a:r>
              <a:rPr lang="en-GB" dirty="0"/>
              <a:t>then both parties negotiate it to rectify it</a:t>
            </a:r>
          </a:p>
          <a:p>
            <a:pPr>
              <a:lnSpc>
                <a:spcPct val="90000"/>
              </a:lnSpc>
            </a:pPr>
            <a:r>
              <a:rPr lang="en-GB" dirty="0"/>
              <a:t>Prototyping</a:t>
            </a:r>
          </a:p>
          <a:p>
            <a:pPr>
              <a:lnSpc>
                <a:spcPct val="90000"/>
              </a:lnSpc>
            </a:pPr>
            <a:r>
              <a:rPr lang="en-GB" dirty="0"/>
              <a:t>Test-case generation/test-driven development</a:t>
            </a:r>
          </a:p>
          <a:p>
            <a:pPr lvl="1">
              <a:lnSpc>
                <a:spcPct val="90000"/>
              </a:lnSpc>
            </a:pPr>
            <a:r>
              <a:rPr lang="en-GB" dirty="0"/>
              <a:t>Involves input, output and basic functional code</a:t>
            </a:r>
          </a:p>
          <a:p>
            <a:pPr lvl="1">
              <a:lnSpc>
                <a:spcPct val="90000"/>
              </a:lnSpc>
            </a:pPr>
            <a:r>
              <a:rPr lang="en-GB" dirty="0"/>
              <a:t>Check if test cases satisfies requirements.</a:t>
            </a:r>
          </a:p>
          <a:p>
            <a:pPr>
              <a:lnSpc>
                <a:spcPct val="90000"/>
              </a:lnSpc>
              <a:buFont typeface="Zapf Dingbats" charset="2"/>
              <a:buNone/>
            </a:pPr>
            <a:endParaRPr lang="en-GB" dirty="0"/>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CA2E181-65BF-4E4F-87C7-BFD7E5D54C22}"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130543298"/>
      </p:ext>
    </p:extLst>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609600" y="265114"/>
            <a:ext cx="8305800" cy="1104900"/>
          </a:xfrm>
        </p:spPr>
        <p:txBody>
          <a:bodyPr/>
          <a:lstStyle/>
          <a:p>
            <a:r>
              <a:rPr lang="en-GB" dirty="0"/>
              <a:t>Requirements validation challenges</a:t>
            </a:r>
          </a:p>
        </p:txBody>
      </p:sp>
      <p:sp>
        <p:nvSpPr>
          <p:cNvPr id="77827" name="Rectangle 3"/>
          <p:cNvSpPr>
            <a:spLocks noGrp="1" noChangeArrowheads="1"/>
          </p:cNvSpPr>
          <p:nvPr>
            <p:ph idx="1"/>
          </p:nvPr>
        </p:nvSpPr>
        <p:spPr/>
        <p:txBody>
          <a:bodyPr/>
          <a:lstStyle/>
          <a:p>
            <a:pPr>
              <a:lnSpc>
                <a:spcPct val="90000"/>
              </a:lnSpc>
            </a:pPr>
            <a:endParaRPr lang="en-GB" dirty="0"/>
          </a:p>
          <a:p>
            <a:pPr>
              <a:lnSpc>
                <a:spcPct val="90000"/>
              </a:lnSpc>
            </a:pPr>
            <a:r>
              <a:rPr lang="en-GB" dirty="0"/>
              <a:t>Its really difficult for developers &amp; users to do the abstract analysis and find all the loop holes.</a:t>
            </a:r>
          </a:p>
          <a:p>
            <a:pPr>
              <a:lnSpc>
                <a:spcPct val="90000"/>
              </a:lnSpc>
            </a:pPr>
            <a:r>
              <a:rPr lang="en-GB" dirty="0"/>
              <a:t>So, it is possible that the requirements may change after validation. </a:t>
            </a:r>
          </a:p>
          <a:p>
            <a:pPr>
              <a:lnSpc>
                <a:spcPct val="90000"/>
              </a:lnSpc>
              <a:buFont typeface="Zapf Dingbats" charset="2"/>
              <a:buNone/>
            </a:pPr>
            <a:endParaRPr lang="en-GB" dirty="0"/>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CA2E181-65BF-4E4F-87C7-BFD7E5D54C22}"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113085257"/>
      </p:ext>
    </p:extLst>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76872"/>
            <a:ext cx="8229600" cy="1143000"/>
          </a:xfrm>
        </p:spPr>
        <p:txBody>
          <a:bodyPr/>
          <a:lstStyle/>
          <a:p>
            <a:pPr algn="ctr"/>
            <a:r>
              <a:rPr lang="en-US" dirty="0"/>
              <a:t>Requirements change</a:t>
            </a: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9711972-2915-4DAA-B3A7-55FA9C9D1830}"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06642598"/>
      </p:ext>
    </p:extLst>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dirty="0"/>
              <a:t>Requirements evolution</a:t>
            </a:r>
            <a:r>
              <a:rPr lang="en-GB" dirty="0"/>
              <a:t> </a:t>
            </a:r>
            <a:endParaRPr lang="en-US" dirty="0"/>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4" name="Picture 3" descr="4.17 ReqEvolution.eps"/>
          <p:cNvPicPr>
            <a:picLocks noChangeAspect="1"/>
          </p:cNvPicPr>
          <p:nvPr/>
        </p:nvPicPr>
        <p:blipFill>
          <a:blip r:embed="rId2"/>
          <a:stretch>
            <a:fillRect/>
          </a:stretch>
        </p:blipFill>
        <p:spPr>
          <a:xfrm>
            <a:off x="6096000" y="2849981"/>
            <a:ext cx="4587177" cy="2304256"/>
          </a:xfrm>
          <a:prstGeom prst="rect">
            <a:avLst/>
          </a:prstGeom>
        </p:spPr>
      </p:pic>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71B009F-EC0D-4788-B5A6-544D70E55346}"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3" name="Diagram 2"/>
          <p:cNvGraphicFramePr/>
          <p:nvPr/>
        </p:nvGraphicFramePr>
        <p:xfrm>
          <a:off x="472244" y="1935332"/>
          <a:ext cx="6675512" cy="36814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81680543"/>
      </p:ext>
    </p:extLst>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requirements ~ reason 1</a:t>
            </a:r>
          </a:p>
        </p:txBody>
      </p:sp>
      <p:sp>
        <p:nvSpPr>
          <p:cNvPr id="3" name="Content Placeholder 2"/>
          <p:cNvSpPr>
            <a:spLocks noGrp="1"/>
          </p:cNvSpPr>
          <p:nvPr>
            <p:ph idx="1"/>
          </p:nvPr>
        </p:nvSpPr>
        <p:spPr>
          <a:xfrm>
            <a:off x="609600" y="1830388"/>
            <a:ext cx="10972800" cy="4525963"/>
          </a:xfrm>
        </p:spPr>
        <p:txBody>
          <a:bodyPr/>
          <a:lstStyle/>
          <a:p>
            <a:pPr algn="just"/>
            <a:r>
              <a:rPr lang="en-US" dirty="0"/>
              <a:t>The business and technical environment of the system always changes after installation. </a:t>
            </a:r>
          </a:p>
          <a:p>
            <a:pPr lvl="1" algn="just"/>
            <a:r>
              <a:rPr lang="en-US" b="1" dirty="0"/>
              <a:t>New hardware </a:t>
            </a:r>
            <a:r>
              <a:rPr lang="en-US" dirty="0"/>
              <a:t>may be introduced, </a:t>
            </a:r>
          </a:p>
          <a:p>
            <a:pPr lvl="1" algn="just"/>
            <a:r>
              <a:rPr lang="en-US" b="1" dirty="0"/>
              <a:t>business priorities may change </a:t>
            </a:r>
            <a:r>
              <a:rPr lang="en-US" dirty="0"/>
              <a:t>(with consequent changes in the system support required)</a:t>
            </a:r>
          </a:p>
          <a:p>
            <a:pPr lvl="1" algn="just"/>
            <a:r>
              <a:rPr lang="en-GB" dirty="0">
                <a:solidFill>
                  <a:srgbClr val="FF0000"/>
                </a:solidFill>
              </a:rPr>
              <a:t>Example: Installing RFID attendance system and integrate it to employees portal.</a:t>
            </a:r>
          </a:p>
          <a:p>
            <a:pPr algn="just"/>
            <a:endParaRPr lang="en-GB" dirty="0"/>
          </a:p>
          <a:p>
            <a:pPr algn="just"/>
            <a:endParaRPr lang="en-US" dirty="0"/>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21082BE-BAE1-4BB7-919C-B8D433F52FEB}"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026984487"/>
      </p:ext>
    </p:extLst>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requirements ~ reason 2</a:t>
            </a:r>
          </a:p>
        </p:txBody>
      </p:sp>
      <p:sp>
        <p:nvSpPr>
          <p:cNvPr id="3" name="Content Placeholder 2"/>
          <p:cNvSpPr>
            <a:spLocks noGrp="1"/>
          </p:cNvSpPr>
          <p:nvPr>
            <p:ph idx="1"/>
          </p:nvPr>
        </p:nvSpPr>
        <p:spPr/>
        <p:txBody>
          <a:bodyPr/>
          <a:lstStyle/>
          <a:p>
            <a:r>
              <a:rPr lang="en-US" dirty="0"/>
              <a:t>The people who pay for a system and the users of that system are rarely the same people. </a:t>
            </a:r>
          </a:p>
          <a:p>
            <a:pPr lvl="1" algn="just"/>
            <a:r>
              <a:rPr lang="en-US" b="1" dirty="0"/>
              <a:t>System customers impose requirements because of</a:t>
            </a:r>
            <a:r>
              <a:rPr lang="en-US" dirty="0"/>
              <a:t> organizational and </a:t>
            </a:r>
            <a:r>
              <a:rPr lang="en-US" b="1" dirty="0"/>
              <a:t>budgetary constraints</a:t>
            </a:r>
            <a:r>
              <a:rPr lang="en-US" dirty="0"/>
              <a:t>. </a:t>
            </a:r>
          </a:p>
          <a:p>
            <a:pPr lvl="1" algn="just"/>
            <a:r>
              <a:rPr lang="en-US" dirty="0"/>
              <a:t>These may </a:t>
            </a:r>
            <a:r>
              <a:rPr lang="en-US" b="1" dirty="0"/>
              <a:t>conflict with end-user requirements</a:t>
            </a:r>
            <a:r>
              <a:rPr lang="en-US" dirty="0"/>
              <a:t> and, </a:t>
            </a:r>
            <a:r>
              <a:rPr lang="en-US" b="1" dirty="0"/>
              <a:t>after delivery, new features may have to be added for user support</a:t>
            </a:r>
            <a:r>
              <a:rPr lang="en-US" dirty="0"/>
              <a:t> if the system is to meet its goals.</a:t>
            </a:r>
          </a:p>
          <a:p>
            <a:pPr lvl="1" algn="just"/>
            <a:r>
              <a:rPr lang="en-GB" dirty="0">
                <a:solidFill>
                  <a:srgbClr val="FF0000"/>
                </a:solidFill>
              </a:rPr>
              <a:t>Example: at first, an employee management system only contains limited necessary functionality like attendance review, leave balance and all, now users want to add their APR forms and PF statements as well</a:t>
            </a:r>
            <a:r>
              <a:rPr lang="en-GB" dirty="0"/>
              <a:t>. </a:t>
            </a:r>
            <a:endParaRPr lang="en-US" dirty="0"/>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EE216CB-D940-45F0-8572-049DB88FEC21}"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599786616"/>
      </p:ext>
    </p:extLst>
  </p:cSld>
  <p:clrMapOvr>
    <a:masterClrMapping/>
  </p:clrMapOvr>
  <p:transition spd="med">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requirements ~ reason 3</a:t>
            </a:r>
          </a:p>
        </p:txBody>
      </p:sp>
      <p:sp>
        <p:nvSpPr>
          <p:cNvPr id="3" name="Content Placeholder 2"/>
          <p:cNvSpPr>
            <a:spLocks noGrp="1"/>
          </p:cNvSpPr>
          <p:nvPr>
            <p:ph idx="1"/>
          </p:nvPr>
        </p:nvSpPr>
        <p:spPr/>
        <p:txBody>
          <a:bodyPr/>
          <a:lstStyle/>
          <a:p>
            <a:pPr algn="just"/>
            <a:r>
              <a:rPr lang="en-US" b="1" dirty="0"/>
              <a:t>Large systems </a:t>
            </a:r>
            <a:r>
              <a:rPr lang="en-US" dirty="0"/>
              <a:t>usually have a </a:t>
            </a:r>
            <a:r>
              <a:rPr lang="en-US" b="1" dirty="0"/>
              <a:t>diverse user community</a:t>
            </a:r>
            <a:r>
              <a:rPr lang="en-US" dirty="0"/>
              <a:t>, with many users having </a:t>
            </a:r>
            <a:r>
              <a:rPr lang="en-US" b="1" dirty="0"/>
              <a:t>different requirements and priorities </a:t>
            </a:r>
            <a:r>
              <a:rPr lang="en-US" dirty="0"/>
              <a:t>that may be </a:t>
            </a:r>
            <a:r>
              <a:rPr lang="en-US" b="1" dirty="0"/>
              <a:t>conflicting</a:t>
            </a:r>
            <a:r>
              <a:rPr lang="en-US" dirty="0"/>
              <a:t> or contradictory. </a:t>
            </a:r>
          </a:p>
          <a:p>
            <a:pPr lvl="1" algn="just"/>
            <a:r>
              <a:rPr lang="en-US" dirty="0"/>
              <a:t>The final system </a:t>
            </a:r>
            <a:r>
              <a:rPr lang="en-US" b="1" dirty="0"/>
              <a:t>requirements are inevitably a compromise between them</a:t>
            </a:r>
            <a:r>
              <a:rPr lang="en-US" dirty="0"/>
              <a:t> </a:t>
            </a:r>
          </a:p>
          <a:p>
            <a:pPr lvl="1" algn="just"/>
            <a:r>
              <a:rPr lang="en-US" dirty="0"/>
              <a:t>with experience, it is often discovered that the </a:t>
            </a:r>
            <a:r>
              <a:rPr lang="en-US" b="1" dirty="0"/>
              <a:t>balance of support given to different users has to be changed depending on priority</a:t>
            </a:r>
            <a:r>
              <a:rPr lang="en-US" dirty="0"/>
              <a:t>.</a:t>
            </a:r>
          </a:p>
          <a:p>
            <a:pPr marL="457200" lvl="1" indent="0" algn="just">
              <a:buNone/>
            </a:pPr>
            <a:endParaRPr lang="en-US" dirty="0"/>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EE216CB-D940-45F0-8572-049DB88FEC21}"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061919255"/>
      </p:ext>
    </p:extLst>
  </p:cSld>
  <p:clrMapOvr>
    <a:masterClrMapping/>
  </p:clrMapOvr>
  <p:transition spd="med">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Requirements management</a:t>
            </a:r>
          </a:p>
        </p:txBody>
      </p:sp>
      <p:sp>
        <p:nvSpPr>
          <p:cNvPr id="55299" name="Rectangle 3"/>
          <p:cNvSpPr>
            <a:spLocks noGrp="1" noChangeArrowheads="1"/>
          </p:cNvSpPr>
          <p:nvPr>
            <p:ph idx="1"/>
          </p:nvPr>
        </p:nvSpPr>
        <p:spPr/>
        <p:txBody>
          <a:bodyPr/>
          <a:lstStyle/>
          <a:p>
            <a:pPr algn="just"/>
            <a:endParaRPr lang="en-GB" dirty="0"/>
          </a:p>
          <a:p>
            <a:pPr algn="just"/>
            <a:r>
              <a:rPr lang="en-GB" dirty="0"/>
              <a:t>It is a process of </a:t>
            </a:r>
            <a:r>
              <a:rPr lang="en-GB" b="1" dirty="0"/>
              <a:t>managing changing requirements during the requirements engineering process and system development.</a:t>
            </a:r>
          </a:p>
          <a:p>
            <a:pPr algn="just"/>
            <a:r>
              <a:rPr lang="en-GB" dirty="0"/>
              <a:t>New requirements may emerge </a:t>
            </a:r>
          </a:p>
          <a:p>
            <a:pPr lvl="1" algn="just"/>
            <a:r>
              <a:rPr lang="en-GB" dirty="0"/>
              <a:t>as a system is being developed and </a:t>
            </a:r>
          </a:p>
          <a:p>
            <a:pPr lvl="1" algn="just"/>
            <a:r>
              <a:rPr lang="en-GB" dirty="0"/>
              <a:t>after it has gone into use.</a:t>
            </a:r>
          </a:p>
          <a:p>
            <a:pPr marL="0" indent="0" algn="just">
              <a:buNone/>
            </a:pPr>
            <a:r>
              <a:rPr lang="en-GB" dirty="0"/>
              <a:t> </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208FE5-91E1-4E1D-90B4-DD1382E1719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746076"/>
      </p:ext>
    </p:extLst>
  </p:cSld>
  <p:clrMapOvr>
    <a:masterClrMapping/>
  </p:clrMapOvr>
  <p:transition spd="med">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Requirements management</a:t>
            </a:r>
          </a:p>
        </p:txBody>
      </p:sp>
      <p:graphicFrame>
        <p:nvGraphicFramePr>
          <p:cNvPr id="3" name="Content Placeholder 2"/>
          <p:cNvGraphicFramePr>
            <a:graphicFrameLocks noGrp="1"/>
          </p:cNvGraphicFramePr>
          <p:nvPr>
            <p:ph idx="1"/>
          </p:nvPr>
        </p:nvGraphicFramePr>
        <p:xfrm>
          <a:off x="609600" y="1600202"/>
          <a:ext cx="10798206" cy="43922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208FE5-91E1-4E1D-90B4-DD1382E1719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383802027"/>
      </p:ext>
    </p:extLst>
  </p:cSld>
  <p:clrMapOvr>
    <a:masterClrMapping/>
  </p:clrMapOvr>
  <p:transition spd="med">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management planning</a:t>
            </a:r>
          </a:p>
        </p:txBody>
      </p:sp>
      <p:sp>
        <p:nvSpPr>
          <p:cNvPr id="3" name="Content Placeholder 2"/>
          <p:cNvSpPr>
            <a:spLocks noGrp="1"/>
          </p:cNvSpPr>
          <p:nvPr>
            <p:ph idx="1"/>
          </p:nvPr>
        </p:nvSpPr>
        <p:spPr>
          <a:xfrm>
            <a:off x="124287" y="1624013"/>
            <a:ext cx="11458113" cy="4525963"/>
          </a:xfrm>
        </p:spPr>
        <p:txBody>
          <a:bodyPr/>
          <a:lstStyle/>
          <a:p>
            <a:pPr lvl="1" algn="just"/>
            <a:r>
              <a:rPr lang="en-US" b="1" i="1" dirty="0">
                <a:solidFill>
                  <a:schemeClr val="tx1"/>
                </a:solidFill>
              </a:rPr>
              <a:t>Requirements identificati</a:t>
            </a:r>
            <a:r>
              <a:rPr lang="en-US" b="1" i="1" dirty="0">
                <a:solidFill>
                  <a:srgbClr val="000000"/>
                </a:solidFill>
              </a:rPr>
              <a:t>on</a:t>
            </a:r>
            <a:r>
              <a:rPr lang="en-US" dirty="0">
                <a:solidFill>
                  <a:srgbClr val="FF0000"/>
                </a:solidFill>
              </a:rPr>
              <a:t> </a:t>
            </a:r>
          </a:p>
          <a:p>
            <a:pPr lvl="2" algn="just"/>
            <a:r>
              <a:rPr lang="en-US" dirty="0"/>
              <a:t>Each requirement must be uniquely identified so that it can be cross-referenced with other requirements. Requirement Ids used for each requirement.</a:t>
            </a:r>
            <a:endParaRPr lang="en-GB" dirty="0"/>
          </a:p>
          <a:p>
            <a:pPr lvl="1" algn="just"/>
            <a:r>
              <a:rPr lang="en-US" b="1" i="1" dirty="0">
                <a:solidFill>
                  <a:srgbClr val="000000"/>
                </a:solidFill>
              </a:rPr>
              <a:t>A change management process</a:t>
            </a:r>
            <a:r>
              <a:rPr lang="en-US" b="1" dirty="0">
                <a:solidFill>
                  <a:srgbClr val="000000"/>
                </a:solidFill>
              </a:rPr>
              <a:t> </a:t>
            </a:r>
          </a:p>
          <a:p>
            <a:pPr lvl="2" algn="just"/>
            <a:r>
              <a:rPr lang="en-US" dirty="0"/>
              <a:t>This is the set of activities that </a:t>
            </a:r>
            <a:r>
              <a:rPr lang="en-US" b="1" dirty="0"/>
              <a:t>assess the impact and cost of changes.</a:t>
            </a:r>
            <a:r>
              <a:rPr lang="en-US" dirty="0"/>
              <a:t> </a:t>
            </a:r>
            <a:endParaRPr lang="en-GB" dirty="0"/>
          </a:p>
          <a:p>
            <a:pPr lvl="1" algn="just"/>
            <a:r>
              <a:rPr lang="en-US" b="1" i="1" dirty="0">
                <a:solidFill>
                  <a:srgbClr val="000000"/>
                </a:solidFill>
              </a:rPr>
              <a:t>Traceability policies</a:t>
            </a:r>
            <a:r>
              <a:rPr lang="en-US" b="1" dirty="0">
                <a:solidFill>
                  <a:srgbClr val="000000"/>
                </a:solidFill>
              </a:rPr>
              <a:t> </a:t>
            </a:r>
          </a:p>
          <a:p>
            <a:pPr lvl="2" algn="just"/>
            <a:r>
              <a:rPr lang="en-US" dirty="0"/>
              <a:t>These policies </a:t>
            </a:r>
            <a:r>
              <a:rPr lang="en-US" b="1" dirty="0"/>
              <a:t>define the relationships between each requirement </a:t>
            </a:r>
            <a:r>
              <a:rPr lang="en-US" dirty="0"/>
              <a:t>and </a:t>
            </a:r>
            <a:r>
              <a:rPr lang="en-US" b="1" dirty="0"/>
              <a:t>between the requirements and the system design that should be recorded</a:t>
            </a:r>
            <a:r>
              <a:rPr lang="en-US" dirty="0"/>
              <a:t>. </a:t>
            </a:r>
            <a:endParaRPr lang="en-GB" dirty="0"/>
          </a:p>
          <a:p>
            <a:pPr lvl="1" algn="just"/>
            <a:r>
              <a:rPr lang="en-US" b="1" i="1" dirty="0">
                <a:solidFill>
                  <a:srgbClr val="000000"/>
                </a:solidFill>
              </a:rPr>
              <a:t>Tool support</a:t>
            </a:r>
            <a:r>
              <a:rPr lang="en-US" b="1" dirty="0">
                <a:solidFill>
                  <a:srgbClr val="000000"/>
                </a:solidFill>
              </a:rPr>
              <a:t> </a:t>
            </a:r>
          </a:p>
          <a:p>
            <a:pPr lvl="2" algn="just"/>
            <a:r>
              <a:rPr lang="en-US" dirty="0"/>
              <a:t>Tools support that is offered from some requirements management systems to spreadsheets and simple database systems.</a:t>
            </a:r>
            <a:endParaRPr lang="en-GB" dirty="0"/>
          </a:p>
          <a:p>
            <a:pPr marL="0" indent="0" algn="just">
              <a:buNone/>
            </a:pPr>
            <a:endParaRPr lang="en-US" dirty="0"/>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D792697-2D11-412C-8566-8BB1AB77767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85693907"/>
      </p:ext>
    </p:extLst>
  </p:cSld>
  <p:clrMapOvr>
    <a:masterClrMapping/>
  </p:clrMapOvr>
  <p:transition spd="med">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change management</a:t>
            </a:r>
          </a:p>
        </p:txBody>
      </p:sp>
      <p:graphicFrame>
        <p:nvGraphicFramePr>
          <p:cNvPr id="7" name="Content Placeholder 6"/>
          <p:cNvGraphicFramePr>
            <a:graphicFrameLocks noGrp="1"/>
          </p:cNvGraphicFramePr>
          <p:nvPr>
            <p:ph idx="1"/>
          </p:nvPr>
        </p:nvGraphicFramePr>
        <p:xfrm>
          <a:off x="609600" y="1503215"/>
          <a:ext cx="10972800" cy="48531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61C7916-3B1F-4BDF-AB87-B2D618ABD4F7}"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529355735"/>
      </p:ext>
    </p:extLst>
  </p:cSld>
  <p:clrMapOvr>
    <a:masterClrMapping/>
  </p:clrMapOvr>
  <p:transition spd="med">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dirty="0"/>
              <a:t>Requirements change management</a:t>
            </a:r>
            <a:r>
              <a:rPr lang="en-GB" dirty="0"/>
              <a:t> </a:t>
            </a:r>
            <a:endParaRPr lang="en-US" dirty="0"/>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4 Requirements Engineering</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5F70CE-84E9-D04C-9B15-10C693AA0F2A}"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4" name="Picture 3" descr="4.18 ReqChangeMan.eps"/>
          <p:cNvPicPr>
            <a:picLocks noChangeAspect="1"/>
          </p:cNvPicPr>
          <p:nvPr/>
        </p:nvPicPr>
        <p:blipFill>
          <a:blip r:embed="rId2"/>
          <a:stretch>
            <a:fillRect/>
          </a:stretch>
        </p:blipFill>
        <p:spPr>
          <a:xfrm>
            <a:off x="1752600" y="3136900"/>
            <a:ext cx="8661952" cy="1054100"/>
          </a:xfrm>
          <a:prstGeom prst="rect">
            <a:avLst/>
          </a:prstGeom>
        </p:spPr>
      </p:pic>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85DD539-06C7-461A-8090-1BC6AFCC3954}"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94187733"/>
      </p:ext>
    </p:extLst>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3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98</TotalTime>
  <Words>4163</Words>
  <Application>Microsoft Office PowerPoint</Application>
  <PresentationFormat>Widescreen</PresentationFormat>
  <Paragraphs>662</Paragraphs>
  <Slides>65</Slides>
  <Notes>0</Notes>
  <HiddenSlides>0</HiddenSlides>
  <MMClips>0</MMClips>
  <ScaleCrop>false</ScaleCrop>
  <HeadingPairs>
    <vt:vector size="8" baseType="variant">
      <vt:variant>
        <vt:lpstr>Fonts Used</vt:lpstr>
      </vt:variant>
      <vt:variant>
        <vt:i4>4</vt:i4>
      </vt:variant>
      <vt:variant>
        <vt:lpstr>Theme</vt:lpstr>
      </vt:variant>
      <vt:variant>
        <vt:i4>3</vt:i4>
      </vt:variant>
      <vt:variant>
        <vt:lpstr>Embedded OLE Servers</vt:lpstr>
      </vt:variant>
      <vt:variant>
        <vt:i4>1</vt:i4>
      </vt:variant>
      <vt:variant>
        <vt:lpstr>Slide Titles</vt:lpstr>
      </vt:variant>
      <vt:variant>
        <vt:i4>65</vt:i4>
      </vt:variant>
    </vt:vector>
  </HeadingPairs>
  <TitlesOfParts>
    <vt:vector size="73" baseType="lpstr">
      <vt:lpstr>Arial</vt:lpstr>
      <vt:lpstr>Calibri</vt:lpstr>
      <vt:lpstr>Wingdings</vt:lpstr>
      <vt:lpstr>Zapf Dingbats</vt:lpstr>
      <vt:lpstr>SE10 slides</vt:lpstr>
      <vt:lpstr>3_SE10 slides</vt:lpstr>
      <vt:lpstr>1_SE10 slides</vt:lpstr>
      <vt:lpstr>Document</vt:lpstr>
      <vt:lpstr>Chapter 4 – Requirements Engineering</vt:lpstr>
      <vt:lpstr>Requirements engineering</vt:lpstr>
      <vt:lpstr>Types of requirement</vt:lpstr>
      <vt:lpstr>stakeholders</vt:lpstr>
      <vt:lpstr>User and system requirements for a Hospital Management System </vt:lpstr>
      <vt:lpstr>Stakeholders for a Hospital Management System </vt:lpstr>
      <vt:lpstr>Agile’s take on requirements engineering</vt:lpstr>
      <vt:lpstr>Functional and non-functional requirements</vt:lpstr>
      <vt:lpstr>Functional and non-functional requirements</vt:lpstr>
      <vt:lpstr>Requirements’ dependency</vt:lpstr>
      <vt:lpstr>Non-functional requirements</vt:lpstr>
      <vt:lpstr>Non-functional requirements classification</vt:lpstr>
      <vt:lpstr>non-functional requirements for Hospital Management System</vt:lpstr>
      <vt:lpstr>Functional requirements for a Hospital Management System </vt:lpstr>
      <vt:lpstr>Metrics for specifying nonfunctional requirements</vt:lpstr>
      <vt:lpstr>Requirements imprecision </vt:lpstr>
      <vt:lpstr>Requirements completeness and consistency</vt:lpstr>
      <vt:lpstr>Requirements engineering processes</vt:lpstr>
      <vt:lpstr>Requirements engineering processes</vt:lpstr>
      <vt:lpstr>A spiral view of the requirements engineering process </vt:lpstr>
      <vt:lpstr>Requirements elicitation and analysis</vt:lpstr>
      <vt:lpstr>Requirements elicitation and analysis process </vt:lpstr>
      <vt:lpstr>Requirements discovery</vt:lpstr>
      <vt:lpstr>Interviewing</vt:lpstr>
      <vt:lpstr>Problems with interviews</vt:lpstr>
      <vt:lpstr>Ethnography</vt:lpstr>
      <vt:lpstr>Scope of ethnography</vt:lpstr>
      <vt:lpstr>Focused ethnography</vt:lpstr>
      <vt:lpstr>Stories and scenarios</vt:lpstr>
      <vt:lpstr>Scenarios</vt:lpstr>
      <vt:lpstr>Problems of requirements elicitation</vt:lpstr>
      <vt:lpstr>Health Club: Case Study</vt:lpstr>
      <vt:lpstr>E-ZShop: Case Study</vt:lpstr>
      <vt:lpstr>  Requirements specification</vt:lpstr>
      <vt:lpstr>Requirements specification</vt:lpstr>
      <vt:lpstr>Ways of writing a system requirements specification </vt:lpstr>
      <vt:lpstr>Requirements and design</vt:lpstr>
      <vt:lpstr>Guidelines for writing requirements</vt:lpstr>
      <vt:lpstr>Problems with natural language</vt:lpstr>
      <vt:lpstr>Structured specifications</vt:lpstr>
      <vt:lpstr>Example requirements for the login module</vt:lpstr>
      <vt:lpstr>Form-based specifications</vt:lpstr>
      <vt:lpstr>Example requirements for the login module</vt:lpstr>
      <vt:lpstr>Tabular specification</vt:lpstr>
      <vt:lpstr>Use cases</vt:lpstr>
      <vt:lpstr>Use cases for the Mentcare system</vt:lpstr>
      <vt:lpstr>The software requirements document</vt:lpstr>
      <vt:lpstr>Users of a requirements document </vt:lpstr>
      <vt:lpstr>The structure of a requirements document </vt:lpstr>
      <vt:lpstr>The structure of a requirements document </vt:lpstr>
      <vt:lpstr> Requirements validation</vt:lpstr>
      <vt:lpstr>Requirements validation</vt:lpstr>
      <vt:lpstr>Types of checks done to validate requirements</vt:lpstr>
      <vt:lpstr>Requirements validation techniques</vt:lpstr>
      <vt:lpstr>Requirements validation challenges</vt:lpstr>
      <vt:lpstr>Requirements change</vt:lpstr>
      <vt:lpstr>Requirements evolution </vt:lpstr>
      <vt:lpstr>Changing requirements ~ reason 1</vt:lpstr>
      <vt:lpstr>Changing requirements ~ reason 2</vt:lpstr>
      <vt:lpstr>Changing requirements ~ reason 3</vt:lpstr>
      <vt:lpstr>Requirements management</vt:lpstr>
      <vt:lpstr>Requirements management</vt:lpstr>
      <vt:lpstr>Requirements management planning</vt:lpstr>
      <vt:lpstr>Requirements change management</vt:lpstr>
      <vt:lpstr>Requirements change management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Scaling agile methods</dc:title>
  <dc:creator>Faculty</dc:creator>
  <cp:lastModifiedBy>Hajra  Ahmed</cp:lastModifiedBy>
  <cp:revision>14</cp:revision>
  <dcterms:created xsi:type="dcterms:W3CDTF">2024-02-15T03:01:43Z</dcterms:created>
  <dcterms:modified xsi:type="dcterms:W3CDTF">2026-02-09T04:56:08Z</dcterms:modified>
</cp:coreProperties>
</file>