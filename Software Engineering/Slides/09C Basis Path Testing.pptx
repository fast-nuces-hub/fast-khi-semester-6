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notesSlides/notesSlide4.xml" ContentType="application/vnd.openxmlformats-officedocument.presentationml.notesSlide+xml"/>
  <Override PartName="/ppt/ink/ink52.xml" ContentType="application/inkml+xml"/>
  <Override PartName="/ppt/notesSlides/notesSlide5.xml" ContentType="application/vnd.openxmlformats-officedocument.presentationml.notesSlide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notesSlides/notesSlide8.xml" ContentType="application/vnd.openxmlformats-officedocument.presentationml.notesSlide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08.xml" ContentType="application/inkml+xml"/>
  <Override PartName="/ppt/notesSlides/notesSlide12.xml" ContentType="application/vnd.openxmlformats-officedocument.presentationml.notesSlide+xml"/>
  <Override PartName="/ppt/ink/ink109.xml" ContentType="application/inkml+xml"/>
  <Override PartName="/ppt/notesSlides/notesSlide13.xml" ContentType="application/vnd.openxmlformats-officedocument.presentationml.notesSlide+xml"/>
  <Override PartName="/ppt/ink/ink1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69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70" r:id="rId13"/>
    <p:sldId id="271" r:id="rId14"/>
    <p:sldId id="263" r:id="rId15"/>
    <p:sldId id="264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43.67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47 24575,'7'-1'0,"0"0"0,0-1 0,0 1 0,0-2 0,-1 1 0,1-1 0,-1 0 0,7-4 0,-7 3 0,1 1 0,-1 0 0,1 0 0,0 0 0,0 1 0,0 0 0,12-2 0,-16 5 0,-1-1 0,1 0 0,-1 1 0,1-1 0,-1 1 0,1 0 0,-1 0 0,0 0 0,1 0 0,-1 0 0,0 0 0,0 1 0,0-1 0,0 1 0,0 0 0,0-1 0,-1 1 0,1 0 0,0 0 0,-1 0 0,1 0 0,-1 0 0,0 1 0,0-1 0,0 0 0,0 0 0,1 5 0,1 2 0,0 0 0,0 0 0,-1 0 0,0 0 0,0 1 0,-1-1 0,-1 1 0,0-1 0,-1 18 0,0-21 0,0-1 0,0 1 0,0-1 0,-1 0 0,0 1 0,0-1 0,0 0 0,0 0 0,-1 0 0,0 0 0,0-1 0,0 1 0,-1-1 0,1 0 0,-1 0 0,0 0 0,-8 6 0,3-4-57,-1 0 0,1 1 1,0 0-1,1 1 0,0 0 0,0 0 0,0 1 0,1 0 0,1 0 0,0 0 0,0 1 1,0 0-1,1 0 0,1 1 0,0 0 0,0-1 0,1 1 0,1 0 0,-1 1 1,2-1-1,0 0 0,0 1 0,1 14 0,1-4-6769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45.5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31 90 24575,'0'4'0,"0"6"0,5 1 0,0-6 0,1-7 0,-2-8 0,-1-7 0,-1-4 0,-5-3 0,-6 3 0,-6 5 0,-1 9 0,3 6-8191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47.1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24575,'568'0'-1365,"-546"0"-5461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48.6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24575,'0'4'0,"0"6"0,0 5 0,0 4 0,0 4 0,0 1 0,0 1 0,0 1 0,0 0 0,0-1 0,0 5 0,0 1 0,0-1 0,0-1 0,0-1 0,0-2 0,0 0 0,0-6-8191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50.3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24575,'5'7'0,"-1"-1"0,0 1 0,0 1 0,0-1 0,-1 0 0,0 1 0,0 0 0,2 10 0,8 22 0,-6-19-29,-1 0 0,0 1 0,-2-1 0,-1 1 0,-1 0 0,0 0 0,-2 0-1,-3 31 1,2 0-1074,0-32-5723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52.0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20 24575,'4'0'0,"6"0"0,5 0 0,5 0 0,2 0 0,2 0 0,1 0 0,1 0 0,0 0 0,-1 0 0,1 0 0,-1 0 0,0 0 0,-1-4 0,1-2 0,0 1 0,-5 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53.75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51 24575,'4'0'0,"6"0"0,5-4 0,5-2 0,2 1 0,3 1 0,0 1 0,0 1 0,1 1 0,0 0 0,-1 1 0,-4-4 0,-2-1 0,1 0 0,0 0 0,2 2 0,1 2 0,-4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55.6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0 350 24575,'1'2'0,"-1"-1"0,0 0 0,1 0 0,-1 0 0,1 0 0,0 0 0,-1 0 0,1 0 0,0 0 0,-1 0 0,1-1 0,0 1 0,0 0 0,0 0 0,0-1 0,0 1 0,0 0 0,0-1 0,0 1 0,0-1 0,0 1 0,0-1 0,0 0 0,1 1 0,-1-1 0,0 0 0,2 0 0,38 5 0,-37-5 0,31 1 0,0-2 0,0-2 0,0-1 0,-1-2 0,1-1 0,-1-1 0,52-22 0,-63 19 0,-1-1 0,0-2 0,-1 0 0,-1-1 0,0-1 0,-1-1 0,-1-1 0,25-31 0,21-18 0,8-3-1365,-61 57-5461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0:57.6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1 133 24575,'13'16'0,"0"1"0,-1 0 0,-1 1 0,16 35 0,-16-32 0,0 0 0,1 0 0,21 25 0,-3-6 0,-21-27 0,1 0 0,0-1 0,0 0 0,2 0 0,15 12 0,-24-22 0,1 1 0,0-1 0,0 0 0,0 0 0,0 0 0,0-1 0,0 1 0,0-1 0,1 0 0,-1 0 0,1-1 0,-1 1 0,0-1 0,1 0 0,-1 0 0,1-1 0,-1 1 0,0-1 0,1 0 0,-1 0 0,0 0 0,1-1 0,6-3 0,5-4 0,-1 0 0,0-1 0,0-1 0,13-12 0,36-26 0,1 4 0,69-61 0,-30 21 0,-97 79 0,110-76 0,-46 34-1365,-49 34-5461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06.4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0 123 23697,'1036'-123'0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17.7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24575,'5'0'0,"9"0"0,7 0 0,3 0 0,3 0 0,1 0 0,-1 0 0,-1 0 0,0 0 0,0 0 0,-1 0 0,-4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18.95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24575,'445'0'-1365,"-424"0"-5461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22.0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24575,'3'0'0,"0"-1"0,0 1 0,0 0 0,0 1 0,-1-1 0,1 0 0,0 1 0,0 0 0,0-1 0,0 1 0,-1 0 0,1 0 0,0 1 0,-1-1 0,1 1 0,-1-1 0,0 1 0,1 0 0,-1 0 0,0 0 0,0 0 0,0 0 0,0 0 0,0 1 0,-1-1 0,1 0 0,-1 1 0,0 0 0,1-1 0,-1 1 0,0 0 0,-1 0 0,1-1 0,0 1 0,-1 0 0,0 0 0,1 0 0,-1 0 0,0 0 0,0 0 0,-1 0 0,1-1 0,-1 1 0,1 0 0,-3 4 0,-17 43 0,15-40 0,1 0 0,0 1 0,0-1 0,1 1 0,-3 19 0,3 43-1365,4-51-5461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25.3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52 24575,'56'0'0,"-19"2"0,-1-1 0,1-3 0,-1 0 0,1-3 0,-1-1 0,52-16 0,-71 17-178,1 1 0,0 1 0,1 0-1,-1 1 1,1 1 0,24 2 0,-41-1 60,20 1-6708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26.4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24575,'0'8'0,"0"11"0,0 11 0,0 9 0,0 2 0,0-3 0,0-2 0,0-4 0,0-3 0,0-2 0,0-2 0,0-4-8191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28.3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376 2 24575,'-103'-2'0,"-115"5"0,216-3 0,-1 0 0,1 1 0,-1-1 0,1 1 0,0-1 0,-1 1 0,1 0 0,0 0 0,-1 0 0,1 0 0,0 0 0,0 1 0,0-1 0,0 1 0,0-1 0,0 1 0,1 0 0,-1 0 0,0 0 0,1 0 0,0 0 0,-1 0 0,1 0 0,0 0 0,0 0 0,0 1 0,0-1 0,0 0 0,1 1 0,-1-1 0,1 1 0,0-1 0,-1 1 0,1-1 0,0 0 0,1 1 0,-1-1 0,0 1 0,1 2 0,2 13 0,1 0 0,0-1 0,1 1 0,9 20 0,-7-22 0,27 107 0,-23-79 0,19 52 0,-25-79-167,-1-1 0,0 1-1,-2 0 1,0 0 0,0 0-1,-3 34 1,1-47-27,0 18-6632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30.2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1 149 24575,'14'-10'0,"0"1"0,1 0 0,0 1 0,1 0 0,0 1 0,32-9 0,-14 4 0,8-4-117,-19 6-61,1 0 0,1 2-1,0 1 1,0 1 0,0 1-1,33-2 1,-37 6-6648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36.6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67 24575,'3'-2'0,"0"1"0,0 0 0,-1-1 0,1 0 0,-1 1 0,1-1 0,-1 0 0,0 0 0,0 0 0,0-1 0,0 1 0,0-1 0,3-4 0,17-17 0,-20 22 0,0 1 0,0 0 0,-1 0 0,1 0 0,0 1 0,0-1 0,0 0 0,0 1 0,0-1 0,0 1 0,0-1 0,0 1 0,0 0 0,0 0 0,0 0 0,0 0 0,0 0 0,0 1 0,0-1 0,0 1 0,0-1 0,0 1 0,0 0 0,0-1 0,0 1 0,3 2 0,-2 0 0,0 0 0,-1 0 0,1 0 0,0 0 0,-1 0 0,1 1 0,-1-1 0,0 1 0,-1-1 0,1 1 0,0 0 0,-1 0 0,1 5 0,0-3 0,-1 1 0,0-1 0,0 1 0,0 0 0,-1-1 0,0 1 0,-1 0 0,-1 9 0,1-13 0,1 0 0,-1 0 0,0 0 0,0 0 0,0 0 0,0 0 0,-1 0 0,1 0 0,-1-1 0,0 1 0,0-1 0,0 1 0,0-1 0,0 0 0,0 1 0,-1-1 0,-4 3 0,0-2 0,4-1 0,-1-1 0,1 1 0,-1-1 0,1 1 0,0 0 0,0 0 0,0 0 0,0 1 0,0-1 0,0 1 0,1-1 0,-1 1 0,1 0 0,-1 0 0,1 0 0,0 1 0,0-1 0,1 0 0,-1 1 0,1-1 0,0 1 0,0-1 0,0 1 0,0 0 0,0 7 0,0 61-1365,2-50-5461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38.57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24575,'4'0'0,"6"0"0,1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40.2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24575,'692'0'-1365,"-671"0"-5461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41.75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24575,'0'5'0,"0"4"0,0 6 0,0 5 0,0 2 0,0 2 0,0 2 0,0 0 0,0-1 0,0 1 0,0-1 0,0 0 0,0 0 0,0 0 0,0 0 0,0-5-8191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43.0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24575,'4'0'0,"6"0"0,5 0 0,5 0 0,2 0 0,3 0 0,0 0 0,1 0 0,-1 0 0,1 0 0,-1 0 0,-4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44.3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24575,'4'0'0,"6"0"0,5 0 0,4 0 0,4 0 0,1 0 0,1 0 0,-3 0-8191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46.3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549 0 24575,'-30'2'0,"-58"10"0,24-1 0,-8-1 0,30-3 0,-68 2 0,83-10 0,18 0 0,1 1 0,-1 0 0,0 0 0,0 1 0,1 0 0,-13 4 0,18-4 0,1 0 0,-1 0 0,1 1 0,0-1 0,-1 1 0,1-1 0,0 1 0,0 0 0,0 0 0,0 0 0,0 0 0,1 0 0,-1 1 0,1-1 0,-1 0 0,1 1 0,0-1 0,0 1 0,0-1 0,0 1 0,0 0 0,0-1 0,1 1 0,-1 5 0,0 15 19,1 1 0,1-1 0,1 0-1,1 0 1,0 0 0,15 44 0,-10-35-518,-1 0 0,5 51 0,-11-58-6327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47.75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24575,'4'0'0,"6"0"0,5 0 0,8 0 0,5 0 0,2 0 0,-1 0 0,0 0 0,-1 0 0,-2 0 0,0 0 0,-5 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49.8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24575,'4'0'0,"6"0"0,5 0 0,4 0 0,4 0 0,1 0 0,1 0 0,1 0 0,-5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51.0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24575,'8'0'0,"8"0"0,8 0 0,5 0 0,2 0 0,0 0 0,-2 0 0,-1 0 0,-1 0 0,-1 0 0,-1 0 0,0 0 0,-1 0 0,-4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1:59.6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 24575,'15'-1'0,"0"1"0,0 0 0,0 1 0,0 1 0,0 0 0,0 1 0,0 1 0,-1 0 0,0 1 0,20 10 0,-24-11 0,-1 1 0,-1 0 0,1 1 0,-1 0 0,15 13 0,-22-18 0,0 0 0,0 0 0,0 0 0,0 0 0,-1 1 0,1-1 0,0 0 0,-1 0 0,1 0 0,-1 1 0,1-1 0,-1 0 0,0 1 0,1-1 0,-1 0 0,0 1 0,0-1 0,0 0 0,0 1 0,0-1 0,-1 2 0,0-1 0,0 0 0,0 0 0,0 0 0,-1 0 0,1 0 0,-1 0 0,0 0 0,1 0 0,-1-1 0,0 1 0,0-1 0,0 1 0,0-1 0,0 0 0,0 0 0,-4 2 0,1-1 0,-1 1 0,1 0 0,0 0 0,0 1 0,0 0 0,0-1 0,1 2 0,0-1 0,-1 0 0,2 1 0,-1 0 0,0 0 0,-3 8 0,3-5 0,2 0 0,-1 1 0,1 0 0,0-1 0,1 1 0,0 0 0,0 0 0,1 16 0,1-1-1365,0-2-5461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01.7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35 53 24575,'-4'0'0,"-1"4"0,-1 6 0,2 5 0,1 4 0,1-5 0,1-9 0,1-10 0,0-8 0,0-6 0,0-4 0,1-2 0,-6 3 0,0 9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08.9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24575,'0'4'0,"0"6"0,0 5 0,0 4 0,0 4 0,0 1 0,0 2 0,0-1 0,0 1 0,0-5-8191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10.9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24575,'3'1'0,"-1"0"0,1 0 0,-1 0 0,0 0 0,1 0 0,-1 1 0,0-1 0,0 1 0,1-1 0,-1 1 0,-1 0 0,1 0 0,0-1 0,0 2 0,-1-1 0,1 0 0,-1 0 0,2 3 0,22 44 0,-22-37 0,0 0 0,0 1 0,-1-1 0,-1 0 0,0 1 0,0-1 0,-1 1 0,-1-1 0,0 1 0,-1-1 0,-3 13 0,5-27 0,0 1 0,0 0 0,0-1 0,0 1 0,0 0 0,0-1 0,0 1 0,0 0 0,0-1 0,-1 1 0,1 0 0,-1 0 0,1-1 0,-1 1 0,1 0 0,-1 0 0,0 0 0,1 0 0,-1-1 0,0 1 0,0 0 0,0 1 0,0-1 0,0 0 0,0 0 0,0 0 0,0 0 0,0 1 0,-1-1 0,1 1 0,0-1 0,0 1 0,-1-1 0,1 1 0,0 0 0,-1-1 0,1 1 0,0 0 0,-1 0 0,1 0 0,0 0 0,-1 0 0,1 0 0,0 0 0,0 1 0,-1-1 0,1 1 0,-2 0 0,11-5 0,-1 1 0,1 1 0,0 0 0,0 0 0,0 0 0,0 1 0,16-1 0,65 6 0,-36-1 0,45-3-1365,-77 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11.9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24575,'0'4'0,"4"2"0,6-1 0,5 0 0,0-2-8191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13.0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24575,'4'0'0,"6"0"0,5 0 0,4 0 0,4 0 0,1 0 0,-3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14.1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24575,'4'0'0,"6"0"0,9 5 0,6 0 0,3 0 0,0-1 0,1-1 0,-6-1-8191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15.2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24575,'4'0'0,"6"0"0,5 0 0,4 0 0,4 0 0,1 0 0,2 0 0,-5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17.8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24575,'2'1'0,"0"-1"0,-1 1 0,1 0 0,0 0 0,-1 0 0,1 0 0,-1 1 0,0-1 0,1 0 0,-1 1 0,0-1 0,0 1 0,0-1 0,0 1 0,0-1 0,0 1 0,-1 0 0,1-1 0,0 1 0,0 2 0,12 37 0,4 79 0,-17-120 0,0 1 0,0-1 0,0 0 0,0 1 0,0-1 0,0 0 0,0 1 0,0-1 0,0 0 0,0 0 0,1 1 0,-1-1 0,0 0 0,0 1 0,0-1 0,0 0 0,1 0 0,-1 1 0,0-1 0,0 0 0,0 0 0,1 1 0,-1-1 0,0 0 0,0 0 0,1 0 0,-1 0 0,0 1 0,1-1 0,-1 0 0,0 0 0,1 0 0,-1 0 0,0 0 0,0 0 0,1 0 0,-1 0 0,0 0 0,1 0 0,-1 0 0,0 0 0,1 0 0,12-14 0,10-32 0,-19 38 0,-3 5 0,8-16 0,2 0 0,22-32 0,-31 48 0,0 1 0,0-1 0,0 0 0,0 1 0,0-1 0,1 1 0,-1 0 0,1 0 0,0 0 0,-1 0 0,1 0 0,0 0 0,0 1 0,0 0 0,0-1 0,0 1 0,0 0 0,1 0 0,-1 1 0,0-1 0,1 1 0,-1 0 0,0-1 0,1 2 0,-1-1 0,7 1 0,-8 1 0,1-1 0,-1 1 0,1 0 0,-1 0 0,1 0 0,-1 0 0,0 1 0,0-1 0,0 0 0,0 1 0,-1-1 0,1 1 0,-1 0 0,1 0 0,-1 0 0,0-1 0,0 1 0,0 0 0,-1 0 0,1 1 0,-1-1 0,0 0 0,1 0 0,-2 3 0,13 40 0,-11-44 0,0 0 0,0 0 0,1 0 0,-1 0 0,0 0 0,1-1 0,0 1 0,-1 0 0,1-1 0,0 1 0,0-1 0,0 1 0,0-1 0,0 0 0,0 0 0,0 0 0,0 0 0,3 1 0,38 4-1365,-23-6-5461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22.3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24575,'4'0'0,"6"0"0,5 0 0,4 0 0,4 0 0,1 0 0,1 0 0,1 0 0,0 0 0,-1 0 0,0 0 0,1 0 0,-1 0 0,-1 0 0,-3 0-8191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2:23.3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24575,'4'0'0,"10"0"0,6 0 0,5 0 0,-2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3:37.509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0 172 0,'1356'-172'0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3:39.960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 0,'617'-25'0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4T03:13:42.122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1,'569'0,"-549"0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3:48.5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96 1 24575,'-2'27'0,"-1"-1"0,-1 1 0,-1-1 0,-2 0 0,0-1 0,-17 37 0,-14 51 0,37-109 0,0 0 0,0 0 0,0 1 0,0-1 0,1 1 0,-1-1 0,1 0 0,0 1 0,1-1 0,-1 1 0,1-1 0,0 0 0,0 1 0,0-1 0,0 0 0,1 0 0,3 7 0,-3-9 0,1 1 0,-1 0 0,1-1 0,0 1 0,0-1 0,0 0 0,0 0 0,0 0 0,1 0 0,-1-1 0,1 1 0,-1-1 0,1 0 0,-1 0 0,1 0 0,-1-1 0,1 1 0,0-1 0,0 0 0,-1 0 0,6 0 0,-2-1 0,0 0 0,-1-1 0,1 0 0,0 0 0,-1 0 0,0 0 0,1-1 0,-1 0 0,0-1 0,0 1 0,-1-1 0,1-1 0,-1 1 0,10-10 0,-10 8 0,1 0 0,-1 0 0,-1 0 0,1 0 0,-1-1 0,0 0 0,0 0 0,-1 0 0,0 0 0,0-1 0,0 1 0,1-14 0,-3-65 0,0 394 97,-3-132-1559,2-154-5364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3:57.9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4 24575,'44'-2'0,"43"1"0,-82 1 0,1 1 0,-1-1 0,1 1 0,-1 0 0,1 1 0,-1 0 0,1-1 0,-1 2 0,0-1 0,0 0 0,8 6 0,-10-4 0,0 0 0,0 0 0,-1 0 0,1 0 0,-1 1 0,0-1 0,0 0 0,-1 1 0,1 0 0,-1-1 0,0 1 0,0 0 0,0 0 0,-1-1 0,0 1 0,0 9 0,-1 5 0,0 0 0,-8 35 0,6-38 0,-6 19 0,3 0 0,-3 39 0,8-66 0,1 1 0,0-1 0,0 0 0,1 1 0,0-1 0,1 0 0,-1 0 0,1 0 0,1 0 0,0 0 0,0 0 0,0-1 0,1 1 0,9 12 0,15 1-1365,-13-15-5461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3:59.6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91 24575,'1'0'0,"0"1"0,1-1 0,-1 1 0,0-1 0,1 1 0,-1-1 0,0 1 0,0 0 0,0 0 0,0 0 0,1-1 0,-1 1 0,0 0 0,0 0 0,-1 1 0,1-1 0,2 2 0,-3-1 0,1-1 0,0 1 0,0-1 0,1 0 0,-1 1 0,0-1 0,0 0 0,1 0 0,-1 0 0,0 0 0,1 0 0,-1 0 0,1 0 0,-1-1 0,1 1 0,0 0 0,-1-1 0,1 0 0,0 1 0,2-1 0,-1 0 0,-1-1 0,1 0 0,-1 0 0,0 0 0,0 0 0,1 0 0,-1-1 0,0 1 0,0-1 0,0 1 0,0-1 0,-1 0 0,1 0 0,0 0 0,-1 0 0,1 0 0,-1 0 0,0 0 0,1 0 0,-1-1 0,0 1 0,0 0 0,-1-1 0,1 1 0,0-1 0,-1 1 0,0-1 0,1 1 0,-1-1 0,0 1 0,0-1 0,-1-2 0,1 1 0,0 0 0,0 1 0,-1-1 0,0 1 0,1-1 0,-1 1 0,0-1 0,0 1 0,-1 0 0,-2-5 0,3 6 0,1 1 0,-1 0 0,0 0 0,0 0 0,0-1 0,0 1 0,0 0 0,0 0 0,-1 0 0,1 1 0,0-1 0,0 0 0,-1 0 0,1 1 0,0-1 0,-1 1 0,1-1 0,-1 1 0,1 0 0,-1-1 0,1 1 0,0 0 0,-1 0 0,-1 0 0,2 0-12,1 0 1,-1 0-1,1 0 0,0-1 0,-1 1 0,1 0 0,-1 0 1,1 0-1,-1 0 0,1 1 0,-1-1 0,1 0 0,-1 0 1,1 0-1,-1 0 0,1 0 0,0 1 0,-1-1 0,1 0 1,-1 0-1,1 0 0,0 1 0,-1-1 0,1 0 0,-1 1 1,1-1-1,0 0 0,0 1 0,-1-1 0,1 1 0,0-1 1,0 0-1,-1 1 0,1-1 0,0 1 0,0-1 0,0 1 1,0-1-1,0 1 0,-1-1 0,1 1 0,0-1 0,0 0 0,0 1 1,0-1-1,1 1 0,-1-1 0,0 1 0,0-1 0,0 1 1,0-1-1,0 1 0,1-1 0,-1 0 0,0 1 0,0-1 1,1 1-1,-1-1 0,0 0 0,0 1 0,1-1 0,0 2-619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4:15.7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76 24575,'46'-2'0,"52"-9"0,-51 5 0,46-1 0,616 8 0,-669-3 0,59-10 0,-22 1 0,0 0 0,-37 5 0,67-2 0,-34 8-1365,-52 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4:17.82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21389,'617'0'0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4:19.4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24575,'32'2'0,"1"2"0,-1 1 0,36 10 0,-35-7 0,1-2 0,60 5 0,222-12-1365,-295 1-5461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6:03.8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24575,'420'0'-1365,"-399"0"-5461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6:26.7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179 0 24575,'-37'62'0,"-14"5"0,28-35 0,-30 32 0,51-63 0,1 1 0,-1 0 0,1-1 0,0 1 0,-1 0 0,1 0 0,0 0 0,0 0 0,1 0 0,-1 0 0,-1 3 0,6-2 0,10-13 0,10-15 0,-6 6 0,0 0 0,2 2 0,0 0 0,35-23 0,-54 39 0,0 1 0,-1-1 0,1 1 0,0 0 0,-1-1 0,1 1 0,0 0 0,0-1 0,0 1 0,-1 0 0,1 0 0,0 0 0,0 0 0,-1 0 0,1 0 0,0 0 0,0 0 0,0 0 0,-1 0 0,1 0 0,0 0 0,0 1 0,0-1 0,-1 0 0,1 1 0,0-1 0,-1 0 0,1 1 0,0-1 0,-1 1 0,1-1 0,0 1 0,-1-1 0,1 1 0,-1 0 0,1-1 0,-1 1 0,0 0 0,1-1 0,-1 1 0,1 0 0,-1 0 0,0-1 0,0 1 0,1 0 0,-1 0 0,0-1 0,0 1 0,0 0 0,0 0 0,0 0 0,0 1 0,0 45 0,-9 44 0,-7 120 0,17-208 0,-1 0 0,0 0 0,0 0 0,0 0 0,-1-1 0,1 1 0,-1 0 0,1 0 0,-1 0 0,0 0 0,0-1 0,0 1 0,0 0 0,-1-1 0,1 1 0,-1-1 0,1 0 0,-1 1 0,0-1 0,0 0 0,0 0 0,-3 2 0,0-2 0,0 1 0,0-1 0,0-1 0,-1 1 0,1-1 0,0 0 0,-1 0 0,1 0 0,-1-1 0,1 0 0,-6 0 0,-64-3 0,68 1 0,16-2 0,29-5 0,-28 6 0,269-71 0,131-28 0,-361 94-1365,-15 4-5461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7:00.32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24575,'408'20'0,"-338"-15"0,-37-3 0,61 12 0,-59-9-17,2-1-1,-1-1 1,69-5-1,-34 1-1277,-50 1-5531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7:33.6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1 737 24575,'0'2'0,"1"1"0,-1-1 0,1 0 0,0 0 0,0 0 0,0 0 0,0 0 0,0 0 0,0 0 0,1 0 0,-1 0 0,1-1 0,-1 1 0,1-1 0,0 1 0,0-1 0,-1 1 0,1-1 0,0 0 0,0 0 0,0 0 0,0 0 0,1 0 0,-1-1 0,0 1 0,0 0 0,0-1 0,4 1 0,66 7 0,-36-9 0,0-1 0,0-2 0,0-2 0,-1-1 0,62-21 0,-70 17 0,-2-2 0,0-1 0,0-1 0,-1-1 0,41-36 0,-26 22 0,145-115 0,217-162 0,-352 270 0,-32 22 0,1 1 0,0 1 0,1 1 0,0 0 0,1 1 0,30-11 0,-40 22-1365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4T03:23:08.4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8:37.3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444 111 24575,'0'2'0,"-1"0"0,0 1 0,0-1 0,0 0 0,0 0 0,0 0 0,-1 0 0,1 0 0,-1 0 0,1 0 0,-1 0 0,0 0 0,-3 2 0,-28 22 0,32-25 0,-12 7 0,1 0 0,-27 11 0,27-14 0,0 0 0,1 1 0,-1 1 0,-14 11 0,-8 8 0,-1-2 0,-1-1 0,-55 26 0,87-47 0,0 0 0,0-1 0,0 1 0,-1-1 0,1 0 0,0 0 0,-8 0 0,11-1 0,1 0 0,-1 0 0,0 0 0,1 0 0,-1 0 0,1 0 0,-1 0 0,0-1 0,1 1 0,-1 0 0,1 0 0,-1-1 0,1 1 0,-1 0 0,1 0 0,-1-1 0,1 1 0,-1-1 0,1 1 0,-1 0 0,1-1 0,0 1 0,-1-2 0,0 1 0,1 0 0,0 0 0,0-1 0,0 1 0,0 0 0,0 0 0,0-1 0,0 1 0,0 0 0,0 0 0,1-1 0,-1 1 0,1 0 0,-1 0 0,0 0 0,2-2 0,10-21 0,1 1 0,1 0 0,1 1 0,1 1 0,1 0 0,1 1 0,1 1 0,41-33 0,-52 45 0,0-1 0,-1 0 0,0-1 0,6-9 0,26-31 0,-36 46 0,-1 1 0,0 0 0,1 0 0,-1 0 0,1 0 0,-1 1 0,1-1 0,0 1 0,0-1 0,0 1 0,0 0 0,0 0 0,0 0 0,6 0 0,-7 1 0,1 1 0,-1-1 0,0 1 0,1-1 0,-1 1 0,0 0 0,0 0 0,0 0 0,0 0 0,0 0 0,0 0 0,0 1 0,0-1 0,0 1 0,0-1 0,-1 1 0,1 0 0,-1 0 0,1 0 0,-1 0 0,2 2 0,25 52 0,-21-41 0,16 46 0,-2 1 0,-3 1 0,19 129 0,-22-108 0,-10-54 0,-2 0 0,-1 0 0,-1 1 0,-5 37 0,4-66 0,0 1 0,-1-1 0,1 0 0,-1 1 0,1-1 0,-1 0 0,0 0 0,0 1 0,0-1 0,0 0 0,0 0 0,0 0 0,-1 0 0,1 0 0,-1-1 0,1 1 0,-1 0 0,0-1 0,0 1 0,0-1 0,0 1 0,0-1 0,0 0 0,0 0 0,0 0 0,0 0 0,0 0 0,-1-1 0,1 1 0,0-1 0,-1 1 0,1-1 0,0 0 0,-5 0 0,-7 0 0,-1-1 0,1-1 0,0-1 0,-24-6 0,15 3 0,-140-39 0,80 20 0,7 13 0,295 2 0,-82 2 0,290 2-1365,-409 6-5461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8:46.1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24575,'569'0'-1365,"-548"0"-5461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8:47.3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 1 24575,'2'87'0,"-4"98"0,-10-118 0,7-49 0,2-1 0,-2 29 0,4 2-1365,1-27-5461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8:50.47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24575,'178'8'0,"227"40"0,-143-13 0,-87-9 0,-91-12 0,129 5 0,-51-7 0,15-1 0,-156-10 45,-1 1-1,35 7 1,19 3-1544,-54-11-5327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8:53.1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426 1 24575,'-24'1'0,"0"1"0,-29 7 0,-43 4 0,40-14 0,43-1 0,0 1 0,0 1 0,-1 0 0,1 1 0,0 0 0,0 1 0,-1 1 0,-13 4 0,24-5 0,1 0 0,-1-1 0,0 1 0,1 1 0,0-1 0,-1 0 0,1 1 0,0-1 0,0 1 0,0 0 0,1-1 0,-1 1 0,0 0 0,1 0 0,0 0 0,0 0 0,0 0 0,0 1 0,0-1 0,1 0 0,0 0 0,-1 4 0,0 13 0,0 0 0,4 31 0,0-20 0,-5 130 0,6 73 0,10-175-1365,-10-42-5461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8:54.3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24575,'50'2'0,"1"3"0,-1 2 0,65 17 0,-108-22 0,17 2-341,0 0 0,1-2-1,25-1 1,-29-1-6485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8:58.1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21389,'665'0'0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01.8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24575,'4'0'0,"6"0"0,9 0 0,6 0 0,2 0 0,6 0 0,1 0 0,-1 0 0,-2 0 0,-2 0 0,-2 0 0,-1 0 0,-1 0 0,0 0 0,-1 0 0,-4 0-8191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03.03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24575,'0'445'-1365,"0"-424"-5461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03.5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24575,'0'0'-8191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05.81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620 1 24575,'-543'0'0,"540"0"0,-1-1 0,1 1 0,0 1 0,0-1 0,-1 0 0,1 1 0,0 0 0,0 0 0,0 0 0,0 0 0,0 0 0,0 0 0,0 1 0,0 0 0,1-1 0,-1 1 0,0 0 0,1 0 0,-5 5 0,5-3 0,1-1 0,-1 0 0,0 1 0,1 0 0,0-1 0,0 1 0,0 0 0,0-1 0,1 1 0,0 0 0,-1 0 0,1 0 0,1-1 0,-1 1 0,0 0 0,1 0 0,1 4 0,47 179 0,-2-12 0,-40-142-116,0-5-196,-1 1-1,-2 0 1,1 36 0,-5-44-6514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07.14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24575,'88'2'0,"92"15"0,-101-13 85,-58-5-568,1 2-1,33 6 1,-34-2-6343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14.5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 24575,'144'-3'0,"156"7"0,-219 14-1365,-64-15-5461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15.74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24575,'0'4'0,"0"10"0,0 7 0,0 4 0,0 1 0,0 2 0,0-1 0,0 0 0,0-1 0,0-1 0,0 1 0,0-1 0,0-1 0,0 1 0,0-1 0,0 1 0,0-1 0,0-3-8191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20.0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279 1 24575,'-71'-1'0,"-80"3"0,148-2 0,1 1 0,-1 0 0,1-1 0,-1 1 0,0 0 0,1 0 0,0 0 0,-1 1 0,1-1 0,0 0 0,-1 1 0,1 0 0,0-1 0,0 1 0,1 0 0,-1 0 0,0 0 0,0 0 0,1 1 0,-1-1 0,1 0 0,0 1 0,0-1 0,0 1 0,0-1 0,0 1 0,1-1 0,-1 1 0,1 0 0,-1 4 0,-1 11 0,1 0 0,1 0 0,4 30 0,-2-17 0,0 343-1365,-2-353-5461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21.4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24575,'617'0'-1365,"-596"0"-5461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24.59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75 24575,'433'-37'0,"-296"19"0,186-1 0,-301 22 0,0 0 0,-1 2 0,1 0 0,-1 2 0,0 0 0,-1 2 0,28 14 0,59 53-1365,-93-69-5461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19:56.31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677 1 24575,'55'0'0,"0"2"0,1 3 0,79 17 0,-133-22 0,346 92 0,-204-42 0,-2 7 0,-3 6 0,-3 6 0,228 155 0,-248-136 0,111 112 0,-58-48 0,-119-105 0,70 87 0,-50-53 0,-23-22 0,-2 1 0,55 104 0,-80-130 0,5 13 0,-2 1 0,-2 1 0,-2 2 0,-2-1 0,-3 2 0,-2 0 0,6 62 0,28 289 0,-44-332 0,-2 0 0,-4 0 0,-21 122 0,-190 561 0,191-679 0,-201 590 0,177-540 0,-6-2 0,-4-2 0,-6-3 0,-119 165 0,107-175 0,-250 343 0,167-229 0,-36 45 0,22-75 0,3-4 0,-240 240 0,293-314 0,-207 191 0,316-298 0,-60 53 0,2 3 0,-60 74 0,14-12 0,91-103 0,19-20 0,1 0 0,0-1 0,-1 0 0,1 1 0,-1-1 0,1 0 0,-1 1 0,0-1 0,0 0 0,0 0 0,1-1 0,-1 1 0,0 0 0,-3 0 0,4-1 0,0 0 0,1 0 0,-1 0 0,0 0 0,0 0 0,1-1 0,-1 1 0,0 0 0,1 0 0,-1-1 0,1 1 0,-1 0 0,0-1 0,1 1 0,-1-1 0,1 1 0,-1-1 0,1 1 0,-1-1 0,1 1 0,-1-1 0,1 1 0,-1-1 0,1 0 0,0 1 0,-1-2 0,0-2 0,0-1 0,0 1 0,0 0 0,0-1 0,1 1 0,0-1 0,0 1 0,0 0 0,1-1 0,-1 1 0,3-9 0,20-53 0,3 0 0,2 1 0,3 2 0,46-67 0,-50 91 0,42-45 0,-129 145 0,28-31 0,2 2 0,-36 50 0,28-28 0,-50 99 0,13 41 0,73-191 0,1-1 0,0 1 0,0 0 0,0-1 0,0 1 0,0 0 0,0 0 0,1-1 0,0 1 0,-1 0 0,1 0 0,0 0 0,0 0 0,1 0 0,-1-1 0,1 6 0,1-6 0,-1-1 0,0 1 0,1 0 0,-1-1 0,1 1 0,0-1 0,-1 1 0,1-1 0,0 0 0,0 1 0,0-1 0,0 0 0,0 0 0,0-1 0,0 1 0,0 0 0,0-1 0,0 1 0,1-1 0,-1 0 0,0 0 0,3 0 0,60 4 0,1-4 0,121-15 0,54-1 0,-194 16-1365,-26 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0:18.1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443 0 24575,'-9'2'0,"0"0"0,-1 1 0,1 0 0,0 0 0,1 1 0,-1 0 0,1 1 0,-1 0 0,-9 7 0,-13 7 0,10-7 0,-1 0 0,2 2 0,0 0 0,0 2 0,2 0 0,0 1 0,0 1 0,2 0 0,0 1 0,2 1 0,-25 43 0,36-59 0,-9 16 0,2 1 0,0 0 0,1 0 0,0 1 0,-6 31 0,14-48 0,0 0 0,0 0 0,1 0 0,0 1 0,0-1 0,0 0 0,1 0 0,-1 0 0,1 0 0,1 0 0,-1 0 0,1 0 0,-1 0 0,1 0 0,1 0 0,-1-1 0,1 1 0,0-1 0,0 0 0,0 0 0,0 0 0,1 0 0,-1-1 0,1 1 0,0-1 0,0 0 0,1 0 0,-1 0 0,0-1 0,8 4 0,72 31 0,-45-20 0,60 34 0,-85-42 0,-1 0 0,0 0 0,-1 1 0,0 1 0,0 0 0,-1 0 0,-1 1 0,16 23 0,-22-28 0,0 0 0,-1 1 0,0-1 0,0 1 0,0 0 0,-1 0 0,-1 0 0,1 0 0,-1 0 0,0 0 0,-1 0 0,0 0 0,0 0 0,-1 1 0,0-1 0,-1 0 0,1 0 0,-6 14 0,1-10 0,1-1 0,-2 1 0,0-1 0,0-1 0,-1 1 0,0-1 0,-1 0 0,0-1 0,-12 10 0,-39 45 0,-42 45 0,100-107 0,0 0 0,0 0 0,0 1 0,0-1 0,1 1 0,-1 0 0,1-1 0,-1 1 0,1 0 0,0 0 0,0 0 0,0 0 0,1 0 0,-1 0 0,1 0 0,-1 0 0,1 0 0,0 0 0,0 0 0,1 0 0,-1 0 0,1 0 0,-1 0 0,1 0 0,0 0 0,0 0 0,0 0 0,0 0 0,1 0 0,-1-1 0,1 1 0,0-1 0,0 1 0,0-1 0,4 5 0,31 28 0,-31-31 0,-1 0 0,1 1 0,-1 0 0,0 0 0,0 0 0,-1 1 0,1 0 0,-1 0 0,0 0 0,-1 0 0,0 1 0,0-1 0,0 1 0,0 0 0,-1-1 0,-1 1 0,3 12 0,0 70 0,-10 114 0,-5-98 0,-42 175 0,41-225 0,3 0 0,2 1 0,1 89 0,7 512 0,1-619 0,9 50 0,1 29 0,16 153 0,-6-92 0,5 9 0,-1-19 0,18 135 0,-16-120 0,-1-14 0,-9-63 0,10 212 0,-26-263 0,1-1 0,3 0 0,19 77 0,-19-96 0,3 66 0,-7-62 0,8 42 0,-2-21 0,-3 1 0,-3 0 0,-9 103 0,5-143 0,-2 0 0,-1-1 0,-9 27 0,-7 27 0,-31 121 0,37-148 0,9-18 0,2 1 0,0-1 0,2 1 0,2-1 0,4 49 0,-1 8 0,-3 382 0,1-457 0,0 0 0,0 1 0,1-1 0,1 0 0,-1 0 0,2 0 0,0 0 0,9 18 0,6 4 0,31 42 0,-29-45 0,23 42 0,-37-61 0,1-1 0,0 0 0,1-1 0,0 0 0,0 0 0,1-1 0,0-1 0,0 1 0,1-1 0,22 10 0,24 18 0,-29-13-52,-21-16-112,0 0 0,0 0 0,1-1 0,0 0-1,0 0 1,0-1 0,14 5 0,-5-4-6662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4T03:22:13.3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1 464,'25'-1,"-1"-2,1 0,28-8,3-1,543-68,-358 51,-49 18,-122 9,89-13,-13-11,193-30,-235 44,135 1,-214 11,10 2,-1-3,1 0,65-13,-29-3,220-58,-114 32,-34 10,-135 31,0 0,0 0,0 1,0-1,0 2,0-1,0 1,14 2,-19-1,0 0,0 0,0 0,0 0,-1 0,1 1,0 0,-1-1,1 1,-1 0,0 0,1 0,-1 1,0-1,0 1,0-1,-1 1,1-1,-1 1,1 0,-1 0,0 0,0 0,0 0,0 4,5 24,-2 1,-2 0,-1-1,-4 53,0-11,2 1159,6-1136,33 185,-7-91,20 448,-40-508,1 42,-14-52,4 104,2-190,14 53,-10-54,6 64,14 229,-16-241,42 154,-38-178,11 94,0 3,-17-109,-8-31,2-1,0 0,7 17,-9-28,1-1,-1 1,2-1,-1 0,0 0,1 0,0 0,0-1,1 1,-1-1,1 0,8 5,-4-1,-1 0,1 0,-2 1,1 0,-1 1,0 0,-1 0,0 0,-1 1,0 0,4 13,23 43,-15-40,2-1,0-1,45 44,78 55,-121-107,82 61,149 85,44 30,-267-171,1-1,0-1,2-2,1-1,0-2,38 12,-62-23,-1 0,1 0,-1 1,1 0,-2 0,1 1,0 0,-1 0,0 1,-1 0,12 15,6 12,28 55,-25-41,29 42,3-2,5-3,2-3,5-3,2-3,4-3,3-3,3-5,3-2,3-5,139 69,-171-103,0-3,1-2,1-2,75 10,243 15,-290-35,884 13,-631-23,114 18,-396-11,327 37,-240-21,208 4,151-30,-167-18,92-1,-358 26,-50-1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2:18.5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0,'6242'0'0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4T03:22:23.56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0,'22'1060,"16"-365,-10-256,99 508,-103-841,-14-72,-2 1,-2 0,3 44,16 153,-1-10,-12-121,-6-69,1 57,-10-22,-4-1,-2 1,-22 78,2-10,-15 76,14-79,-17 192,43-263,3 0,8 68,-6-127,-1-1,0 1,1 0,-1-1,1 1,0-1,-1 1,1-1,0 0,0 1,0-1,0 0,0 1,0-1,0 0,1 0,-1 0,0 0,0 0,1 0,-1 0,1-1,-1 1,1-1,-1 1,1-1,0 1,-1-1,1 0,-1 1,1-1,2 0,9 0,0-1,0 0,19-4,3 1,33 3,0 3,0 3,110 23,192 76,-210-44,206 107,137 110,-292-158,308 186,126 70,-589-348,2-3,67 19,-69-25,-1 2,88 45,-102-41,-24-12,1-1,0-1,1 0,0-2,1 0,0-1,0-1,39 6,327-8,61 6,-395-2,-1 3,0 2,0 2,58 27,3 21,-93-57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2:27.1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0,'9375'0'0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4T03:22:31.0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1,'3'128,"28"180,56 322,-73-513,1 192,-31 116,8-277,-35 347,32-8,13-308,5-48,7 0,43 191,-44-258,-2-12,-3-20,-2 0,-2 0,2 43,-5-56,0 0,8 31,3 32,-12 84,3 64,0-188,2 0,2 0,17 58,-4-37,2 0,3-2,2 0,4-2,58 87,16-10,230 231,-296-332,1-1,2-2,61 36,144 65,-123-70,673 342,-177-19,-545-335,423 303,-373-252,-105-86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4T03:22:41.9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768 3,'-143'-2,"-153"4,266 2,0 2,0 1,1 1,0 1,0 2,-46 24,68-32,-1 1,1 0,0 0,0 1,0 0,0 0,1 0,0 1,-8 10,14-16,0 1,0-1,0 1,0-1,1 1,-1-1,0 1,0-1,0 1,1-1,-1 1,0-1,1 1,-1-1,0 0,1 1,-1-1,1 0,-1 1,0-1,1 0,-1 1,1-1,-1 0,1 0,-1 1,1-1,-1 0,1 0,0 0,-1 0,1 0,-1 0,1 0,-1 0,1 0,-1 0,1 0,0 0,28 1,-27-1,1225 0,-511-2,-689 0,0-1,0-1,46-13,-44 10,0 0,-1 2,33-1,519 5,-268 3,-207-4,112 5,-215-3,0 0,-1 1,1-1,0 1,-1-1,1 1,-1-1,1 1,-1 0,1-1,-1 1,1 0,-1 0,0 0,0 1,1-1,-1 0,0 0,0 1,0-1,0 0,0 1,-1-1,1 1,0-1,-1 1,1-1,-1 1,1 0,-1-1,0 1,0 0,1-1,-1 1,-1 0,1-1,0 4,-2 8,0-1,-1 1,0-1,-5 13,5-16,-156 525,132-421,6 1,-13 211,13 393,22 287,33-445,-23-414,0-4,47 234,-52-342,-2 0,-1 0,-2 1,-4 42,1-3,1 1304,3-1355,1 0,0 0,12 36,3 24,43 525,-54-538,4-1,3 0,27 81,4 21,-2-39,-38-116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3:33.44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24575,'642'0'-1365,"-621"0"-5461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3:35.7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24575,'964'0'-1365,"-943"0"-5461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3:38.2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24575,'715'0'-1365,"-693"0"-5461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3:39.9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24575,'19'1'0,"1"1"0,31 7 0,27 3 0,359-9 65,-227-5-1495,-188 2-5396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3:59.92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1 396 24575,'38'38'0,"64"48"0,-99-84 0,1 0 0,0 0 0,0-1 0,-1 1 0,1-1 0,0 0 0,1 0 0,-1 0 0,0-1 0,0 1 0,0-1 0,0 0 0,1 0 0,-1 0 0,0-1 0,0 0 0,0 0 0,0 0 0,0 0 0,0 0 0,4-3 0,14-5 0,-2-1 0,33-20 0,-35 19 0,54-36 0,74-62 0,-82 58 0,96-58 0,-119 84 0,-14 9 0,0 0 0,1 2 0,35-13 0,-16 6 60,-38 16-297,-1 1-1,1 0 1,0 1-1,0-1 1,15-2-1,-5 4-6588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4:06.3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21389,'542'0'0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4:09.53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24119,'543'74'0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4:10.8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340 0 24575,'-1'4'0,"0"1"0,-1-1 0,0 0 0,1 0 0,-2 0 0,1 0 0,0 0 0,-1-1 0,0 1 0,1-1 0,-6 5 0,-7 10 0,-65 109 0,-92 193 0,136-226-1365,30-79-5461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4:13.4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0 158 24575,'7'1'0,"0"1"0,1-1 0,-1 1 0,-1 1 0,1-1 0,0 1 0,-1 0 0,1 1 0,-1-1 0,11 10 0,20 9 0,5 1 0,-28-15 0,-1 0 0,1-1 0,0-1 0,18 6 0,-27-11 0,1 0 0,-1 0 0,0 0 0,1-1 0,-1 0 0,1 0 0,-1 0 0,0-1 0,1 0 0,-1 0 0,0 0 0,1 0 0,-1-1 0,0 0 0,0 0 0,6-4 0,24-16 0,-2-2 0,41-36 0,-13 9 0,-43 38 0,1 1 0,0 1 0,1 1 0,0 0 0,37-11 0,-10 4 0,-31 9-1365,-3 0-5461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4:16.1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24575,'519'0'-1365,"-498"0"-5461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6:43.3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299 1654 24575,'333'15'0,"-271"-9"0,-32-4 0,-1 1 0,0 1 0,1 1 0,43 15 0,-44-12 0,1-2 0,-1-1 0,1-1 0,0-1 0,0-2 0,60-6 0,-4 3 0,-82 2 0,0 0 0,-1 0 0,1 0 0,0-1 0,0 1 0,-1-1 0,1 0 0,0 0 0,-1-1 0,1 1 0,-1-1 0,4-1 0,-5 1 0,0 0 0,0 0 0,0 0 0,-1 0 0,1 0 0,-1 0 0,1-1 0,-1 1 0,0 0 0,1-1 0,-1 1 0,-1-1 0,1 1 0,0-1 0,-1 0 0,1 1 0,-1-6 0,5-63 0,-7-104 0,2-53 0,20-457 0,-19 667 0,1 0 0,1 1 0,1-1 0,0 1 0,9-23 0,10-45 0,-15 41 0,-1 11 0,-2-1 0,0-43 0,-4 66 0,-1 3 0,0 1 0,0-1 0,-1 0 0,0 0 0,0 1 0,-3-12 0,3 16 0,0 1 0,-1 0 0,1 0 0,0 0 0,0 0 0,-1 1 0,1-1 0,-1 0 0,0 1 0,0-1 0,1 1 0,-1-1 0,0 1 0,0 0 0,0-1 0,0 1 0,-1 1 0,1-1 0,0 0 0,0 0 0,-1 1 0,1-1 0,0 1 0,0 0 0,-1-1 0,-3 2 0,-46 0 0,0 2 0,-95 18 0,52-5 0,-514 98 0,564-104 0,19-6 0,-1-1 0,1-1 0,-34-2 0,-25 1 0,80-1 0,-1 0 0,1 1 0,0-1 0,0 1 0,0 0 0,-1 0 0,1 1 0,0 0 0,0-1 0,1 2 0,-1-1 0,0 1 0,1-1 0,-1 1 0,1 0 0,0 1 0,0-1 0,0 1 0,1 0 0,-1 0 0,1 0 0,0 0 0,0 0 0,0 1 0,1 0 0,-1-1 0,1 1 0,0 0 0,1 0 0,-1 0 0,1 0 0,0 0 0,0 1 0,1-1 0,-1 0 0,2 9 0,-1 355 0,3-152 0,16 250 0,-14-383 0,-3-39 0,2 1 0,2 0 0,15 55 0,-15-75 0,-3-13 0,1 0 0,0-1 0,8 18 0,-11-27 0,1 0 0,0 1 0,0-1 0,0 0 0,1 0 0,-1-1 0,1 1 0,-1 0 0,1-1 0,0 0 0,0 1 0,0-1 0,0 0 0,1-1 0,-1 1 0,7 2 0,200 40 0,-152-27 0,-27-6 0,1-2 0,0-1 0,1-1 0,0-2 0,45 2 0,-35-4-1365,-28 2-5461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6:49.24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1 151 24575,'9'-1'0,"1"-1"0,-1-1 0,1 1 0,-1-1 0,0-1 0,0 0 0,10-6 0,16-5 0,19-7 0,-28 11 0,1 0 0,0 2 0,0 1 0,1 1 0,0 1 0,31-2 0,150 10 0,29-2 0,-144-12 0,-60 6 0,55-1 0,-34 6 0,114 4 0,-164-3 0,-1 2 0,1-1 0,0 0 0,-1 1 0,0 0 0,1 0 0,-1 0 0,0 1 0,0-1 0,0 1 0,0 0 0,0 0 0,-1 1 0,1-1 0,-1 1 0,0-1 0,0 1 0,-1 0 0,1 0 0,-1 1 0,1-1 0,-2 0 0,4 10 0,4 10 0,-2 1 0,-1 0 0,4 32 0,-7-39 0,24 210 0,3 17 0,13 92 0,-32-265 0,-7-49 0,0 1 0,0 27 0,-2-11 0,-1-18 0,0 0 0,-4 25 0,3-41 0,-1-1 0,0 1 0,-1 0 0,1 0 0,-1-1 0,0 1 0,0-1 0,-1 0 0,0 1 0,0-1 0,0 0 0,-8 8 0,-22 16 0,-1-1 0,-1-2 0,-1-2 0,-42 21 0,14-8 0,23-13 0,-1-3 0,-1-1 0,-1-2 0,-1-2 0,-54 12 0,30-14 0,-1-2 0,-127 3 0,193-15 0,0 1 0,0-2 0,-1 1 0,1 0 0,0-1 0,0 0 0,0 0 0,0 0 0,0 0 0,0-1 0,0 1 0,0-1 0,0 0 0,1-1 0,-1 1 0,1 0 0,-1-1 0,1 0 0,-4-5 0,-1-2 0,1 0 0,1-1 0,0 0 0,0-1 0,-4-15 0,7 20 0,-8-24 0,2-1 0,-6-33 0,-7-23 0,-84-310 0,24 85 0,44 169 0,23 95 0,2 0 0,2-1 0,2 0 0,-3-92 0,13 70-1365,-1 51-5461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6:53.29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49 50 24575,'-2'21'0,"0"-1"0,-2 0 0,-10 38 0,-6 31 0,17-58 0,0 0 0,2 1 0,2-1 0,1 1 0,1-1 0,15 61 0,-13-75 0,0-1 0,1 0 0,1-1 0,0 1 0,1-1 0,1-1 0,0 1 0,1-2 0,1 1 0,0-1 0,1-1 0,0 0 0,1-1 0,22 16 0,3-2 0,79 38 0,-98-55 0,1-1 0,-1 0 0,1-2 0,1 0 0,-1-2 0,34 3 0,-15-6 0,0-2 0,0-1 0,-1-2 0,1-2 0,-1-1 0,52-19 0,-23 2 0,-2-3 0,101-59 0,-158 83 0,-1-1 0,-1 1 0,1-2 0,-1 1 0,0-1 0,0 0 0,0 0 0,-1 0 0,0-1 0,0 0 0,-1 0 0,0 0 0,0-1 0,-1 1 0,1-1 0,-2 0 0,1 0 0,-1 0 0,0 0 0,0-15 0,-1 11 0,-1 1 0,-1-1 0,0 1 0,-1-1 0,0 1 0,0-1 0,-2 1 0,1 0 0,-1 0 0,-1 1 0,0-1 0,0 1 0,-1 0 0,-10-13 0,1 2 0,-1 1 0,0 1 0,-2 0 0,0 2 0,-1 0 0,-1 1 0,0 0 0,-1 2 0,-1 1 0,0 0 0,-1 2 0,-42-16 0,-59-15 0,42 13 0,-102-23 0,142 44 0,0 2 0,0 1 0,-51 1 0,19 5-1365,53-1-5461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6:54.7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24575,'0'4'0,"0"6"0,0 5 0,0 5 0,0 2 0,0 2 0,0 1 0,0 1 0,0 0 0,0-1 0,0 1 0,0-5-8191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6:56.8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0 24575,'-2'105'0,"5"111"0,-3-214 0,0-1 0,0 0 0,0 1 0,1-1 0,-1 0 0,0 1 0,1-1 0,-1 0 0,1 1 0,-1-1 0,1 0 0,0 0 0,0 1 0,-1-1 0,1 0 0,0 0 0,0 0 0,0 0 0,0 0 0,0 0 0,1-1 0,-1 1 0,0 0 0,3 1 0,-1-1 0,0-1 0,0 1 0,0-1 0,0 1 0,0-1 0,0 0 0,0 0 0,0-1 0,0 1 0,0 0 0,3-2 0,4-1 0,1 0 0,-1-1 0,0 0 0,0-1 0,14-9 0,-19 11 0,0-1 0,0 1 0,0-1 0,-1-1 0,0 1 0,0-1 0,0 1 0,0-1 0,-1 0 0,1-1 0,-1 1 0,-1 0 0,1-1 0,2-7 0,-4 8 0,-1 1 0,1-1 0,-1 1 0,1-1 0,-1 0 0,-1 1 0,1-1 0,-1 0 0,1 1 0,-1-1 0,0 1 0,-1-1 0,1 1 0,-1 0 0,0 0 0,0-1 0,-1 1 0,1 1 0,-4-5 0,-12-10 0,18 18 0,0 0 0,0 0 0,-1 0 0,1 0 0,0 0 0,-1 0 0,1 0 0,0 0 0,0 0 0,-1 0 0,1 0 0,0 0 0,0 0 0,-1 0 0,1 0 0,0 0 0,-1 0 0,1 0 0,0 0 0,0 1 0,-1-1 0,1 0 0,0 0 0,0 0 0,0 0 0,-1 1 0,1-1 0,0 0 0,0 0 0,0 0 0,0 1 0,-1-1 0,1 0 0,0 0 0,0 1 0,0-1 0,0 0 0,0 1 0,0-1 0,-3 44 0,3-33 0,0 11 0,0 14 0,1 0 0,2-1 0,11 52 0,-7-46-1365,-5-22-5461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7:39.77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50 24575,'0'-4'0,"0"-6"0,4-1 0,6 1 0,5 3 0,4 2 0,4 2 0,-3 6 0,-5 6 0,-8 2 0,-6 4 0,-4 2 0,0 3 0,-4 3 0,-2-3-8191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7:41.05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24575,'0'4'0,"0"6"0,0 5 0,0 4 0,0 4 0,0 5 0,0 3 0,0 1 0,0-2 0,0-2 0,0-1 0,0-1 0,0 0 0,0-2 0,0 1 0,4-5 0,2-5-8191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7:42.6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24575,'0'4'0,"0"0"0,0 0 0,0-1 0,1 1 0,-1 0 0,1-1 0,0 1 0,0 0 0,0-1 0,1 1 0,-1-1 0,1 1 0,0-1 0,0 0 0,0 0 0,0 0 0,1 0 0,-1 0 0,1 0 0,0-1 0,5 5 0,-1-3 0,1 0 0,-1-1 0,1 0 0,0 0 0,0-1 0,0 0 0,0-1 0,14 2 0,-13-2 0,0 0 0,0 1 0,0 1 0,0-1 0,0 1 0,0 1 0,-1 0 0,0 0 0,0 0 0,0 1 0,0 0 0,13 13 0,-17-15 0,-1 1 0,0-1 0,-1 1 0,1 0 0,0-1 0,-1 1 0,0 0 0,0 1 0,0-1 0,-1 0 0,1 1 0,-1-1 0,0 1 0,0-1 0,-1 1 0,1-1 0,-1 1 0,0-1 0,0 1 0,0 0 0,-1-1 0,0 1 0,0-1 0,0 1 0,0-1 0,-1 0 0,-3 8 0,1-6 0,0 0 0,-1 0 0,1-1 0,-1 1 0,0-1 0,-1 0 0,1-1 0,-1 1 0,0-1 0,0 0 0,0 0 0,-1-1 0,1 0 0,-1 0 0,-9 2 0,-23 13 0,4-5-1365,17-9-5461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7:43.76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24575,'470'0'-1365,"-449"0"-5461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8:38.12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181 1 24575,'-17'0'0,"0"0"0,0 1 0,0 1 0,-21 5 0,35-6 0,-1 0 0,1 0 0,-1 0 0,1 0 0,-1 1 0,1 0 0,0-1 0,0 1 0,0 0 0,0 1 0,0-1 0,0 0 0,1 1 0,-1 0 0,1 0 0,-1-1 0,1 1 0,0 0 0,0 1 0,1-1 0,-1 0 0,1 1 0,-1-1 0,1 1 0,0-1 0,0 5 0,-4 48 0,2-1 0,7 62 0,-2-20 0,20 487 0,-17-504 0,-3-25 0,12 58 0,-6-45 0,-3 0 0,-6 122 0,-2-65 0,3 1265 0,-13-1168 0,0 8 0,14 310-1365,-1-519-5461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8:41.8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4404 1 24575,'36'432'0,"-3"-98"0,-7 419 0,-19-589 0,7 0 0,7-1 0,60 233 0,35 47 0,-115-437 0,0-1 0,1 1 0,0-1 0,0 0 0,0 1 0,0-1 0,1 0 0,0-1 0,0 1 0,0 0 0,1-1 0,0 0 0,4 5 0,-5-6 0,0 1 0,-1-1 0,1 1 0,-1 0 0,0 0 0,0-1 0,0 1 0,-1 1 0,1-1 0,-1 0 0,0 0 0,0 0 0,-1 1 0,1-1 0,-1 0 0,0 1 0,0 6 0,-2 11 0,-1 0 0,-8 28 0,3-11 0,-39 254 0,-12 390 0,59-644 0,2 0 0,2 1 0,2-1 0,14 55 0,59 149 0,-7-27 0,-60-175 0,-5-22 0,-1 0 0,-2 0 0,0 1 0,0-1 0,0 32 0,-5-49 0,1 0 0,0 0 0,-1 0 0,1 0 0,-1 0 0,0 0 0,1 0 0,-1 0 0,0-1 0,0 1 0,0 0 0,0-1 0,-1 1 0,1-1 0,0 1 0,-1-1 0,1 0 0,-1 1 0,1-1 0,-1 0 0,0 0 0,1 0 0,-1 0 0,0 0 0,0-1 0,0 1 0,0 0 0,0-1 0,0 1 0,0-1 0,-2 0 0,-10 2 0,0-1 0,-1 0 0,-20-2 0,20 0 0,-342-14-38,-654-16-1176,-394 55 335,188 2 761,688-8 2367,322-11-2249,188-4-1365,4 2-5461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8:50.04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25 24575,'70'0'0,"13"1"0,151-17 0,-178 9-1365,-33 5-5461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8:51.80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24575,'0'469'-1365,"0"-447"-5461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8:55.05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342 3 24575,'-56'-1'0,"17"0"0,-63 5 0,91-3 0,1 1 0,-1 0 0,1 0 0,0 1 0,0 1 0,0-1 0,0 2 0,1-1 0,-1 1 0,-15 12 0,24-16 0,-1 1 0,0 0 0,1 0 0,-1 0 0,1 0 0,-1 0 0,1 0 0,0 0 0,0 1 0,0-1 0,0 0 0,0 1 0,1-1 0,-1 1 0,1-1 0,-1 0 0,1 1 0,0-1 0,0 5 0,11 52 0,-3-18 0,20 108 0,-4-53 0,-15-69 0,8 47 0,1 23-1365,-15-75-5461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8:56.76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36 24575,'33'0'0,"-1"0"0,1-3 0,52-9 0,-65 8 30,0 2-1,-1 0 1,39 3-1,-40 0-326,1-1 1,-1-1-1,1-1 1,23-4-1,-26 1-6529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29:30.6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24575,'1'0'0,"0"1"0,0-1 0,0 1 0,0-1 0,0 1 0,0 0 0,0-1 0,0 1 0,0 0 0,0 0 0,0 0 0,0-1 0,0 1 0,0 0 0,-1 0 0,1 1 0,0-1 0,-1 0 0,1 0 0,-1 0 0,0 0 0,1 0 0,-1 1 0,0-1 0,1 0 0,-1 0 0,0 1 0,0 0 0,4 44 0,-4-40 0,13 100 0,-7-69 0,1 61 0,-8 50-1365,1-127-5461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30:39.4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24575,'669'0'-1365,"-649"0"-5461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30:41.85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24575,'161'13'0,"-3"0"0,-119-10 0,55 9 0,-36-3 0,51 15 73,-84-17-433,1-1 1,0-1-1,43 3 1,-48-8-6467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30:54.77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1 560 24575,'7'-2'0,"0"0"0,-1 0 0,1 0 0,0-1 0,-1 0 0,1-1 0,10-7 0,6-2 0,11-5 0,-1-1 0,-2-2 0,0 0 0,-1-3 0,-1 0 0,-1-2 0,-2-1 0,26-33 0,113-116 0,-86 95 0,-66 70-1365,-2 1-5461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3:31:27.6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 24575,'4'2'0,"-1"1"0,1-1 0,-1 1 0,0 0 0,0 0 0,0 0 0,-1 0 0,1 1 0,-1-1 0,1 1 0,-1-1 0,0 1 0,2 7 0,3 1 0,15 24 0,-1 1 0,24 55 0,7 76 0,-47-139-44,-1 0-1,-2 0 0,-1 0 0,-2 32 1,0-16-1098,0-24-5684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4:00:20.83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4:00:24.1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24575,'0'0'-8191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4T04:00:24.1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76F57-241B-4AE1-AEE2-60DAF7B38CB0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C2165D-4701-4808-B3DE-10DC1DA8D9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92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128862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975835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2828040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053112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833223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474661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0137403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887129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7375700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4062659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224892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8437663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83F60-701C-1524-8F21-EFF7136A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E560AC8-C157-E856-50A7-B5ECBAA878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A8141CD-E07C-E3C8-4CF3-9FF2F25AB3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665174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68AF0A-B631-4727-99A5-F02E9F4AC99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40676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9550602-2CB0-42B0-BC0B-57E996C6412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817038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8A3FDD-1EDF-4D08-B148-007FEE1E4CA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344175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DE5704-E428-40CB-977A-B04666A0E1E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597920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886C87-CF19-46C3-8B44-B449490E197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148475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8A2EBC-F087-4582-9E06-4E7CE859E3B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436432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B047A43-DA97-442E-8463-B25B4224F33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992921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E11776F-722D-4A4E-AF44-4C90CD658C0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943533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6F1C8BE-1903-48A0-9E33-2C69D96FB1B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336196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2205E5-3B00-43D6-A3DB-BEED743AC50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18540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5518E5-B94E-4180-AA97-87EAEBBED48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772880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972430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eaLnBrk="0" hangingPunct="0"/>
            <a:fld id="{FF1AFBF4-7BE3-43DB-9230-9ADEC8CEA6D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eaLnBrk="0" hangingPunct="0"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eaLnBrk="0" hangingPunct="0"/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eaLnBrk="0" hangingPunct="0"/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eaLnBrk="0" hangingPunct="0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09601" y="1419226"/>
            <a:ext cx="9741073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910" y="213186"/>
            <a:ext cx="1231725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609600" y="1417638"/>
            <a:ext cx="1095603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035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2.png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84" Type="http://schemas.openxmlformats.org/officeDocument/2006/relationships/customXml" Target="../ink/ink42.xml"/><Relationship Id="rId89" Type="http://schemas.openxmlformats.org/officeDocument/2006/relationships/image" Target="../media/image45.png"/><Relationship Id="rId16" Type="http://schemas.openxmlformats.org/officeDocument/2006/relationships/customXml" Target="../ink/ink7.xml"/><Relationship Id="rId11" Type="http://schemas.openxmlformats.org/officeDocument/2006/relationships/image" Target="../media/image7.png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74" Type="http://schemas.openxmlformats.org/officeDocument/2006/relationships/customXml" Target="../ink/ink37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5" Type="http://schemas.openxmlformats.org/officeDocument/2006/relationships/image" Target="../media/image4.png"/><Relationship Id="rId90" Type="http://schemas.openxmlformats.org/officeDocument/2006/relationships/customXml" Target="../ink/ink45.xml"/><Relationship Id="rId95" Type="http://schemas.openxmlformats.org/officeDocument/2006/relationships/image" Target="../media/image48.png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80" Type="http://schemas.openxmlformats.org/officeDocument/2006/relationships/customXml" Target="../ink/ink40.xml"/><Relationship Id="rId85" Type="http://schemas.openxmlformats.org/officeDocument/2006/relationships/image" Target="../media/image43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103" Type="http://schemas.openxmlformats.org/officeDocument/2006/relationships/image" Target="../media/image52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image" Target="../media/image38.png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91" Type="http://schemas.openxmlformats.org/officeDocument/2006/relationships/image" Target="../media/image46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customXml" Target="../ink/ink28.xml"/><Relationship Id="rId10" Type="http://schemas.openxmlformats.org/officeDocument/2006/relationships/customXml" Target="../ink/ink4.xml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81" Type="http://schemas.openxmlformats.org/officeDocument/2006/relationships/image" Target="../media/image41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39" Type="http://schemas.openxmlformats.org/officeDocument/2006/relationships/image" Target="../media/image21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customXml" Target="../ink/ink27.xml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7" Type="http://schemas.openxmlformats.org/officeDocument/2006/relationships/image" Target="../media/image5.png"/><Relationship Id="rId71" Type="http://schemas.openxmlformats.org/officeDocument/2006/relationships/customXml" Target="../ink/ink35.xml"/><Relationship Id="rId92" Type="http://schemas.openxmlformats.org/officeDocument/2006/relationships/customXml" Target="../ink/ink46.xml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16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66" Type="http://schemas.openxmlformats.org/officeDocument/2006/relationships/image" Target="../media/image34.png"/><Relationship Id="rId87" Type="http://schemas.openxmlformats.org/officeDocument/2006/relationships/image" Target="../media/image44.png"/><Relationship Id="rId61" Type="http://schemas.openxmlformats.org/officeDocument/2006/relationships/customXml" Target="../ink/ink30.xml"/><Relationship Id="rId82" Type="http://schemas.openxmlformats.org/officeDocument/2006/relationships/customXml" Target="../ink/ink41.xml"/><Relationship Id="rId19" Type="http://schemas.openxmlformats.org/officeDocument/2006/relationships/image" Target="../media/image11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56" Type="http://schemas.openxmlformats.org/officeDocument/2006/relationships/image" Target="../media/image29.png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8" Type="http://schemas.openxmlformats.org/officeDocument/2006/relationships/customXml" Target="../ink/ink3.xml"/><Relationship Id="rId51" Type="http://schemas.openxmlformats.org/officeDocument/2006/relationships/image" Target="../media/image27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98" Type="http://schemas.openxmlformats.org/officeDocument/2006/relationships/customXml" Target="../ink/ink49.xml"/><Relationship Id="rId3" Type="http://schemas.openxmlformats.org/officeDocument/2006/relationships/image" Target="../media/image3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customXml" Target="../ink/ink5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7.xml"/><Relationship Id="rId18" Type="http://schemas.openxmlformats.org/officeDocument/2006/relationships/image" Target="../media/image61.png"/><Relationship Id="rId26" Type="http://schemas.openxmlformats.org/officeDocument/2006/relationships/image" Target="../media/image65.png"/><Relationship Id="rId39" Type="http://schemas.openxmlformats.org/officeDocument/2006/relationships/customXml" Target="../ink/ink70.xml"/><Relationship Id="rId21" Type="http://schemas.openxmlformats.org/officeDocument/2006/relationships/customXml" Target="../ink/ink61.xml"/><Relationship Id="rId34" Type="http://schemas.openxmlformats.org/officeDocument/2006/relationships/image" Target="../media/image69.png"/><Relationship Id="rId42" Type="http://schemas.openxmlformats.org/officeDocument/2006/relationships/image" Target="../media/image73.png"/><Relationship Id="rId47" Type="http://schemas.openxmlformats.org/officeDocument/2006/relationships/customXml" Target="../ink/ink74.xml"/><Relationship Id="rId50" Type="http://schemas.openxmlformats.org/officeDocument/2006/relationships/image" Target="../media/image77.png"/><Relationship Id="rId7" Type="http://schemas.openxmlformats.org/officeDocument/2006/relationships/customXml" Target="../ink/ink54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29" Type="http://schemas.openxmlformats.org/officeDocument/2006/relationships/customXml" Target="../ink/ink65.xml"/><Relationship Id="rId11" Type="http://schemas.openxmlformats.org/officeDocument/2006/relationships/customXml" Target="../ink/ink56.xml"/><Relationship Id="rId24" Type="http://schemas.openxmlformats.org/officeDocument/2006/relationships/image" Target="../media/image64.png"/><Relationship Id="rId32" Type="http://schemas.openxmlformats.org/officeDocument/2006/relationships/image" Target="../media/image68.png"/><Relationship Id="rId37" Type="http://schemas.openxmlformats.org/officeDocument/2006/relationships/customXml" Target="../ink/ink69.xml"/><Relationship Id="rId40" Type="http://schemas.openxmlformats.org/officeDocument/2006/relationships/image" Target="../media/image72.png"/><Relationship Id="rId45" Type="http://schemas.openxmlformats.org/officeDocument/2006/relationships/customXml" Target="../ink/ink73.xml"/><Relationship Id="rId53" Type="http://schemas.openxmlformats.org/officeDocument/2006/relationships/customXml" Target="../ink/ink77.xml"/><Relationship Id="rId5" Type="http://schemas.openxmlformats.org/officeDocument/2006/relationships/customXml" Target="../ink/ink53.xml"/><Relationship Id="rId10" Type="http://schemas.openxmlformats.org/officeDocument/2006/relationships/image" Target="../media/image57.png"/><Relationship Id="rId19" Type="http://schemas.openxmlformats.org/officeDocument/2006/relationships/customXml" Target="../ink/ink60.xml"/><Relationship Id="rId31" Type="http://schemas.openxmlformats.org/officeDocument/2006/relationships/customXml" Target="../ink/ink66.xml"/><Relationship Id="rId44" Type="http://schemas.openxmlformats.org/officeDocument/2006/relationships/image" Target="../media/image74.png"/><Relationship Id="rId52" Type="http://schemas.openxmlformats.org/officeDocument/2006/relationships/image" Target="../media/image78.png"/><Relationship Id="rId4" Type="http://schemas.openxmlformats.org/officeDocument/2006/relationships/image" Target="../media/image53.tmp"/><Relationship Id="rId9" Type="http://schemas.openxmlformats.org/officeDocument/2006/relationships/customXml" Target="../ink/ink55.xml"/><Relationship Id="rId14" Type="http://schemas.openxmlformats.org/officeDocument/2006/relationships/image" Target="../media/image59.png"/><Relationship Id="rId22" Type="http://schemas.openxmlformats.org/officeDocument/2006/relationships/image" Target="../media/image63.png"/><Relationship Id="rId27" Type="http://schemas.openxmlformats.org/officeDocument/2006/relationships/customXml" Target="../ink/ink64.xml"/><Relationship Id="rId30" Type="http://schemas.openxmlformats.org/officeDocument/2006/relationships/image" Target="../media/image67.png"/><Relationship Id="rId35" Type="http://schemas.openxmlformats.org/officeDocument/2006/relationships/customXml" Target="../ink/ink68.xml"/><Relationship Id="rId43" Type="http://schemas.openxmlformats.org/officeDocument/2006/relationships/customXml" Target="../ink/ink72.xml"/><Relationship Id="rId48" Type="http://schemas.openxmlformats.org/officeDocument/2006/relationships/image" Target="../media/image76.png"/><Relationship Id="rId8" Type="http://schemas.openxmlformats.org/officeDocument/2006/relationships/image" Target="../media/image6.png"/><Relationship Id="rId51" Type="http://schemas.openxmlformats.org/officeDocument/2006/relationships/customXml" Target="../ink/ink76.xml"/><Relationship Id="rId3" Type="http://schemas.openxmlformats.org/officeDocument/2006/relationships/image" Target="../media/image55.tmp"/><Relationship Id="rId12" Type="http://schemas.openxmlformats.org/officeDocument/2006/relationships/image" Target="../media/image58.png"/><Relationship Id="rId17" Type="http://schemas.openxmlformats.org/officeDocument/2006/relationships/customXml" Target="../ink/ink59.xml"/><Relationship Id="rId25" Type="http://schemas.openxmlformats.org/officeDocument/2006/relationships/customXml" Target="../ink/ink63.xml"/><Relationship Id="rId33" Type="http://schemas.openxmlformats.org/officeDocument/2006/relationships/customXml" Target="../ink/ink67.xml"/><Relationship Id="rId38" Type="http://schemas.openxmlformats.org/officeDocument/2006/relationships/image" Target="../media/image71.png"/><Relationship Id="rId46" Type="http://schemas.openxmlformats.org/officeDocument/2006/relationships/image" Target="../media/image75.png"/><Relationship Id="rId20" Type="http://schemas.openxmlformats.org/officeDocument/2006/relationships/image" Target="../media/image62.png"/><Relationship Id="rId41" Type="http://schemas.openxmlformats.org/officeDocument/2006/relationships/customXml" Target="../ink/ink71.xml"/><Relationship Id="rId54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5" Type="http://schemas.openxmlformats.org/officeDocument/2006/relationships/customXml" Target="../ink/ink58.xml"/><Relationship Id="rId23" Type="http://schemas.openxmlformats.org/officeDocument/2006/relationships/customXml" Target="../ink/ink62.xml"/><Relationship Id="rId28" Type="http://schemas.openxmlformats.org/officeDocument/2006/relationships/image" Target="../media/image66.png"/><Relationship Id="rId36" Type="http://schemas.openxmlformats.org/officeDocument/2006/relationships/image" Target="../media/image70.png"/><Relationship Id="rId49" Type="http://schemas.openxmlformats.org/officeDocument/2006/relationships/customXml" Target="../ink/ink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0.xml"/><Relationship Id="rId13" Type="http://schemas.openxmlformats.org/officeDocument/2006/relationships/image" Target="../media/image84.png"/><Relationship Id="rId18" Type="http://schemas.openxmlformats.org/officeDocument/2006/relationships/customXml" Target="../ink/ink85.xml"/><Relationship Id="rId3" Type="http://schemas.openxmlformats.org/officeDocument/2006/relationships/image" Target="../media/image53.tmp"/><Relationship Id="rId21" Type="http://schemas.openxmlformats.org/officeDocument/2006/relationships/image" Target="../media/image88.png"/><Relationship Id="rId7" Type="http://schemas.openxmlformats.org/officeDocument/2006/relationships/image" Target="../media/image81.png"/><Relationship Id="rId12" Type="http://schemas.openxmlformats.org/officeDocument/2006/relationships/customXml" Target="../ink/ink82.xml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84.xml"/><Relationship Id="rId20" Type="http://schemas.openxmlformats.org/officeDocument/2006/relationships/customXml" Target="../ink/ink8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9.xml"/><Relationship Id="rId11" Type="http://schemas.openxmlformats.org/officeDocument/2006/relationships/image" Target="../media/image83.png"/><Relationship Id="rId5" Type="http://schemas.openxmlformats.org/officeDocument/2006/relationships/image" Target="../media/image80.png"/><Relationship Id="rId15" Type="http://schemas.openxmlformats.org/officeDocument/2006/relationships/image" Target="../media/image85.png"/><Relationship Id="rId23" Type="http://schemas.openxmlformats.org/officeDocument/2006/relationships/image" Target="../media/image89.png"/><Relationship Id="rId10" Type="http://schemas.openxmlformats.org/officeDocument/2006/relationships/customXml" Target="../ink/ink81.xml"/><Relationship Id="rId19" Type="http://schemas.openxmlformats.org/officeDocument/2006/relationships/image" Target="../media/image87.png"/><Relationship Id="rId4" Type="http://schemas.openxmlformats.org/officeDocument/2006/relationships/customXml" Target="../ink/ink78.xml"/><Relationship Id="rId9" Type="http://schemas.openxmlformats.org/officeDocument/2006/relationships/image" Target="../media/image82.png"/><Relationship Id="rId14" Type="http://schemas.openxmlformats.org/officeDocument/2006/relationships/customXml" Target="../ink/ink83.xml"/><Relationship Id="rId22" Type="http://schemas.openxmlformats.org/officeDocument/2006/relationships/customXml" Target="../ink/ink8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customXml" Target="../ink/ink93.xml"/><Relationship Id="rId18" Type="http://schemas.openxmlformats.org/officeDocument/2006/relationships/image" Target="../media/image97.png"/><Relationship Id="rId3" Type="http://schemas.openxmlformats.org/officeDocument/2006/relationships/customXml" Target="../ink/ink88.xml"/><Relationship Id="rId7" Type="http://schemas.openxmlformats.org/officeDocument/2006/relationships/customXml" Target="../ink/ink90.xml"/><Relationship Id="rId12" Type="http://schemas.openxmlformats.org/officeDocument/2006/relationships/image" Target="../media/image94.png"/><Relationship Id="rId17" Type="http://schemas.openxmlformats.org/officeDocument/2006/relationships/customXml" Target="../ink/ink95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6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customXml" Target="../ink/ink92.xml"/><Relationship Id="rId5" Type="http://schemas.openxmlformats.org/officeDocument/2006/relationships/customXml" Target="../ink/ink89.xml"/><Relationship Id="rId15" Type="http://schemas.openxmlformats.org/officeDocument/2006/relationships/customXml" Target="../ink/ink94.xml"/><Relationship Id="rId10" Type="http://schemas.openxmlformats.org/officeDocument/2006/relationships/image" Target="../media/image93.png"/><Relationship Id="rId19" Type="http://schemas.openxmlformats.org/officeDocument/2006/relationships/customXml" Target="../ink/ink96.xml"/><Relationship Id="rId4" Type="http://schemas.openxmlformats.org/officeDocument/2006/relationships/image" Target="../media/image90.png"/><Relationship Id="rId9" Type="http://schemas.openxmlformats.org/officeDocument/2006/relationships/customXml" Target="../ink/ink91.xml"/><Relationship Id="rId14" Type="http://schemas.openxmlformats.org/officeDocument/2006/relationships/image" Target="../media/image9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9.xml"/><Relationship Id="rId13" Type="http://schemas.openxmlformats.org/officeDocument/2006/relationships/image" Target="../media/image104.png"/><Relationship Id="rId3" Type="http://schemas.microsoft.com/office/2007/relationships/hdphoto" Target="../media/hdphoto1.wdp"/><Relationship Id="rId7" Type="http://schemas.openxmlformats.org/officeDocument/2006/relationships/image" Target="../media/image101.png"/><Relationship Id="rId12" Type="http://schemas.openxmlformats.org/officeDocument/2006/relationships/customXml" Target="../ink/ink101.xml"/><Relationship Id="rId17" Type="http://schemas.openxmlformats.org/officeDocument/2006/relationships/image" Target="../media/image106.png"/><Relationship Id="rId2" Type="http://schemas.openxmlformats.org/officeDocument/2006/relationships/image" Target="../media/image99.png"/><Relationship Id="rId16" Type="http://schemas.openxmlformats.org/officeDocument/2006/relationships/customXml" Target="../ink/ink1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8.xml"/><Relationship Id="rId11" Type="http://schemas.openxmlformats.org/officeDocument/2006/relationships/image" Target="../media/image103.png"/><Relationship Id="rId5" Type="http://schemas.openxmlformats.org/officeDocument/2006/relationships/image" Target="../media/image100.png"/><Relationship Id="rId15" Type="http://schemas.openxmlformats.org/officeDocument/2006/relationships/image" Target="../media/image105.png"/><Relationship Id="rId10" Type="http://schemas.openxmlformats.org/officeDocument/2006/relationships/customXml" Target="../ink/ink100.xml"/><Relationship Id="rId4" Type="http://schemas.openxmlformats.org/officeDocument/2006/relationships/customXml" Target="../ink/ink97.xml"/><Relationship Id="rId9" Type="http://schemas.openxmlformats.org/officeDocument/2006/relationships/image" Target="../media/image102.png"/><Relationship Id="rId14" Type="http://schemas.openxmlformats.org/officeDocument/2006/relationships/customXml" Target="../ink/ink10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08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5.xml"/><Relationship Id="rId5" Type="http://schemas.openxmlformats.org/officeDocument/2006/relationships/image" Target="../media/image107.png"/><Relationship Id="rId4" Type="http://schemas.openxmlformats.org/officeDocument/2006/relationships/customXml" Target="../ink/ink10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7.xml"/><Relationship Id="rId5" Type="http://schemas.openxmlformats.org/officeDocument/2006/relationships/image" Target="../media/image109.png"/><Relationship Id="rId4" Type="http://schemas.openxmlformats.org/officeDocument/2006/relationships/customXml" Target="../ink/ink10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4.png"/><Relationship Id="rId4" Type="http://schemas.openxmlformats.org/officeDocument/2006/relationships/customXml" Target="../ink/ink10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4.tmp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5.tmp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 Basis Path Testing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85062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880" y="3008647"/>
            <a:ext cx="9289145" cy="208387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7579" y="367707"/>
            <a:ext cx="52425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Basis Path testing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C2879-67BB-D9C1-ED0D-56C379ED10BE}"/>
              </a:ext>
            </a:extLst>
          </p:cNvPr>
          <p:cNvSpPr txBox="1"/>
          <p:nvPr/>
        </p:nvSpPr>
        <p:spPr>
          <a:xfrm>
            <a:off x="609599" y="1607702"/>
            <a:ext cx="110810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Basis Path Testing is a white-box testing technique used in software testing to design test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 helps ensure that all the possible execution paths in a program are tested at least once. The core idea is to test the logical complexity of the code, and it's based on graph theory.</a:t>
            </a:r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STEPS involved are: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5509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00B99C-89FF-5658-EE7D-7759C62A8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393" y="1719121"/>
            <a:ext cx="7969214" cy="27143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-560250" y="768518"/>
            <a:ext cx="7614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 flow graph symbols &amp; CC formula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6719" y="5133307"/>
            <a:ext cx="30059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2800" b="1" dirty="0"/>
              <a:t>CC = E – N + 2P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46B2EB-F154-BAFD-D5EE-3632931FA9F3}"/>
                  </a:ext>
                </a:extLst>
              </p14:cNvPr>
              <p14:cNvContentPartPr/>
              <p14:nvPr/>
            </p14:nvContentPartPr>
            <p14:xfrm>
              <a:off x="2778365" y="2486440"/>
              <a:ext cx="73800" cy="184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46B2EB-F154-BAFD-D5EE-3632931FA9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2245" y="2480320"/>
                <a:ext cx="860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43B42F-2546-21E5-21DD-C5BAF860138C}"/>
                  </a:ext>
                </a:extLst>
              </p14:cNvPr>
              <p14:cNvContentPartPr/>
              <p14:nvPr/>
            </p14:nvContentPartPr>
            <p14:xfrm>
              <a:off x="2838125" y="2755000"/>
              <a:ext cx="20520" cy="43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43B42F-2546-21E5-21DD-C5BAF86013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32005" y="2748880"/>
                <a:ext cx="3276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84562173-4C68-CBEC-BBDD-134E223F3D80}"/>
              </a:ext>
            </a:extLst>
          </p:cNvPr>
          <p:cNvGrpSpPr/>
          <p:nvPr/>
        </p:nvGrpSpPr>
        <p:grpSpPr>
          <a:xfrm>
            <a:off x="2316845" y="2689480"/>
            <a:ext cx="212400" cy="150840"/>
            <a:chOff x="2316845" y="2689480"/>
            <a:chExt cx="212400" cy="15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476931-585F-C4E5-EE23-C9E5FDA43C68}"/>
                    </a:ext>
                  </a:extLst>
                </p14:cNvPr>
                <p14:cNvContentPartPr/>
                <p14:nvPr/>
              </p14:nvContentPartPr>
              <p14:xfrm>
                <a:off x="2316845" y="2689480"/>
                <a:ext cx="21240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476931-585F-C4E5-EE23-C9E5FDA43C6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10725" y="2683360"/>
                  <a:ext cx="224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A9BAFEE-57D7-8D47-7988-B37369DAC70D}"/>
                    </a:ext>
                  </a:extLst>
                </p14:cNvPr>
                <p14:cNvContentPartPr/>
                <p14:nvPr/>
              </p14:nvContentPartPr>
              <p14:xfrm>
                <a:off x="2450045" y="2689480"/>
                <a:ext cx="360" cy="150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A9BAFEE-57D7-8D47-7988-B37369DAC7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43925" y="2683360"/>
                  <a:ext cx="1260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0CD71C9-6764-A7C1-24AF-1704B4BB9007}"/>
              </a:ext>
            </a:extLst>
          </p:cNvPr>
          <p:cNvGrpSpPr/>
          <p:nvPr/>
        </p:nvGrpSpPr>
        <p:grpSpPr>
          <a:xfrm>
            <a:off x="3089045" y="2707480"/>
            <a:ext cx="150480" cy="150120"/>
            <a:chOff x="3089045" y="2707480"/>
            <a:chExt cx="150480" cy="15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5DEB71-95C5-4474-D2B2-7992ACF83CEF}"/>
                    </a:ext>
                  </a:extLst>
                </p14:cNvPr>
                <p14:cNvContentPartPr/>
                <p14:nvPr/>
              </p14:nvContentPartPr>
              <p14:xfrm>
                <a:off x="3089045" y="2707480"/>
                <a:ext cx="28440" cy="150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5DEB71-95C5-4474-D2B2-7992ACF83C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82925" y="2701360"/>
                  <a:ext cx="406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7F7EDB-7FE9-876F-2866-B5445B17BFFE}"/>
                    </a:ext>
                  </a:extLst>
                </p14:cNvPr>
                <p14:cNvContentPartPr/>
                <p14:nvPr/>
              </p14:nvContentPartPr>
              <p14:xfrm>
                <a:off x="3107045" y="2753560"/>
                <a:ext cx="132480" cy="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7F7EDB-7FE9-876F-2866-B5445B17BFF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100925" y="2747440"/>
                  <a:ext cx="14472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2546138-AFDD-9A62-941E-36D021E5FA7B}"/>
                  </a:ext>
                </a:extLst>
              </p14:cNvPr>
              <p14:cNvContentPartPr/>
              <p14:nvPr/>
            </p14:nvContentPartPr>
            <p14:xfrm>
              <a:off x="3098045" y="2671480"/>
              <a:ext cx="132480" cy="18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2546138-AFDD-9A62-941E-36D021E5FA7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91925" y="2665360"/>
                <a:ext cx="1447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46ED1FE-09E9-0AA2-7972-EE8BACA9BE97}"/>
                  </a:ext>
                </a:extLst>
              </p14:cNvPr>
              <p14:cNvContentPartPr/>
              <p14:nvPr/>
            </p14:nvContentPartPr>
            <p14:xfrm>
              <a:off x="2272565" y="3034000"/>
              <a:ext cx="272160" cy="135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46ED1FE-09E9-0AA2-7972-EE8BACA9BE9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66445" y="3027880"/>
                <a:ext cx="284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F3CB126-DD33-C001-DFC0-1B03807B52F7}"/>
                  </a:ext>
                </a:extLst>
              </p14:cNvPr>
              <p14:cNvContentPartPr/>
              <p14:nvPr/>
            </p14:nvContentPartPr>
            <p14:xfrm>
              <a:off x="3302165" y="3112120"/>
              <a:ext cx="371880" cy="183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F3CB126-DD33-C001-DFC0-1B03807B52F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296045" y="3106000"/>
                <a:ext cx="38412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BE6E76D-250F-5507-1880-0D9D779CADB2}"/>
                  </a:ext>
                </a:extLst>
              </p14:cNvPr>
              <p14:cNvContentPartPr/>
              <p14:nvPr/>
            </p14:nvContentPartPr>
            <p14:xfrm>
              <a:off x="2751725" y="3808360"/>
              <a:ext cx="373320" cy="44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BE6E76D-250F-5507-1880-0D9D779CADB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45605" y="3802240"/>
                <a:ext cx="3855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4403D1D-75BD-C79F-5439-AF82931915DC}"/>
                  </a:ext>
                </a:extLst>
              </p14:cNvPr>
              <p14:cNvContentPartPr/>
              <p14:nvPr/>
            </p14:nvContentPartPr>
            <p14:xfrm>
              <a:off x="4260845" y="2565280"/>
              <a:ext cx="9720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4403D1D-75BD-C79F-5439-AF82931915D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54725" y="2559160"/>
                <a:ext cx="1094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96788F2-80FB-7C7B-45ED-FAE7D68ABD3C}"/>
                  </a:ext>
                </a:extLst>
              </p14:cNvPr>
              <p14:cNvContentPartPr/>
              <p14:nvPr/>
            </p14:nvContentPartPr>
            <p14:xfrm>
              <a:off x="4234205" y="2636200"/>
              <a:ext cx="16812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96788F2-80FB-7C7B-45ED-FAE7D68ABD3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28085" y="2630080"/>
                <a:ext cx="1803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B3700F6-EB05-550D-288A-EFAF79D48A7A}"/>
                  </a:ext>
                </a:extLst>
              </p14:cNvPr>
              <p14:cNvContentPartPr/>
              <p14:nvPr/>
            </p14:nvContentPartPr>
            <p14:xfrm>
              <a:off x="4287845" y="3142360"/>
              <a:ext cx="27720" cy="1148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B3700F6-EB05-550D-288A-EFAF79D48A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81725" y="3136240"/>
                <a:ext cx="39960" cy="12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FF37DEA-B12C-0CD5-7ED6-1C87E9A5219A}"/>
              </a:ext>
            </a:extLst>
          </p:cNvPr>
          <p:cNvGrpSpPr/>
          <p:nvPr/>
        </p:nvGrpSpPr>
        <p:grpSpPr>
          <a:xfrm>
            <a:off x="3550925" y="2555560"/>
            <a:ext cx="194040" cy="169920"/>
            <a:chOff x="3550925" y="2555560"/>
            <a:chExt cx="19404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390296-3F1A-C3D3-D67F-DD718BFC2E11}"/>
                    </a:ext>
                  </a:extLst>
                </p14:cNvPr>
                <p14:cNvContentPartPr/>
                <p14:nvPr/>
              </p14:nvContentPartPr>
              <p14:xfrm>
                <a:off x="3550925" y="2555560"/>
                <a:ext cx="194040" cy="19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390296-3F1A-C3D3-D67F-DD718BFC2E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544805" y="2549440"/>
                  <a:ext cx="206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BE8654-7A45-2259-0899-BAE2C46A29E7}"/>
                    </a:ext>
                  </a:extLst>
                </p14:cNvPr>
                <p14:cNvContentPartPr/>
                <p14:nvPr/>
              </p14:nvContentPartPr>
              <p14:xfrm>
                <a:off x="3630845" y="2600920"/>
                <a:ext cx="360" cy="124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BE8654-7A45-2259-0899-BAE2C46A29E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24725" y="2594800"/>
                  <a:ext cx="1260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D79CEA4-321E-FBF1-E192-B7768250DD40}"/>
              </a:ext>
            </a:extLst>
          </p:cNvPr>
          <p:cNvGrpSpPr/>
          <p:nvPr/>
        </p:nvGrpSpPr>
        <p:grpSpPr>
          <a:xfrm>
            <a:off x="4101005" y="3417040"/>
            <a:ext cx="160200" cy="230400"/>
            <a:chOff x="4101005" y="3417040"/>
            <a:chExt cx="16020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95103C-780E-6AEB-39E8-F858AD8A9CB1}"/>
                    </a:ext>
                  </a:extLst>
                </p14:cNvPr>
                <p14:cNvContentPartPr/>
                <p14:nvPr/>
              </p14:nvContentPartPr>
              <p14:xfrm>
                <a:off x="4125485" y="3417040"/>
                <a:ext cx="135720" cy="230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95103C-780E-6AEB-39E8-F858AD8A9C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19365" y="3410920"/>
                  <a:ext cx="1479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CEE7C6-8C68-1C00-28B4-B858A9CAD02E}"/>
                    </a:ext>
                  </a:extLst>
                </p14:cNvPr>
                <p14:cNvContentPartPr/>
                <p14:nvPr/>
              </p14:nvContentPartPr>
              <p14:xfrm>
                <a:off x="4101005" y="3550240"/>
                <a:ext cx="158760" cy="54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CEE7C6-8C68-1C00-28B4-B858A9CAD0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94885" y="3544120"/>
                  <a:ext cx="1710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E07054-2A93-ECF7-36EE-CC2FA3E4FB02}"/>
              </a:ext>
            </a:extLst>
          </p:cNvPr>
          <p:cNvGrpSpPr/>
          <p:nvPr/>
        </p:nvGrpSpPr>
        <p:grpSpPr>
          <a:xfrm>
            <a:off x="5708045" y="2532520"/>
            <a:ext cx="54360" cy="148680"/>
            <a:chOff x="5708045" y="2532520"/>
            <a:chExt cx="54360" cy="14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5AF75B4-DBF5-99F5-49CE-AC308841DF02}"/>
                    </a:ext>
                  </a:extLst>
                </p14:cNvPr>
                <p14:cNvContentPartPr/>
                <p14:nvPr/>
              </p14:nvContentPartPr>
              <p14:xfrm>
                <a:off x="5708045" y="2532520"/>
                <a:ext cx="54360" cy="128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5AF75B4-DBF5-99F5-49CE-AC308841DF0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01925" y="2526400"/>
                  <a:ext cx="66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FB49CF0-3F9E-11F4-B804-0EC80CF4BEDF}"/>
                    </a:ext>
                  </a:extLst>
                </p14:cNvPr>
                <p14:cNvContentPartPr/>
                <p14:nvPr/>
              </p14:nvContentPartPr>
              <p14:xfrm>
                <a:off x="5716685" y="2680840"/>
                <a:ext cx="9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FB49CF0-3F9E-11F4-B804-0EC80CF4BE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10565" y="2674720"/>
                  <a:ext cx="21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A807D21-B57D-FD2D-687B-BB9B6EB905FB}"/>
              </a:ext>
            </a:extLst>
          </p:cNvPr>
          <p:cNvGrpSpPr/>
          <p:nvPr/>
        </p:nvGrpSpPr>
        <p:grpSpPr>
          <a:xfrm>
            <a:off x="5423645" y="2796400"/>
            <a:ext cx="257040" cy="132480"/>
            <a:chOff x="5423645" y="2796400"/>
            <a:chExt cx="257040" cy="13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061E0FE-F138-9AA9-B095-2BD9375F0A3E}"/>
                    </a:ext>
                  </a:extLst>
                </p14:cNvPr>
                <p14:cNvContentPartPr/>
                <p14:nvPr/>
              </p14:nvContentPartPr>
              <p14:xfrm>
                <a:off x="5423645" y="2796400"/>
                <a:ext cx="25704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061E0FE-F138-9AA9-B095-2BD9375F0A3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17525" y="2790280"/>
                  <a:ext cx="269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C0D65A-A597-A77F-5DB2-0AF07102682C}"/>
                    </a:ext>
                  </a:extLst>
                </p14:cNvPr>
                <p14:cNvContentPartPr/>
                <p14:nvPr/>
              </p14:nvContentPartPr>
              <p14:xfrm>
                <a:off x="5539205" y="2805040"/>
                <a:ext cx="360" cy="123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C0D65A-A597-A77F-5DB2-0AF0710268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33085" y="2798920"/>
                  <a:ext cx="1260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8A01D1E-554D-519A-CD9E-9BE9B0BC3B85}"/>
              </a:ext>
            </a:extLst>
          </p:cNvPr>
          <p:cNvGrpSpPr/>
          <p:nvPr/>
        </p:nvGrpSpPr>
        <p:grpSpPr>
          <a:xfrm>
            <a:off x="5654765" y="3151360"/>
            <a:ext cx="88200" cy="44640"/>
            <a:chOff x="5654765" y="3151360"/>
            <a:chExt cx="88200" cy="44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3FC115-83FC-7CD8-4AE8-258F260A2158}"/>
                    </a:ext>
                  </a:extLst>
                </p14:cNvPr>
                <p14:cNvContentPartPr/>
                <p14:nvPr/>
              </p14:nvContentPartPr>
              <p14:xfrm>
                <a:off x="5654765" y="3151360"/>
                <a:ext cx="8820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3FC115-83FC-7CD8-4AE8-258F260A21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648645" y="3145240"/>
                  <a:ext cx="100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343B084-019E-4580-C099-5F1B13D8EDEB}"/>
                    </a:ext>
                  </a:extLst>
                </p14:cNvPr>
                <p14:cNvContentPartPr/>
                <p14:nvPr/>
              </p14:nvContentPartPr>
              <p14:xfrm>
                <a:off x="5672405" y="3195640"/>
                <a:ext cx="5148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343B084-019E-4580-C099-5F1B13D8EDE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66285" y="3189520"/>
                  <a:ext cx="6372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597E226-0EAB-05EB-EEFE-9ECD948E8411}"/>
              </a:ext>
            </a:extLst>
          </p:cNvPr>
          <p:cNvGrpSpPr/>
          <p:nvPr/>
        </p:nvGrpSpPr>
        <p:grpSpPr>
          <a:xfrm>
            <a:off x="6125285" y="2663200"/>
            <a:ext cx="213480" cy="177120"/>
            <a:chOff x="6125285" y="2663200"/>
            <a:chExt cx="213480" cy="1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9970510-B127-C3CF-DEEB-0C1C0AF8A364}"/>
                    </a:ext>
                  </a:extLst>
                </p14:cNvPr>
                <p14:cNvContentPartPr/>
                <p14:nvPr/>
              </p14:nvContentPartPr>
              <p14:xfrm>
                <a:off x="6141125" y="2663200"/>
                <a:ext cx="197640" cy="177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9970510-B127-C3CF-DEEB-0C1C0AF8A3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135005" y="2657080"/>
                  <a:ext cx="2098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5BE6D6-E432-A711-40A2-048DC481C6CF}"/>
                    </a:ext>
                  </a:extLst>
                </p14:cNvPr>
                <p14:cNvContentPartPr/>
                <p14:nvPr/>
              </p14:nvContentPartPr>
              <p14:xfrm>
                <a:off x="6125285" y="2778400"/>
                <a:ext cx="9720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5BE6D6-E432-A711-40A2-048DC481C6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19165" y="2772280"/>
                  <a:ext cx="10944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0D48A4A-0385-46AF-9381-EF6298FCD834}"/>
              </a:ext>
            </a:extLst>
          </p:cNvPr>
          <p:cNvGrpSpPr/>
          <p:nvPr/>
        </p:nvGrpSpPr>
        <p:grpSpPr>
          <a:xfrm>
            <a:off x="5672405" y="3701440"/>
            <a:ext cx="141480" cy="53640"/>
            <a:chOff x="5672405" y="3701440"/>
            <a:chExt cx="141480" cy="5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4EE9CD-84EA-6929-3D9C-6D8AD99DD35A}"/>
                    </a:ext>
                  </a:extLst>
                </p14:cNvPr>
                <p14:cNvContentPartPr/>
                <p14:nvPr/>
              </p14:nvContentPartPr>
              <p14:xfrm>
                <a:off x="5672405" y="3701440"/>
                <a:ext cx="6084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4EE9CD-84EA-6929-3D9C-6D8AD99DD35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666285" y="3695320"/>
                  <a:ext cx="73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DDF830-2982-E741-1B6D-FD0E90341C0B}"/>
                    </a:ext>
                  </a:extLst>
                </p14:cNvPr>
                <p14:cNvContentPartPr/>
                <p14:nvPr/>
              </p14:nvContentPartPr>
              <p14:xfrm>
                <a:off x="5690045" y="3754720"/>
                <a:ext cx="12384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ADDF830-2982-E741-1B6D-FD0E90341C0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83925" y="3748600"/>
                  <a:ext cx="1360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92A1331-4D20-CBC8-D2ED-849F7C7D41A5}"/>
                  </a:ext>
                </a:extLst>
              </p14:cNvPr>
              <p14:cNvContentPartPr/>
              <p14:nvPr/>
            </p14:nvContentPartPr>
            <p14:xfrm>
              <a:off x="7501565" y="2617840"/>
              <a:ext cx="93600" cy="1238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92A1331-4D20-CBC8-D2ED-849F7C7D41A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495445" y="2611720"/>
                <a:ext cx="10584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28AA6AB-D451-1AD3-1C42-A041B13FC5B2}"/>
                  </a:ext>
                </a:extLst>
              </p14:cNvPr>
              <p14:cNvContentPartPr/>
              <p14:nvPr/>
            </p14:nvContentPartPr>
            <p14:xfrm>
              <a:off x="7577525" y="2821600"/>
              <a:ext cx="12600" cy="435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28AA6AB-D451-1AD3-1C42-A041B13FC5B2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571405" y="2815480"/>
                <a:ext cx="248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009945D-CC54-D969-E292-6A06AD47274E}"/>
                  </a:ext>
                </a:extLst>
              </p14:cNvPr>
              <p14:cNvContentPartPr/>
              <p14:nvPr/>
            </p14:nvContentPartPr>
            <p14:xfrm>
              <a:off x="6790925" y="3151360"/>
              <a:ext cx="360" cy="698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009945D-CC54-D969-E292-6A06AD47274E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784805" y="3145240"/>
                <a:ext cx="1260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6DAB9BC1-E8DC-465D-764C-779C94DB5A1E}"/>
              </a:ext>
            </a:extLst>
          </p:cNvPr>
          <p:cNvGrpSpPr/>
          <p:nvPr/>
        </p:nvGrpSpPr>
        <p:grpSpPr>
          <a:xfrm>
            <a:off x="7235165" y="3160000"/>
            <a:ext cx="432360" cy="87480"/>
            <a:chOff x="7235165" y="3160000"/>
            <a:chExt cx="432360" cy="8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4567CC0-EF94-7DE5-ABEF-5CF407BD4AED}"/>
                    </a:ext>
                  </a:extLst>
                </p14:cNvPr>
                <p14:cNvContentPartPr/>
                <p14:nvPr/>
              </p14:nvContentPartPr>
              <p14:xfrm>
                <a:off x="7235165" y="3160000"/>
                <a:ext cx="132480" cy="87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4567CC0-EF94-7DE5-ABEF-5CF407BD4A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229045" y="3153880"/>
                  <a:ext cx="144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EDFF394-0E18-868B-42C5-0905015354DC}"/>
                    </a:ext>
                  </a:extLst>
                </p14:cNvPr>
                <p14:cNvContentPartPr/>
                <p14:nvPr/>
              </p14:nvContentPartPr>
              <p14:xfrm>
                <a:off x="7501565" y="3230920"/>
                <a:ext cx="16200" cy="8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EDFF394-0E18-868B-42C5-0905015354D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495445" y="3224800"/>
                  <a:ext cx="28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89766F8-B35D-5BF9-6772-3CEEF70850E2}"/>
                    </a:ext>
                  </a:extLst>
                </p14:cNvPr>
                <p14:cNvContentPartPr/>
                <p14:nvPr/>
              </p14:nvContentPartPr>
              <p14:xfrm>
                <a:off x="7625405" y="3240280"/>
                <a:ext cx="4212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89766F8-B35D-5BF9-6772-3CEEF70850E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19285" y="3234160"/>
                  <a:ext cx="5436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4284272-2531-05C3-ED05-1AD3BFB3AD17}"/>
                  </a:ext>
                </a:extLst>
              </p14:cNvPr>
              <p14:cNvContentPartPr/>
              <p14:nvPr/>
            </p14:nvContentPartPr>
            <p14:xfrm>
              <a:off x="7812245" y="3248920"/>
              <a:ext cx="60120" cy="9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4284272-2531-05C3-ED05-1AD3BFB3AD1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806125" y="3242800"/>
                <a:ext cx="7236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DF4B9251-C3B9-B7D1-0022-9CB0471EDDD1}"/>
              </a:ext>
            </a:extLst>
          </p:cNvPr>
          <p:cNvGrpSpPr/>
          <p:nvPr/>
        </p:nvGrpSpPr>
        <p:grpSpPr>
          <a:xfrm>
            <a:off x="8095925" y="3222280"/>
            <a:ext cx="308880" cy="72000"/>
            <a:chOff x="8095925" y="3222280"/>
            <a:chExt cx="308880" cy="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4CE32A-2381-ECEF-5642-4573F7CE5399}"/>
                    </a:ext>
                  </a:extLst>
                </p14:cNvPr>
                <p14:cNvContentPartPr/>
                <p14:nvPr/>
              </p14:nvContentPartPr>
              <p14:xfrm>
                <a:off x="8095925" y="3257560"/>
                <a:ext cx="5184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4CE32A-2381-ECEF-5642-4573F7CE53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89805" y="3251440"/>
                  <a:ext cx="64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84F4DDA-F1C3-2773-9772-0412405A5A8C}"/>
                    </a:ext>
                  </a:extLst>
                </p14:cNvPr>
                <p14:cNvContentPartPr/>
                <p14:nvPr/>
              </p14:nvContentPartPr>
              <p14:xfrm>
                <a:off x="8264765" y="3222280"/>
                <a:ext cx="140040" cy="720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84F4DDA-F1C3-2773-9772-0412405A5A8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58645" y="3216160"/>
                  <a:ext cx="152280" cy="8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C4B7B6E-30A1-643F-98E2-4351927E43E0}"/>
                  </a:ext>
                </a:extLst>
              </p14:cNvPr>
              <p14:cNvContentPartPr/>
              <p14:nvPr/>
            </p14:nvContentPartPr>
            <p14:xfrm>
              <a:off x="7474565" y="3817000"/>
              <a:ext cx="114840" cy="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C4B7B6E-30A1-643F-98E2-4351927E43E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68445" y="3810880"/>
                <a:ext cx="1270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A565C64-09F5-CCDF-0F27-6424CE189672}"/>
                  </a:ext>
                </a:extLst>
              </p14:cNvPr>
              <p14:cNvContentPartPr/>
              <p14:nvPr/>
            </p14:nvContentPartPr>
            <p14:xfrm>
              <a:off x="7483565" y="3896920"/>
              <a:ext cx="31320" cy="36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A565C64-09F5-CCDF-0F27-6424CE18967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477445" y="3890800"/>
                <a:ext cx="4356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013815D1-39C0-6B9E-298C-171439616CE9}"/>
              </a:ext>
            </a:extLst>
          </p:cNvPr>
          <p:cNvSpPr txBox="1"/>
          <p:nvPr/>
        </p:nvSpPr>
        <p:spPr>
          <a:xfrm>
            <a:off x="10449017" y="2228295"/>
            <a:ext cx="2487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For(int j=0;j&lt;5;j++)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83E6893-CC89-9EBB-B502-FD6AD5475930}"/>
                  </a:ext>
                </a:extLst>
              </p14:cNvPr>
              <p14:cNvContentPartPr/>
              <p14:nvPr/>
            </p14:nvContentPartPr>
            <p14:xfrm>
              <a:off x="10954685" y="2361160"/>
              <a:ext cx="488520" cy="622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83E6893-CC89-9EBB-B502-FD6AD547593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900685" y="2253160"/>
                <a:ext cx="5961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B8C10C59-385E-C625-0F98-B4567EA538C4}"/>
                  </a:ext>
                </a:extLst>
              </p14:cNvPr>
              <p14:cNvContentPartPr/>
              <p14:nvPr/>
            </p14:nvContentPartPr>
            <p14:xfrm>
              <a:off x="11602685" y="2423080"/>
              <a:ext cx="222480" cy="93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B8C10C59-385E-C625-0F98-B4567EA538C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548685" y="2315080"/>
                <a:ext cx="3301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C6B14E4-4050-6155-0483-DE6A03D0F7BF}"/>
                  </a:ext>
                </a:extLst>
              </p14:cNvPr>
              <p14:cNvContentPartPr/>
              <p14:nvPr/>
            </p14:nvContentPartPr>
            <p14:xfrm>
              <a:off x="11958005" y="2423080"/>
              <a:ext cx="212400" cy="3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C6B14E4-4050-6155-0483-DE6A03D0F7B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904005" y="2315440"/>
                <a:ext cx="320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15748B8-C934-2507-F3FD-344141FC1C80}"/>
                  </a:ext>
                </a:extLst>
              </p14:cNvPr>
              <p14:cNvContentPartPr/>
              <p14:nvPr/>
            </p14:nvContentPartPr>
            <p14:xfrm>
              <a:off x="10156565" y="2263240"/>
              <a:ext cx="89280" cy="2574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15748B8-C934-2507-F3FD-344141FC1C8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150445" y="2257120"/>
                <a:ext cx="101520" cy="26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4E14FDA5-4C2A-3D45-18CE-7841B2C01DB3}"/>
              </a:ext>
            </a:extLst>
          </p:cNvPr>
          <p:cNvGrpSpPr/>
          <p:nvPr/>
        </p:nvGrpSpPr>
        <p:grpSpPr>
          <a:xfrm>
            <a:off x="11540405" y="2049040"/>
            <a:ext cx="195480" cy="272160"/>
            <a:chOff x="11540405" y="2049040"/>
            <a:chExt cx="19548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7F80292-4616-81EB-6FD2-74AC0D64FCF3}"/>
                    </a:ext>
                  </a:extLst>
                </p14:cNvPr>
                <p14:cNvContentPartPr/>
                <p14:nvPr/>
              </p14:nvContentPartPr>
              <p14:xfrm>
                <a:off x="11540405" y="2049040"/>
                <a:ext cx="97560" cy="187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7F80292-4616-81EB-6FD2-74AC0D64FCF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34285" y="2042920"/>
                  <a:ext cx="109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B294E5-BF7C-61E0-3BD8-E6B9AD6D190C}"/>
                    </a:ext>
                  </a:extLst>
                </p14:cNvPr>
                <p14:cNvContentPartPr/>
                <p14:nvPr/>
              </p14:nvContentPartPr>
              <p14:xfrm>
                <a:off x="11700245" y="2275120"/>
                <a:ext cx="35640" cy="46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AB294E5-BF7C-61E0-3BD8-E6B9AD6D190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694125" y="2269000"/>
                  <a:ext cx="4788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4F1C432-C582-5B7B-75C1-40D573981CAB}"/>
                  </a:ext>
                </a:extLst>
              </p14:cNvPr>
              <p14:cNvContentPartPr/>
              <p14:nvPr/>
            </p14:nvContentPartPr>
            <p14:xfrm>
              <a:off x="10945685" y="2520280"/>
              <a:ext cx="549720" cy="277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4F1C432-C582-5B7B-75C1-40D573981CA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939565" y="2514160"/>
                <a:ext cx="561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2D6A62E-AC24-F544-C06B-0EDEEE781B25}"/>
                  </a:ext>
                </a:extLst>
              </p14:cNvPr>
              <p14:cNvContentPartPr/>
              <p14:nvPr/>
            </p14:nvContentPartPr>
            <p14:xfrm>
              <a:off x="11585045" y="2547640"/>
              <a:ext cx="222480" cy="3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2D6A62E-AC24-F544-C06B-0EDEEE781B2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578925" y="2541520"/>
                <a:ext cx="234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4936A77-8C58-AC55-E3C5-CFDDE0C272CF}"/>
                  </a:ext>
                </a:extLst>
              </p14:cNvPr>
              <p14:cNvContentPartPr/>
              <p14:nvPr/>
            </p14:nvContentPartPr>
            <p14:xfrm>
              <a:off x="11975645" y="2547640"/>
              <a:ext cx="239040" cy="1836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4936A77-8C58-AC55-E3C5-CFDDE0C272C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969525" y="2541520"/>
                <a:ext cx="25128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75626784-6580-D13A-55B9-D68D6422F90B}"/>
                  </a:ext>
                </a:extLst>
              </p14:cNvPr>
              <p14:cNvContentPartPr/>
              <p14:nvPr/>
            </p14:nvContentPartPr>
            <p14:xfrm>
              <a:off x="6870845" y="5574880"/>
              <a:ext cx="159120" cy="36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75626784-6580-D13A-55B9-D68D6422F90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864725" y="5568760"/>
                <a:ext cx="1713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F6DB456-DAF7-8C1B-47E3-FE9C0F585E86}"/>
                  </a:ext>
                </a:extLst>
              </p14:cNvPr>
              <p14:cNvContentPartPr/>
              <p14:nvPr/>
            </p14:nvContentPartPr>
            <p14:xfrm>
              <a:off x="6913325" y="5628160"/>
              <a:ext cx="299520" cy="1976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F6DB456-DAF7-8C1B-47E3-FE9C0F585E8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907205" y="5622040"/>
                <a:ext cx="3117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BF28432-C017-48B6-8253-5C47165D8055}"/>
                  </a:ext>
                </a:extLst>
              </p14:cNvPr>
              <p14:cNvContentPartPr/>
              <p14:nvPr/>
            </p14:nvContentPartPr>
            <p14:xfrm>
              <a:off x="4864565" y="5619160"/>
              <a:ext cx="327960" cy="194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BF28432-C017-48B6-8253-5C47165D805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858445" y="5613040"/>
                <a:ext cx="3402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38AEF96-103D-E58A-4BEF-530B80D62A77}"/>
                  </a:ext>
                </a:extLst>
              </p14:cNvPr>
              <p14:cNvContentPartPr/>
              <p14:nvPr/>
            </p14:nvContentPartPr>
            <p14:xfrm>
              <a:off x="4616165" y="4954600"/>
              <a:ext cx="515520" cy="2836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38AEF96-103D-E58A-4BEF-530B80D62A7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610045" y="4948480"/>
                <a:ext cx="527760" cy="29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7825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6487" y="514197"/>
            <a:ext cx="55733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Example 1 	--  Step-1: label steps</a:t>
            </a:r>
          </a:p>
        </p:txBody>
      </p:sp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303" y="1719765"/>
            <a:ext cx="6801394" cy="40157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C85E65-0DE2-D952-BBD2-9DC158A6E787}"/>
                  </a:ext>
                </a:extLst>
              </p14:cNvPr>
              <p14:cNvContentPartPr/>
              <p14:nvPr/>
            </p14:nvContentPartPr>
            <p14:xfrm>
              <a:off x="3000125" y="292960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C85E65-0DE2-D952-BBD2-9DC158A6E7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46485" y="2821600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74460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6487" y="514197"/>
            <a:ext cx="36100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Step-2: create graph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944" y="1948355"/>
            <a:ext cx="7803056" cy="3875083"/>
          </a:xfrm>
          <a:prstGeom prst="rect">
            <a:avLst/>
          </a:prstGeom>
        </p:spPr>
      </p:pic>
      <p:pic>
        <p:nvPicPr>
          <p:cNvPr id="2" name="Picture 1" descr="Screen Clipping">
            <a:extLst>
              <a:ext uri="{FF2B5EF4-FFF2-40B4-BE49-F238E27FC236}">
                <a16:creationId xmlns:a16="http://schemas.microsoft.com/office/drawing/2014/main" id="{5533FA66-50A2-BDA4-3975-A871DA097F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92" y="1478226"/>
            <a:ext cx="4113951" cy="40081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A89FA4E-A5FD-ED6D-0153-D942EC351D1E}"/>
                  </a:ext>
                </a:extLst>
              </p14:cNvPr>
              <p14:cNvContentPartPr/>
              <p14:nvPr/>
            </p14:nvContentPartPr>
            <p14:xfrm>
              <a:off x="7092965" y="2428120"/>
              <a:ext cx="295560" cy="289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A89FA4E-A5FD-ED6D-0153-D942EC351D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86845" y="2422000"/>
                <a:ext cx="30780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B9AE0E1-9609-CD67-0E64-5EA4C13105ED}"/>
              </a:ext>
            </a:extLst>
          </p:cNvPr>
          <p:cNvGrpSpPr/>
          <p:nvPr/>
        </p:nvGrpSpPr>
        <p:grpSpPr>
          <a:xfrm>
            <a:off x="7998365" y="3000160"/>
            <a:ext cx="212400" cy="185400"/>
            <a:chOff x="7998365" y="3000160"/>
            <a:chExt cx="21240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C7BF89E-FE57-493C-4648-9B87C1B53B89}"/>
                    </a:ext>
                  </a:extLst>
                </p14:cNvPr>
                <p14:cNvContentPartPr/>
                <p14:nvPr/>
              </p14:nvContentPartPr>
              <p14:xfrm>
                <a:off x="7998365" y="3000160"/>
                <a:ext cx="212400" cy="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C7BF89E-FE57-493C-4648-9B87C1B53B8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92245" y="2994040"/>
                  <a:ext cx="224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9F2000-6586-F6BB-53AF-D27FF8DE1555}"/>
                    </a:ext>
                  </a:extLst>
                </p14:cNvPr>
                <p14:cNvContentPartPr/>
                <p14:nvPr/>
              </p14:nvContentPartPr>
              <p14:xfrm>
                <a:off x="8077925" y="3009160"/>
                <a:ext cx="10440" cy="176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9F2000-6586-F6BB-53AF-D27FF8DE15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071805" y="3003040"/>
                  <a:ext cx="22680" cy="1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3898F56-FF8C-2E16-1901-09B98AF561D4}"/>
                  </a:ext>
                </a:extLst>
              </p14:cNvPr>
              <p14:cNvContentPartPr/>
              <p14:nvPr/>
            </p14:nvContentPartPr>
            <p14:xfrm>
              <a:off x="3462005" y="2476360"/>
              <a:ext cx="664920" cy="716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3898F56-FF8C-2E16-1901-09B98AF561D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55885" y="2470240"/>
                <a:ext cx="67716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751003A-FD9F-77F6-0C52-48B6D254CE22}"/>
              </a:ext>
            </a:extLst>
          </p:cNvPr>
          <p:cNvGrpSpPr/>
          <p:nvPr/>
        </p:nvGrpSpPr>
        <p:grpSpPr>
          <a:xfrm>
            <a:off x="8850485" y="2112400"/>
            <a:ext cx="204840" cy="249840"/>
            <a:chOff x="8850485" y="2112400"/>
            <a:chExt cx="20484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309848E-0D4C-3B45-DD31-2F69E674EB54}"/>
                    </a:ext>
                  </a:extLst>
                </p14:cNvPr>
                <p14:cNvContentPartPr/>
                <p14:nvPr/>
              </p14:nvContentPartPr>
              <p14:xfrm>
                <a:off x="8901605" y="2112400"/>
                <a:ext cx="153720" cy="249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309848E-0D4C-3B45-DD31-2F69E674EB5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895485" y="2106280"/>
                  <a:ext cx="1659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7685BD-51AD-4B2B-4205-9C7ED0290B24}"/>
                    </a:ext>
                  </a:extLst>
                </p14:cNvPr>
                <p14:cNvContentPartPr/>
                <p14:nvPr/>
              </p14:nvContentPartPr>
              <p14:xfrm>
                <a:off x="8850485" y="2218960"/>
                <a:ext cx="150480" cy="18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7685BD-51AD-4B2B-4205-9C7ED0290B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44365" y="2212840"/>
                  <a:ext cx="16272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B9432E5-C090-0757-6BA0-8A1401647A7C}"/>
                  </a:ext>
                </a:extLst>
              </p14:cNvPr>
              <p14:cNvContentPartPr/>
              <p14:nvPr/>
            </p14:nvContentPartPr>
            <p14:xfrm>
              <a:off x="3808325" y="2911600"/>
              <a:ext cx="23976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B9432E5-C090-0757-6BA0-8A1401647A7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802205" y="2905480"/>
                <a:ext cx="2520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1F235A8-19D7-7DF2-6105-317E11F0583D}"/>
              </a:ext>
            </a:extLst>
          </p:cNvPr>
          <p:cNvGrpSpPr/>
          <p:nvPr/>
        </p:nvGrpSpPr>
        <p:grpSpPr>
          <a:xfrm>
            <a:off x="9649685" y="3000160"/>
            <a:ext cx="141480" cy="177840"/>
            <a:chOff x="9649685" y="3000160"/>
            <a:chExt cx="14148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AB597A5-3B7E-65F9-CC95-EC8383C71950}"/>
                    </a:ext>
                  </a:extLst>
                </p14:cNvPr>
                <p14:cNvContentPartPr/>
                <p14:nvPr/>
              </p14:nvContentPartPr>
              <p14:xfrm>
                <a:off x="9649685" y="3000160"/>
                <a:ext cx="14148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AB597A5-3B7E-65F9-CC95-EC8383C7195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643565" y="2994040"/>
                  <a:ext cx="1537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8F95E95-E275-AAC0-7FF2-D9B9804F2D2F}"/>
                    </a:ext>
                  </a:extLst>
                </p14:cNvPr>
                <p14:cNvContentPartPr/>
                <p14:nvPr/>
              </p14:nvContentPartPr>
              <p14:xfrm>
                <a:off x="9702965" y="3000160"/>
                <a:ext cx="360" cy="168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8F95E95-E275-AAC0-7FF2-D9B9804F2D2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696845" y="2994040"/>
                  <a:ext cx="12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99448C0-395E-AD62-722D-E87500B9444C}"/>
                    </a:ext>
                  </a:extLst>
                </p14:cNvPr>
                <p14:cNvContentPartPr/>
                <p14:nvPr/>
              </p14:nvContentPartPr>
              <p14:xfrm>
                <a:off x="9702965" y="3177640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99448C0-395E-AD62-722D-E87500B9444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96845" y="31715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E4426AF-7474-3177-B7DE-1D91B990F4A4}"/>
              </a:ext>
            </a:extLst>
          </p:cNvPr>
          <p:cNvGrpSpPr/>
          <p:nvPr/>
        </p:nvGrpSpPr>
        <p:grpSpPr>
          <a:xfrm>
            <a:off x="9747605" y="2209960"/>
            <a:ext cx="230760" cy="239040"/>
            <a:chOff x="9747605" y="2209960"/>
            <a:chExt cx="230760" cy="23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1C4A9C5-7701-B386-16E0-D954CABC4353}"/>
                    </a:ext>
                  </a:extLst>
                </p14:cNvPr>
                <p14:cNvContentPartPr/>
                <p14:nvPr/>
              </p14:nvContentPartPr>
              <p14:xfrm>
                <a:off x="9754805" y="2209960"/>
                <a:ext cx="223560" cy="239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1C4A9C5-7701-B386-16E0-D954CABC435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48685" y="2203840"/>
                  <a:ext cx="2358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523D267-92D6-4EFD-2363-70F10D242007}"/>
                    </a:ext>
                  </a:extLst>
                </p14:cNvPr>
                <p14:cNvContentPartPr/>
                <p14:nvPr/>
              </p14:nvContentPartPr>
              <p14:xfrm>
                <a:off x="9747605" y="2316880"/>
                <a:ext cx="168120" cy="12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523D267-92D6-4EFD-2363-70F10D24200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41485" y="2310760"/>
                  <a:ext cx="18036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4D016E-4EB1-7A42-5C64-85BBB2A3BEFD}"/>
              </a:ext>
            </a:extLst>
          </p:cNvPr>
          <p:cNvGrpSpPr/>
          <p:nvPr/>
        </p:nvGrpSpPr>
        <p:grpSpPr>
          <a:xfrm>
            <a:off x="10661645" y="3008440"/>
            <a:ext cx="195480" cy="159840"/>
            <a:chOff x="10661645" y="3008440"/>
            <a:chExt cx="195480" cy="1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B8DC8CB-ECA5-06EF-00DE-10308F19F4CF}"/>
                    </a:ext>
                  </a:extLst>
                </p14:cNvPr>
                <p14:cNvContentPartPr/>
                <p14:nvPr/>
              </p14:nvContentPartPr>
              <p14:xfrm>
                <a:off x="10661645" y="3008440"/>
                <a:ext cx="195480" cy="9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B8DC8CB-ECA5-06EF-00DE-10308F19F4C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655525" y="3002320"/>
                  <a:ext cx="207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4FFA5DC-8870-CE7F-D00D-A0888B962AC2}"/>
                    </a:ext>
                  </a:extLst>
                </p14:cNvPr>
                <p14:cNvContentPartPr/>
                <p14:nvPr/>
              </p14:nvContentPartPr>
              <p14:xfrm>
                <a:off x="10706285" y="3018160"/>
                <a:ext cx="360" cy="15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4FFA5DC-8870-CE7F-D00D-A0888B962AC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700165" y="3012040"/>
                  <a:ext cx="1260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8EEF00E-C25F-B3F4-DE25-4C993D0DBFA0}"/>
              </a:ext>
            </a:extLst>
          </p:cNvPr>
          <p:cNvGrpSpPr/>
          <p:nvPr/>
        </p:nvGrpSpPr>
        <p:grpSpPr>
          <a:xfrm>
            <a:off x="10821485" y="2236600"/>
            <a:ext cx="230040" cy="212760"/>
            <a:chOff x="10821485" y="2236600"/>
            <a:chExt cx="23004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F9B21CB-2228-06C3-8688-68A676A17A93}"/>
                    </a:ext>
                  </a:extLst>
                </p14:cNvPr>
                <p14:cNvContentPartPr/>
                <p14:nvPr/>
              </p14:nvContentPartPr>
              <p14:xfrm>
                <a:off x="10889885" y="2236600"/>
                <a:ext cx="100800" cy="212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F9B21CB-2228-06C3-8688-68A676A17A9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883765" y="2230480"/>
                  <a:ext cx="11304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6D3279-2691-F9FF-931D-A1F3389A696A}"/>
                    </a:ext>
                  </a:extLst>
                </p14:cNvPr>
                <p14:cNvContentPartPr/>
                <p14:nvPr/>
              </p14:nvContentPartPr>
              <p14:xfrm>
                <a:off x="10821485" y="2343160"/>
                <a:ext cx="23004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6D3279-2691-F9FF-931D-A1F3389A69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15365" y="2337040"/>
                  <a:ext cx="2422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E138C43-FD51-E3C0-15EF-6A09DEA5A924}"/>
                  </a:ext>
                </a:extLst>
              </p14:cNvPr>
              <p14:cNvContentPartPr/>
              <p14:nvPr/>
            </p14:nvContentPartPr>
            <p14:xfrm>
              <a:off x="1988165" y="4402720"/>
              <a:ext cx="436320" cy="525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E138C43-FD51-E3C0-15EF-6A09DEA5A92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982045" y="4396600"/>
                <a:ext cx="4485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9E75435-B88D-F3EF-EBED-5FDE16241AB4}"/>
                  </a:ext>
                </a:extLst>
              </p14:cNvPr>
              <p14:cNvContentPartPr/>
              <p14:nvPr/>
            </p14:nvContentPartPr>
            <p14:xfrm>
              <a:off x="2659205" y="2512000"/>
              <a:ext cx="1229400" cy="28609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9E75435-B88D-F3EF-EBED-5FDE16241AB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653085" y="2505880"/>
                <a:ext cx="1241640" cy="28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DED36B4-9BBB-006E-830F-2EE60EBB5BF2}"/>
                  </a:ext>
                </a:extLst>
              </p14:cNvPr>
              <p14:cNvContentPartPr/>
              <p14:nvPr/>
            </p14:nvContentPartPr>
            <p14:xfrm>
              <a:off x="710165" y="2059480"/>
              <a:ext cx="318600" cy="28587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DED36B4-9BBB-006E-830F-2EE60EBB5BF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04045" y="2053360"/>
                <a:ext cx="330840" cy="28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B3B58E7-8E92-8ABF-A960-45DEDC3C6422}"/>
                  </a:ext>
                </a:extLst>
              </p14:cNvPr>
              <p14:cNvContentPartPr/>
              <p14:nvPr/>
            </p14:nvContentPartPr>
            <p14:xfrm>
              <a:off x="7270445" y="2353960"/>
              <a:ext cx="4038480" cy="26812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B3B58E7-8E92-8ABF-A960-45DEDC3C642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216805" y="2245960"/>
                <a:ext cx="4146120" cy="28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B42067F-872B-A828-4A43-314DD74D01B0}"/>
                  </a:ext>
                </a:extLst>
              </p14:cNvPr>
              <p14:cNvContentPartPr/>
              <p14:nvPr/>
            </p14:nvContentPartPr>
            <p14:xfrm>
              <a:off x="7208165" y="2174680"/>
              <a:ext cx="2247480" cy="7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B42067F-872B-A828-4A43-314DD74D01B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154165" y="1958680"/>
                <a:ext cx="23551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7A58671-C55E-C0CF-54BD-2E71E429446D}"/>
                  </a:ext>
                </a:extLst>
              </p14:cNvPr>
              <p14:cNvContentPartPr/>
              <p14:nvPr/>
            </p14:nvContentPartPr>
            <p14:xfrm>
              <a:off x="9454205" y="2148040"/>
              <a:ext cx="1970280" cy="26802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7A58671-C55E-C0CF-54BD-2E71E429446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00565" y="2040040"/>
                <a:ext cx="2077920" cy="28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5E7C538-56D2-7BD0-C1D9-192114FBA01A}"/>
                  </a:ext>
                </a:extLst>
              </p14:cNvPr>
              <p14:cNvContentPartPr/>
              <p14:nvPr/>
            </p14:nvContentPartPr>
            <p14:xfrm>
              <a:off x="7217165" y="2174680"/>
              <a:ext cx="3375360" cy="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5E7C538-56D2-7BD0-C1D9-192114FBA01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163165" y="1958680"/>
                <a:ext cx="348300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704F350-4B76-CE78-1050-149063D586C1}"/>
                  </a:ext>
                </a:extLst>
              </p14:cNvPr>
              <p14:cNvContentPartPr/>
              <p14:nvPr/>
            </p14:nvContentPartPr>
            <p14:xfrm>
              <a:off x="10590725" y="2085760"/>
              <a:ext cx="1314000" cy="2709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704F350-4B76-CE78-1050-149063D586C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536725" y="1978120"/>
                <a:ext cx="1421640" cy="29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3324978-55B4-FACC-560F-7868174B46C0}"/>
                  </a:ext>
                </a:extLst>
              </p14:cNvPr>
              <p14:cNvContentPartPr/>
              <p14:nvPr/>
            </p14:nvContentPartPr>
            <p14:xfrm>
              <a:off x="10340885" y="2156320"/>
              <a:ext cx="1314000" cy="26737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3324978-55B4-FACC-560F-7868174B46C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287245" y="2048680"/>
                <a:ext cx="1421640" cy="28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312804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6487" y="514197"/>
            <a:ext cx="35117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Step-3: select paths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825BF2-1857-8A12-691D-9FA54FEB1F75}"/>
              </a:ext>
            </a:extLst>
          </p:cNvPr>
          <p:cNvGrpSpPr/>
          <p:nvPr/>
        </p:nvGrpSpPr>
        <p:grpSpPr>
          <a:xfrm>
            <a:off x="1767923" y="1758574"/>
            <a:ext cx="8392077" cy="3878429"/>
            <a:chOff x="1767923" y="1758574"/>
            <a:chExt cx="8392077" cy="3878429"/>
          </a:xfrm>
        </p:grpSpPr>
        <p:pic>
          <p:nvPicPr>
            <p:cNvPr id="4" name="Picture 3" descr="Screen Clipping">
              <a:extLst>
                <a:ext uri="{FF2B5EF4-FFF2-40B4-BE49-F238E27FC236}">
                  <a16:creationId xmlns:a16="http://schemas.microsoft.com/office/drawing/2014/main" id="{1815B31C-C7F6-24B8-A1F8-265FF33B02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129"/>
            <a:stretch/>
          </p:blipFill>
          <p:spPr>
            <a:xfrm>
              <a:off x="5102047" y="1758574"/>
              <a:ext cx="5057953" cy="3494913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1767923" y="2836236"/>
              <a:ext cx="4460350" cy="280076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4400" dirty="0"/>
                <a:t>1-2-3-10</a:t>
              </a:r>
            </a:p>
            <a:p>
              <a:r>
                <a:rPr lang="en-US" sz="4400" dirty="0"/>
                <a:t>1-2-4-5-10</a:t>
              </a:r>
            </a:p>
            <a:p>
              <a:r>
                <a:rPr lang="en-US" sz="4400" dirty="0"/>
                <a:t>1-2-4-6-7-10</a:t>
              </a:r>
            </a:p>
            <a:p>
              <a:r>
                <a:rPr lang="en-US" sz="4400" dirty="0"/>
                <a:t>1-2-4-6-8-9-10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814957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6487" y="514197"/>
            <a:ext cx="34476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Step-3: create tests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255195"/>
              </p:ext>
            </p:extLst>
          </p:nvPr>
        </p:nvGraphicFramePr>
        <p:xfrm>
          <a:off x="936488" y="2626843"/>
          <a:ext cx="10258380" cy="265055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51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1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16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110">
                <a:tc>
                  <a:txBody>
                    <a:bodyPr/>
                    <a:lstStyle/>
                    <a:p>
                      <a:r>
                        <a:rPr lang="en-US" dirty="0"/>
                        <a:t>If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Else if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Else 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1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 triangle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1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Equilateral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11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Isosceles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11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Picture 1" descr="Screen Clipping">
            <a:extLst>
              <a:ext uri="{FF2B5EF4-FFF2-40B4-BE49-F238E27FC236}">
                <a16:creationId xmlns:a16="http://schemas.microsoft.com/office/drawing/2014/main" id="{9CBDDF19-D974-3F8F-FDBC-BDFEBB4F4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786" y="175566"/>
            <a:ext cx="4100814" cy="24212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A07A7F-E52F-1ABE-48BC-CF6F2A9E4335}"/>
                  </a:ext>
                </a:extLst>
              </p14:cNvPr>
              <p14:cNvContentPartPr/>
              <p14:nvPr/>
            </p14:nvContentPartPr>
            <p14:xfrm>
              <a:off x="4500605" y="523360"/>
              <a:ext cx="23904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A07A7F-E52F-1ABE-48BC-CF6F2A9E43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94485" y="517240"/>
                <a:ext cx="2512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8A62518-15C0-8A40-4274-E7F4C7ECF4D0}"/>
                  </a:ext>
                </a:extLst>
              </p14:cNvPr>
              <p14:cNvContentPartPr/>
              <p14:nvPr/>
            </p14:nvContentPartPr>
            <p14:xfrm>
              <a:off x="4403045" y="1118080"/>
              <a:ext cx="3549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8A62518-15C0-8A40-4274-E7F4C7ECF4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6925" y="1111960"/>
                <a:ext cx="3672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33C0B0C-00C5-5C7D-7A7F-60203714515B}"/>
                  </a:ext>
                </a:extLst>
              </p14:cNvPr>
              <p14:cNvContentPartPr/>
              <p14:nvPr/>
            </p14:nvContentPartPr>
            <p14:xfrm>
              <a:off x="4527245" y="1544320"/>
              <a:ext cx="26568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33C0B0C-00C5-5C7D-7A7F-6020371451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21125" y="1538200"/>
                <a:ext cx="2779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45A40-6EF5-FA4D-1D7C-6C8088442586}"/>
                  </a:ext>
                </a:extLst>
              </p14:cNvPr>
              <p14:cNvContentPartPr/>
              <p14:nvPr/>
            </p14:nvContentPartPr>
            <p14:xfrm>
              <a:off x="4438325" y="2032480"/>
              <a:ext cx="301680" cy="10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45A40-6EF5-FA4D-1D7C-6C80884425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32205" y="2026360"/>
                <a:ext cx="3139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42F1F0D-DC5E-FCE7-DEE3-3F3693B6142A}"/>
                  </a:ext>
                </a:extLst>
              </p14:cNvPr>
              <p14:cNvContentPartPr/>
              <p14:nvPr/>
            </p14:nvContentPartPr>
            <p14:xfrm>
              <a:off x="1890605" y="3186280"/>
              <a:ext cx="398880" cy="192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42F1F0D-DC5E-FCE7-DEE3-3F3693B614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84485" y="3180160"/>
                <a:ext cx="41112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EB59E86-9E60-FF43-42DC-094326D6F2BC}"/>
                  </a:ext>
                </a:extLst>
              </p14:cNvPr>
              <p14:cNvContentPartPr/>
              <p14:nvPr/>
            </p14:nvContentPartPr>
            <p14:xfrm>
              <a:off x="7679045" y="807400"/>
              <a:ext cx="19548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EB59E86-9E60-FF43-42DC-094326D6F2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72925" y="801280"/>
                <a:ext cx="207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F5918E1-13B7-26A7-B850-8B55E95867C1}"/>
                  </a:ext>
                </a:extLst>
              </p14:cNvPr>
              <p14:cNvContentPartPr/>
              <p14:nvPr/>
            </p14:nvContentPartPr>
            <p14:xfrm>
              <a:off x="1588565" y="4021120"/>
              <a:ext cx="195840" cy="270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F5918E1-13B7-26A7-B850-8B55E95867C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82445" y="4015000"/>
                <a:ext cx="2080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9DE58B3-69D3-557C-723B-78D37EA0540E}"/>
                  </a:ext>
                </a:extLst>
              </p14:cNvPr>
              <p14:cNvContentPartPr/>
              <p14:nvPr/>
            </p14:nvContentPartPr>
            <p14:xfrm>
              <a:off x="1626365" y="3985840"/>
              <a:ext cx="122760" cy="225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9DE58B3-69D3-557C-723B-78D37EA0540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0245" y="3979720"/>
                <a:ext cx="1350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239DCBE-C636-15CD-A32F-6A5F68E3DCE2}"/>
                  </a:ext>
                </a:extLst>
              </p14:cNvPr>
              <p14:cNvContentPartPr/>
              <p14:nvPr/>
            </p14:nvContentPartPr>
            <p14:xfrm>
              <a:off x="3541925" y="3928960"/>
              <a:ext cx="280800" cy="1026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239DCBE-C636-15CD-A32F-6A5F68E3DCE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35805" y="3922840"/>
                <a:ext cx="29304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D51348A-1B68-03C6-7B2A-9C2FF80F3A4A}"/>
                  </a:ext>
                </a:extLst>
              </p14:cNvPr>
              <p14:cNvContentPartPr/>
              <p14:nvPr/>
            </p14:nvContentPartPr>
            <p14:xfrm>
              <a:off x="9481205" y="4012120"/>
              <a:ext cx="1947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D51348A-1B68-03C6-7B2A-9C2FF80F3A4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75085" y="4006000"/>
                <a:ext cx="2070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90123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b="1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b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b="1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 b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2350" y="491575"/>
            <a:ext cx="97790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Example 2: perform basis path testing for following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92350" y="1554480"/>
            <a:ext cx="5372873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public double calculate(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amount)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 {</a:t>
            </a:r>
            <a:endParaRPr lang="en-US" sz="1200" dirty="0"/>
          </a:p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-1-  double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0;</a:t>
            </a:r>
            <a:endParaRPr lang="en-US" sz="1200" dirty="0"/>
          </a:p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-1-  if (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nextday.equals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("yes") 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-2-      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14.50;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endParaRPr lang="en-US" sz="1200" dirty="0"/>
          </a:p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-3-  double tax = amount * .0725;</a:t>
            </a:r>
            <a:endParaRPr lang="en-US" sz="1200" dirty="0"/>
          </a:p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-3-  if (amount &gt;= 1000)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-4-      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amount * .06 +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-5-  else if (amount &gt;= 200)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-6-      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amount * .08 +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-7-  else if (amount &gt;= 100)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-8-      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13.25 +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6492240" y="1698171"/>
            <a:ext cx="45981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-9-  else if (amount &gt;= 50)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-10-     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9.95 +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</a:p>
          <a:p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-11- else if (amount &gt;= 25)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-12-     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7.25 +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else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-13-     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5.25 +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endParaRPr lang="en-US" sz="1400" dirty="0"/>
          </a:p>
          <a:p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-14- total = amount + tax +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-15- return total;</a:t>
            </a:r>
            <a:endParaRPr lang="en-US" sz="1400" dirty="0"/>
          </a:p>
          <a:p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 //end calculate</a:t>
            </a:r>
            <a:endParaRPr lang="en-US" sz="4000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D7A47A-86A1-DD35-8C9F-1C78A5286B1D}"/>
                  </a:ext>
                </a:extLst>
              </p14:cNvPr>
              <p14:cNvContentPartPr/>
              <p14:nvPr/>
            </p14:nvContentPartPr>
            <p14:xfrm>
              <a:off x="451325" y="1978710"/>
              <a:ext cx="508320" cy="69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D7A47A-86A1-DD35-8C9F-1C78A5286B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205" y="1972590"/>
                <a:ext cx="52056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63504EB-F35A-BD11-2E52-40C2FF3AF776}"/>
                  </a:ext>
                </a:extLst>
              </p14:cNvPr>
              <p14:cNvContentPartPr/>
              <p14:nvPr/>
            </p14:nvContentPartPr>
            <p14:xfrm>
              <a:off x="6551525" y="5280990"/>
              <a:ext cx="552240" cy="640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63504EB-F35A-BD11-2E52-40C2FF3AF77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5405" y="5274870"/>
                <a:ext cx="564480" cy="65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1B65F0F-0753-1D06-1385-DC9DBA7A3524}"/>
              </a:ext>
            </a:extLst>
          </p:cNvPr>
          <p:cNvGrpSpPr/>
          <p:nvPr/>
        </p:nvGrpSpPr>
        <p:grpSpPr>
          <a:xfrm>
            <a:off x="9792245" y="5548110"/>
            <a:ext cx="442800" cy="321840"/>
            <a:chOff x="9792245" y="5548110"/>
            <a:chExt cx="44280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F55A3E3-42E6-2B3C-57CD-395669FCA4C8}"/>
                    </a:ext>
                  </a:extLst>
                </p14:cNvPr>
                <p14:cNvContentPartPr/>
                <p14:nvPr/>
              </p14:nvContentPartPr>
              <p14:xfrm>
                <a:off x="9792245" y="5548110"/>
                <a:ext cx="442800" cy="321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F55A3E3-42E6-2B3C-57CD-395669FCA4C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86125" y="5541990"/>
                  <a:ext cx="45504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483F338-4824-162A-051E-28948C3221E8}"/>
                    </a:ext>
                  </a:extLst>
                </p14:cNvPr>
                <p14:cNvContentPartPr/>
                <p14:nvPr/>
              </p14:nvContentPartPr>
              <p14:xfrm>
                <a:off x="9898085" y="5592390"/>
                <a:ext cx="360" cy="88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483F338-4824-162A-051E-28948C3221E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91965" y="5586270"/>
                  <a:ext cx="12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12D67CD-027F-00D5-F0BA-0A4008D83FF5}"/>
                    </a:ext>
                  </a:extLst>
                </p14:cNvPr>
                <p14:cNvContentPartPr/>
                <p14:nvPr/>
              </p14:nvContentPartPr>
              <p14:xfrm>
                <a:off x="9960005" y="5557110"/>
                <a:ext cx="72360" cy="168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12D67CD-027F-00D5-F0BA-0A4008D83FF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953885" y="5550990"/>
                  <a:ext cx="8460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70C4A9F-CAFE-BD57-859A-4A681DD0CC12}"/>
              </a:ext>
            </a:extLst>
          </p:cNvPr>
          <p:cNvGrpSpPr/>
          <p:nvPr/>
        </p:nvGrpSpPr>
        <p:grpSpPr>
          <a:xfrm>
            <a:off x="10084565" y="5530470"/>
            <a:ext cx="301320" cy="228960"/>
            <a:chOff x="10084565" y="5530470"/>
            <a:chExt cx="30132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F40C303-0EC9-EBDC-AEE7-935A23AE9785}"/>
                    </a:ext>
                  </a:extLst>
                </p14:cNvPr>
                <p14:cNvContentPartPr/>
                <p14:nvPr/>
              </p14:nvContentPartPr>
              <p14:xfrm>
                <a:off x="10084565" y="5716950"/>
                <a:ext cx="41400" cy="42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F40C303-0EC9-EBDC-AEE7-935A23AE97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78445" y="5710830"/>
                  <a:ext cx="536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AEC8606-96D7-D442-BC37-335FC498E8B4}"/>
                    </a:ext>
                  </a:extLst>
                </p14:cNvPr>
                <p14:cNvContentPartPr/>
                <p14:nvPr/>
              </p14:nvContentPartPr>
              <p14:xfrm>
                <a:off x="10128845" y="5539110"/>
                <a:ext cx="3960" cy="138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AEC8606-96D7-D442-BC37-335FC498E8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22725" y="5532990"/>
                  <a:ext cx="16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6301E1-610D-AF0D-6C28-4915B55C100E}"/>
                    </a:ext>
                  </a:extLst>
                </p14:cNvPr>
                <p14:cNvContentPartPr/>
                <p14:nvPr/>
              </p14:nvContentPartPr>
              <p14:xfrm>
                <a:off x="10191125" y="5566110"/>
                <a:ext cx="100440" cy="141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6301E1-610D-AF0D-6C28-4915B55C10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185005" y="5559990"/>
                  <a:ext cx="1126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3463C7-50B6-AF86-E053-B843B7C38DB6}"/>
                    </a:ext>
                  </a:extLst>
                </p14:cNvPr>
                <p14:cNvContentPartPr/>
                <p14:nvPr/>
              </p14:nvContentPartPr>
              <p14:xfrm>
                <a:off x="10208765" y="5530470"/>
                <a:ext cx="17712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3463C7-50B6-AF86-E053-B843B7C38DB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202645" y="5524350"/>
                  <a:ext cx="18936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863761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47A43-DA97-442E-8463-B25B4224F33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9C7EAC-5E44-0E76-C16F-622D719F8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6" b="97250" l="0" r="95968">
                        <a14:foregroundMark x1="20161" y1="13360" x2="65726" y2="63851"/>
                        <a14:foregroundMark x1="65726" y1="63851" x2="65726" y2="63851"/>
                        <a14:foregroundMark x1="42742" y1="38900" x2="0" y2="4715"/>
                        <a14:foregroundMark x1="43548" y1="38703" x2="93952" y2="982"/>
                        <a14:foregroundMark x1="66935" y1="64440" x2="26613" y2="89587"/>
                        <a14:foregroundMark x1="64919" y1="64440" x2="95968" y2="86248"/>
                        <a14:foregroundMark x1="80645" y1="76228" x2="91935" y2="88998"/>
                        <a14:foregroundMark x1="85484" y1="82908" x2="85484" y2="88605"/>
                        <a14:foregroundMark x1="47177" y1="77210" x2="7661" y2="88605"/>
                        <a14:foregroundMark x1="27016" y1="82515" x2="15323" y2="90177"/>
                        <a14:foregroundMark x1="21774" y1="86837" x2="41129" y2="94499"/>
                        <a14:foregroundMark x1="21371" y1="86248" x2="23790" y2="92731"/>
                        <a14:foregroundMark x1="21371" y1="89194" x2="77823" y2="90177"/>
                        <a14:foregroundMark x1="50403" y1="89391" x2="66532" y2="92731"/>
                        <a14:foregroundMark x1="22581" y1="89587" x2="23387" y2="93713"/>
                        <a14:foregroundMark x1="22984" y1="91552" x2="21774" y2="93910"/>
                        <a14:foregroundMark x1="21774" y1="93910" x2="21774" y2="93910"/>
                        <a14:foregroundMark x1="21774" y1="89587" x2="16935" y2="96267"/>
                        <a14:foregroundMark x1="18145" y1="93124" x2="23790" y2="97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75521" y="1873250"/>
            <a:ext cx="2078082" cy="46656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43160" y="721936"/>
            <a:ext cx="5372873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public double calculate(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amount)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 {</a:t>
            </a:r>
            <a:endParaRPr lang="en-US" sz="1200" dirty="0"/>
          </a:p>
          <a:p>
            <a:endParaRPr lang="en-US" sz="1600" dirty="0">
              <a:solidFill>
                <a:srgbClr val="000000"/>
              </a:solidFill>
              <a:latin typeface="Arial Unicode MS" panose="020B0604020202020204" pitchFamily="34" charset="-128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-1-  double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0;</a:t>
            </a:r>
            <a:endParaRPr lang="en-US" sz="1200" dirty="0"/>
          </a:p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-1-  if (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nextday.equals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("yes") 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-2-      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14.50;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endParaRPr lang="en-US" sz="1200" dirty="0"/>
          </a:p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-3-  double tax = amount * .0725;</a:t>
            </a:r>
            <a:endParaRPr lang="en-US" sz="1200" dirty="0"/>
          </a:p>
          <a:p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-3-  if (amount &gt;= 1000)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-4-      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amount * .06 +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-5-  else if (amount &gt;= 200)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-6-      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amount * .08 +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-7-  else if (amount &gt;= 100)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-8-      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13.25 + </a:t>
            </a:r>
            <a:r>
              <a:rPr lang="en-US" sz="1600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b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5277395" y="1243610"/>
            <a:ext cx="45981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-9-  else if (amount &gt;= 50)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-10-     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9.95 +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</a:p>
          <a:p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-11- else if (amount &gt;= 25)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-12-     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7.25 +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else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{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-13-     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 = 5.25 +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rushCharge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</a:t>
            </a:r>
            <a:endParaRPr lang="en-US" sz="1400" dirty="0"/>
          </a:p>
          <a:p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-14- total = amount + tax + </a:t>
            </a:r>
            <a:r>
              <a:rPr lang="en-US" dirty="0" err="1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shipcharge</a:t>
            </a: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;</a:t>
            </a:r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-14- return total;</a:t>
            </a:r>
            <a:endParaRPr lang="en-US" sz="1400" dirty="0"/>
          </a:p>
          <a:p>
            <a:r>
              <a:rPr lang="en-US" dirty="0">
                <a:solidFill>
                  <a:srgbClr val="000000"/>
                </a:solidFill>
                <a:latin typeface="Arial Unicode MS" panose="020B0604020202020204" pitchFamily="34" charset="-128"/>
                <a:cs typeface="Times New Roman" panose="02020603050405020304" pitchFamily="18" charset="0"/>
              </a:rPr>
              <a:t>     } //end calculate</a:t>
            </a:r>
            <a:endParaRPr lang="en-US" sz="4000" dirty="0"/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43160" y="51628"/>
            <a:ext cx="898419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Step 1 &amp; 2: label code and create control flow graph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7F064E6-42F7-CB7E-581E-8BFCC82C9588}"/>
                  </a:ext>
                </a:extLst>
              </p14:cNvPr>
              <p14:cNvContentPartPr/>
              <p14:nvPr/>
            </p14:nvContentPartPr>
            <p14:xfrm>
              <a:off x="449525" y="771760"/>
              <a:ext cx="65520" cy="1473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7F064E6-42F7-CB7E-581E-8BFCC82C958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405" y="765640"/>
                <a:ext cx="77760" cy="14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FAC7F5E-84BD-05DE-1B44-A314170899F0}"/>
                  </a:ext>
                </a:extLst>
              </p14:cNvPr>
              <p14:cNvContentPartPr/>
              <p14:nvPr/>
            </p14:nvContentPartPr>
            <p14:xfrm>
              <a:off x="8188805" y="4225240"/>
              <a:ext cx="1763280" cy="1832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FAC7F5E-84BD-05DE-1B44-A314170899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82685" y="4219120"/>
                <a:ext cx="1775520" cy="18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81A9E7E-B92D-CA1A-7691-A5BA7A856EC7}"/>
              </a:ext>
            </a:extLst>
          </p:cNvPr>
          <p:cNvGrpSpPr/>
          <p:nvPr/>
        </p:nvGrpSpPr>
        <p:grpSpPr>
          <a:xfrm>
            <a:off x="10723925" y="2059480"/>
            <a:ext cx="167760" cy="177120"/>
            <a:chOff x="10723925" y="2059480"/>
            <a:chExt cx="167760" cy="1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9720B4B-DD98-A344-261C-075D7876D045}"/>
                    </a:ext>
                  </a:extLst>
                </p14:cNvPr>
                <p14:cNvContentPartPr/>
                <p14:nvPr/>
              </p14:nvContentPartPr>
              <p14:xfrm>
                <a:off x="10723925" y="2059480"/>
                <a:ext cx="167760" cy="9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9720B4B-DD98-A344-261C-075D7876D04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17805" y="2053360"/>
                  <a:ext cx="180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F57A27-FDC1-B34F-FA4D-C2B0894B4A24}"/>
                    </a:ext>
                  </a:extLst>
                </p14:cNvPr>
                <p14:cNvContentPartPr/>
                <p14:nvPr/>
              </p14:nvContentPartPr>
              <p14:xfrm>
                <a:off x="10830125" y="2059480"/>
                <a:ext cx="360" cy="177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F57A27-FDC1-B34F-FA4D-C2B0894B4A2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24005" y="2053360"/>
                  <a:ext cx="1260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D2FB03A-066A-8A08-B7CC-A0D2755D891F}"/>
              </a:ext>
            </a:extLst>
          </p:cNvPr>
          <p:cNvGrpSpPr/>
          <p:nvPr/>
        </p:nvGrpSpPr>
        <p:grpSpPr>
          <a:xfrm>
            <a:off x="9995645" y="2413360"/>
            <a:ext cx="213840" cy="239760"/>
            <a:chOff x="9995645" y="2413360"/>
            <a:chExt cx="213840" cy="2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7DD42E6-C397-2700-EDE1-93F944BA9A8C}"/>
                    </a:ext>
                  </a:extLst>
                </p14:cNvPr>
                <p14:cNvContentPartPr/>
                <p14:nvPr/>
              </p14:nvContentPartPr>
              <p14:xfrm>
                <a:off x="10086005" y="2413360"/>
                <a:ext cx="123480" cy="239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7DD42E6-C397-2700-EDE1-93F944BA9A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079885" y="2407240"/>
                  <a:ext cx="135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61F6F0-C47E-179F-3C4B-ED537644C582}"/>
                    </a:ext>
                  </a:extLst>
                </p14:cNvPr>
                <p14:cNvContentPartPr/>
                <p14:nvPr/>
              </p14:nvContentPartPr>
              <p14:xfrm>
                <a:off x="9995645" y="2552680"/>
                <a:ext cx="155880" cy="12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61F6F0-C47E-179F-3C4B-ED537644C5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989525" y="2546560"/>
                  <a:ext cx="16812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2CD2533-926D-43C3-23C5-450C960D74A5}"/>
                  </a:ext>
                </a:extLst>
              </p14:cNvPr>
              <p14:cNvContentPartPr/>
              <p14:nvPr/>
            </p14:nvContentPartPr>
            <p14:xfrm>
              <a:off x="10377605" y="5157640"/>
              <a:ext cx="18360" cy="176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2CD2533-926D-43C3-23C5-450C960D74A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71485" y="5151520"/>
                <a:ext cx="30600" cy="18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2415043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47A43-DA97-442E-8463-B25B4224F33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0457" y="1506766"/>
            <a:ext cx="6096000" cy="503214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lnSpc>
                <a:spcPct val="90000"/>
              </a:lnSpc>
              <a:spcBef>
                <a:spcPts val="1800"/>
              </a:spcBef>
              <a:buClr>
                <a:srgbClr val="B2D0B4"/>
              </a:buClr>
            </a:pPr>
            <a:endParaRPr lang="en-GB" sz="2000" dirty="0">
              <a:solidFill>
                <a:srgbClr val="3D372E"/>
              </a:solidFill>
              <a:latin typeface="Century Schoolbook" panose="02040604050505020304"/>
            </a:endParaRPr>
          </a:p>
          <a:p>
            <a:pPr lvl="0" algn="just">
              <a:lnSpc>
                <a:spcPct val="90000"/>
              </a:lnSpc>
              <a:spcBef>
                <a:spcPts val="1800"/>
              </a:spcBef>
              <a:buClr>
                <a:srgbClr val="B2D0B4"/>
              </a:buClr>
            </a:pPr>
            <a:r>
              <a:rPr lang="en-GB" sz="2000" dirty="0">
                <a:solidFill>
                  <a:srgbClr val="3D372E"/>
                </a:solidFill>
                <a:latin typeface="Century Schoolbook" panose="02040604050505020304"/>
              </a:rPr>
              <a:t>P-01: 1, 2, 3, 5,7,9,11,13,14</a:t>
            </a:r>
          </a:p>
          <a:p>
            <a:pPr lvl="0" algn="just">
              <a:lnSpc>
                <a:spcPct val="90000"/>
              </a:lnSpc>
              <a:spcBef>
                <a:spcPts val="1800"/>
              </a:spcBef>
              <a:buClr>
                <a:srgbClr val="B2D0B4"/>
              </a:buClr>
            </a:pPr>
            <a:r>
              <a:rPr lang="en-GB" sz="2000" dirty="0">
                <a:solidFill>
                  <a:srgbClr val="3D372E"/>
                </a:solidFill>
                <a:latin typeface="Century Schoolbook" panose="02040604050505020304"/>
              </a:rPr>
              <a:t>P-02: 1,3,4,14</a:t>
            </a:r>
          </a:p>
          <a:p>
            <a:pPr lvl="0" algn="just">
              <a:lnSpc>
                <a:spcPct val="90000"/>
              </a:lnSpc>
              <a:spcBef>
                <a:spcPts val="1800"/>
              </a:spcBef>
              <a:buClr>
                <a:srgbClr val="B2D0B4"/>
              </a:buClr>
            </a:pPr>
            <a:r>
              <a:rPr lang="en-GB" sz="2000" dirty="0">
                <a:solidFill>
                  <a:srgbClr val="3D372E"/>
                </a:solidFill>
                <a:latin typeface="Century Schoolbook" panose="02040604050505020304"/>
              </a:rPr>
              <a:t>P-03: 1,3,5,6,14</a:t>
            </a:r>
          </a:p>
          <a:p>
            <a:pPr lvl="0" algn="just">
              <a:lnSpc>
                <a:spcPct val="90000"/>
              </a:lnSpc>
              <a:spcBef>
                <a:spcPts val="1800"/>
              </a:spcBef>
              <a:buClr>
                <a:srgbClr val="B2D0B4"/>
              </a:buClr>
            </a:pPr>
            <a:r>
              <a:rPr lang="en-GB" sz="2000" dirty="0">
                <a:solidFill>
                  <a:srgbClr val="3D372E"/>
                </a:solidFill>
                <a:latin typeface="Century Schoolbook" panose="02040604050505020304"/>
              </a:rPr>
              <a:t>P-04: 1,3,5,7,8,14</a:t>
            </a:r>
          </a:p>
          <a:p>
            <a:pPr lvl="0" algn="just">
              <a:lnSpc>
                <a:spcPct val="90000"/>
              </a:lnSpc>
              <a:spcBef>
                <a:spcPts val="1800"/>
              </a:spcBef>
              <a:buClr>
                <a:srgbClr val="B2D0B4"/>
              </a:buClr>
            </a:pPr>
            <a:r>
              <a:rPr lang="en-GB" sz="2000" dirty="0">
                <a:solidFill>
                  <a:srgbClr val="3D372E"/>
                </a:solidFill>
                <a:latin typeface="Century Schoolbook" panose="02040604050505020304"/>
              </a:rPr>
              <a:t>P-05: 1,3,5,7,9,10,14</a:t>
            </a:r>
          </a:p>
          <a:p>
            <a:pPr lvl="0" algn="just">
              <a:lnSpc>
                <a:spcPct val="90000"/>
              </a:lnSpc>
              <a:spcBef>
                <a:spcPts val="1800"/>
              </a:spcBef>
              <a:buClr>
                <a:srgbClr val="B2D0B4"/>
              </a:buClr>
            </a:pPr>
            <a:r>
              <a:rPr lang="en-GB" sz="2000" dirty="0">
                <a:solidFill>
                  <a:srgbClr val="3D372E"/>
                </a:solidFill>
                <a:latin typeface="Century Schoolbook" panose="02040604050505020304"/>
              </a:rPr>
              <a:t>P-06: 1,3,5,7,9,11,12,14</a:t>
            </a:r>
          </a:p>
          <a:p>
            <a:pPr lvl="0" algn="just">
              <a:lnSpc>
                <a:spcPct val="90000"/>
              </a:lnSpc>
              <a:spcBef>
                <a:spcPts val="1800"/>
              </a:spcBef>
              <a:buClr>
                <a:srgbClr val="B2D0B4"/>
              </a:buClr>
            </a:pPr>
            <a:r>
              <a:rPr lang="en-GB" sz="2000" dirty="0">
                <a:solidFill>
                  <a:srgbClr val="3D372E"/>
                </a:solidFill>
                <a:latin typeface="Century Schoolbook" panose="02040604050505020304"/>
              </a:rPr>
              <a:t>P-07: 1,3,5,7,9,11,13,14</a:t>
            </a:r>
          </a:p>
          <a:p>
            <a:pPr algn="just"/>
            <a:endParaRPr lang="en-GB" dirty="0">
              <a:solidFill>
                <a:schemeClr val="bg1"/>
              </a:solidFill>
            </a:endParaRPr>
          </a:p>
          <a:p>
            <a:pPr algn="just"/>
            <a:r>
              <a:rPr lang="en-GB" dirty="0">
                <a:solidFill>
                  <a:schemeClr val="bg1"/>
                </a:solidFill>
              </a:rPr>
              <a:t>P-05: 1,3,5,7,9,10,14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P-06: 1,3,5,7,9,11,12,14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P-07: 1,3,5,7,9,11,13,14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9C7EAC-5E44-0E76-C16F-622D719F8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6" b="97250" l="0" r="95968">
                        <a14:foregroundMark x1="20161" y1="13360" x2="65726" y2="63851"/>
                        <a14:foregroundMark x1="65726" y1="63851" x2="65726" y2="63851"/>
                        <a14:foregroundMark x1="42742" y1="38900" x2="0" y2="4715"/>
                        <a14:foregroundMark x1="43548" y1="38703" x2="93952" y2="982"/>
                        <a14:foregroundMark x1="66935" y1="64440" x2="26613" y2="89587"/>
                        <a14:foregroundMark x1="64919" y1="64440" x2="95968" y2="86248"/>
                        <a14:foregroundMark x1="80645" y1="76228" x2="91935" y2="88998"/>
                        <a14:foregroundMark x1="85484" y1="82908" x2="85484" y2="88605"/>
                        <a14:foregroundMark x1="47177" y1="77210" x2="7661" y2="88605"/>
                        <a14:foregroundMark x1="27016" y1="82515" x2="15323" y2="90177"/>
                        <a14:foregroundMark x1="21774" y1="86837" x2="41129" y2="94499"/>
                        <a14:foregroundMark x1="21371" y1="86248" x2="23790" y2="92731"/>
                        <a14:foregroundMark x1="21371" y1="89194" x2="77823" y2="90177"/>
                        <a14:foregroundMark x1="50403" y1="89391" x2="66532" y2="92731"/>
                        <a14:foregroundMark x1="22581" y1="89587" x2="23387" y2="93713"/>
                        <a14:foregroundMark x1="22984" y1="91552" x2="21774" y2="93910"/>
                        <a14:foregroundMark x1="21774" y1="93910" x2="21774" y2="93910"/>
                        <a14:foregroundMark x1="21774" y1="89587" x2="16935" y2="96267"/>
                        <a14:foregroundMark x1="18145" y1="93124" x2="23790" y2="97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6503" y="1638339"/>
            <a:ext cx="3470003" cy="46656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92350" y="491575"/>
            <a:ext cx="38000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Step 3: identify paths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9785E1-F919-F7A6-A4E3-B98FD5B6C578}"/>
                  </a:ext>
                </a:extLst>
              </p14:cNvPr>
              <p14:cNvContentPartPr/>
              <p14:nvPr/>
            </p14:nvContentPartPr>
            <p14:xfrm>
              <a:off x="1455365" y="2680840"/>
              <a:ext cx="24840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9785E1-F919-F7A6-A4E3-B98FD5B6C5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9245" y="2674720"/>
                <a:ext cx="2606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0B8085-A263-4307-DAB6-734F2EC207B2}"/>
                  </a:ext>
                </a:extLst>
              </p14:cNvPr>
              <p14:cNvContentPartPr/>
              <p14:nvPr/>
            </p14:nvContentPartPr>
            <p14:xfrm>
              <a:off x="1375445" y="2094760"/>
              <a:ext cx="283320" cy="36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0B8085-A263-4307-DAB6-734F2EC207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69325" y="2088640"/>
                <a:ext cx="29556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8526625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47A43-DA97-442E-8463-B25B4224F33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0457" y="150676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endParaRPr lang="en-GB" dirty="0">
              <a:solidFill>
                <a:schemeClr val="bg1"/>
              </a:solidFill>
            </a:endParaRPr>
          </a:p>
          <a:p>
            <a:pPr algn="just"/>
            <a:r>
              <a:rPr lang="en-GB" dirty="0">
                <a:solidFill>
                  <a:schemeClr val="bg1"/>
                </a:solidFill>
              </a:rPr>
              <a:t>P-05: 1,3,5,7,9,10,14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P-06: 1,3,5,7,9,11,12,14</a:t>
            </a:r>
          </a:p>
          <a:p>
            <a:pPr algn="just"/>
            <a:r>
              <a:rPr lang="en-GB" dirty="0">
                <a:solidFill>
                  <a:schemeClr val="bg1"/>
                </a:solidFill>
              </a:rPr>
              <a:t>P-07: 1,3,5,7,9,11,13,14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9C7EAC-5E44-0E76-C16F-622D719F8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6" b="97250" l="0" r="95968">
                        <a14:foregroundMark x1="20161" y1="13360" x2="65726" y2="63851"/>
                        <a14:foregroundMark x1="65726" y1="63851" x2="65726" y2="63851"/>
                        <a14:foregroundMark x1="42742" y1="38900" x2="0" y2="4715"/>
                        <a14:foregroundMark x1="43548" y1="38703" x2="93952" y2="982"/>
                        <a14:foregroundMark x1="66935" y1="64440" x2="26613" y2="89587"/>
                        <a14:foregroundMark x1="64919" y1="64440" x2="95968" y2="86248"/>
                        <a14:foregroundMark x1="80645" y1="76228" x2="91935" y2="88998"/>
                        <a14:foregroundMark x1="85484" y1="82908" x2="85484" y2="88605"/>
                        <a14:foregroundMark x1="47177" y1="77210" x2="7661" y2="88605"/>
                        <a14:foregroundMark x1="27016" y1="82515" x2="15323" y2="90177"/>
                        <a14:foregroundMark x1="21774" y1="86837" x2="41129" y2="94499"/>
                        <a14:foregroundMark x1="21371" y1="86248" x2="23790" y2="92731"/>
                        <a14:foregroundMark x1="21371" y1="89194" x2="77823" y2="90177"/>
                        <a14:foregroundMark x1="50403" y1="89391" x2="66532" y2="92731"/>
                        <a14:foregroundMark x1="22581" y1="89587" x2="23387" y2="93713"/>
                        <a14:foregroundMark x1="22984" y1="91552" x2="21774" y2="93910"/>
                        <a14:foregroundMark x1="21774" y1="93910" x2="21774" y2="93910"/>
                        <a14:foregroundMark x1="21774" y1="89587" x2="16935" y2="96267"/>
                        <a14:foregroundMark x1="18145" y1="93124" x2="23790" y2="97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24998" y="1690688"/>
            <a:ext cx="3157402" cy="466566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306122"/>
              </p:ext>
            </p:extLst>
          </p:nvPr>
        </p:nvGraphicFramePr>
        <p:xfrm>
          <a:off x="486229" y="2537278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Path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NextDay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92350" y="491575"/>
            <a:ext cx="41047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Step 4: define test case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DEB126A-D8E6-1264-CB82-3D3BC6ACC9A3}"/>
                  </a:ext>
                </a:extLst>
              </p14:cNvPr>
              <p14:cNvContentPartPr/>
              <p14:nvPr/>
            </p14:nvContentPartPr>
            <p14:xfrm>
              <a:off x="7083965" y="2896480"/>
              <a:ext cx="234360" cy="201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DEB126A-D8E6-1264-CB82-3D3BC6ACC9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77845" y="2890360"/>
                <a:ext cx="2466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0C4FD9-E62A-8922-5388-C90403D8087A}"/>
                  </a:ext>
                </a:extLst>
              </p14:cNvPr>
              <p14:cNvContentPartPr/>
              <p14:nvPr/>
            </p14:nvContentPartPr>
            <p14:xfrm>
              <a:off x="9188165" y="5033080"/>
              <a:ext cx="72360" cy="230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0C4FD9-E62A-8922-5388-C90403D808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82045" y="5026960"/>
                <a:ext cx="84600" cy="24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4639400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b="1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b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b="1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 b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2350" y="491575"/>
            <a:ext cx="97790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Example 2: perform basis path testing for following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92350" y="1554480"/>
            <a:ext cx="53728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866537" y="1616036"/>
            <a:ext cx="4598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DD5920-1E36-849E-E59F-21231CF7C1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40" b="53238"/>
          <a:stretch/>
        </p:blipFill>
        <p:spPr>
          <a:xfrm>
            <a:off x="373654" y="1554480"/>
            <a:ext cx="7148580" cy="40699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D73EE2-B329-D3CE-A21A-BF98420146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972" b="15382"/>
          <a:stretch/>
        </p:blipFill>
        <p:spPr>
          <a:xfrm>
            <a:off x="5983919" y="1554480"/>
            <a:ext cx="6564192" cy="377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9057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b="1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b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b="1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 b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2350" y="491575"/>
            <a:ext cx="97790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Example 2: perform basis path testing for following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92350" y="1554480"/>
            <a:ext cx="53728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866537" y="1616036"/>
            <a:ext cx="45981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3B8E57-F0F9-1C5D-D94B-45D97D123C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63" t="37223" r="57756" b="12009"/>
          <a:stretch/>
        </p:blipFill>
        <p:spPr>
          <a:xfrm>
            <a:off x="2537061" y="1544406"/>
            <a:ext cx="5577457" cy="481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77819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599" y="277000"/>
            <a:ext cx="684463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Example 3: </a:t>
            </a:r>
            <a:r>
              <a:rPr lang="en-US" sz="3200" dirty="0"/>
              <a:t>Create control flow graph &amp; </a:t>
            </a:r>
          </a:p>
          <a:p>
            <a:r>
              <a:rPr lang="en-US" sz="3200" dirty="0"/>
              <a:t>calculate </a:t>
            </a:r>
            <a:r>
              <a:rPr lang="en-US" sz="3200" dirty="0" err="1"/>
              <a:t>Cyclomatic</a:t>
            </a:r>
            <a:r>
              <a:rPr lang="en-US" sz="3200" dirty="0"/>
              <a:t> Complexity</a:t>
            </a:r>
            <a:endParaRPr lang="en-US" sz="3200" b="1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617866"/>
            <a:ext cx="10972801" cy="48399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B2985ED-550B-4BEA-4E0C-8912441F9B6F}"/>
                  </a:ext>
                </a:extLst>
              </p14:cNvPr>
              <p14:cNvContentPartPr/>
              <p14:nvPr/>
            </p14:nvContentPartPr>
            <p14:xfrm>
              <a:off x="2938205" y="253000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B2985ED-550B-4BEA-4E0C-8912441F9B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2085" y="252388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836265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2350" y="491575"/>
            <a:ext cx="9134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Example 4: </a:t>
            </a:r>
            <a:r>
              <a:rPr lang="en-US" sz="3200" dirty="0"/>
              <a:t>Create control flow graph &amp; identify paths</a:t>
            </a:r>
            <a:endParaRPr lang="en-US" sz="32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C46165-67F7-23ED-022D-8C4F510486F5}"/>
                  </a:ext>
                </a:extLst>
              </p14:cNvPr>
              <p14:cNvContentPartPr/>
              <p14:nvPr/>
            </p14:nvContentPartPr>
            <p14:xfrm>
              <a:off x="5761325" y="27074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C46165-67F7-23ED-022D-8C4F510486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5205" y="27013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3CF9B6F-7EBE-6D21-29B0-B27FF683A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99" y="1679353"/>
            <a:ext cx="7226503" cy="417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8130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2FD33-6506-4573-A29F-95C79386D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7D8E2F-D5CD-432A-6FCE-C7E903F2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Chapter 24 Quality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3A150C-174C-73A7-6D03-5A13B8EE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E82A-87C3-2841-AAF3-37DF1E34DC6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12084-D97C-20DF-7716-707D7ED1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08544-2BDA-4A90-BB46-25268DC0CE2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3B89D0-05EF-8BEF-2978-89924AA8C213}"/>
              </a:ext>
            </a:extLst>
          </p:cNvPr>
          <p:cNvSpPr/>
          <p:nvPr/>
        </p:nvSpPr>
        <p:spPr>
          <a:xfrm>
            <a:off x="492350" y="491575"/>
            <a:ext cx="9134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Example 4: </a:t>
            </a:r>
            <a:r>
              <a:rPr lang="en-US" sz="3200" dirty="0"/>
              <a:t>Create control flow graph &amp; identify paths</a:t>
            </a:r>
            <a:endParaRPr lang="en-US" sz="32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E17FB9-3773-83E7-9F4A-5F1712EA8E7A}"/>
                  </a:ext>
                </a:extLst>
              </p14:cNvPr>
              <p14:cNvContentPartPr/>
              <p14:nvPr/>
            </p14:nvContentPartPr>
            <p14:xfrm>
              <a:off x="5761325" y="2707480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E17FB9-3773-83E7-9F4A-5F1712EA8E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55205" y="27013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3C091BF-E480-84E3-B686-5DA8D870AE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44" y="1633490"/>
            <a:ext cx="4209807" cy="501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47951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826</Words>
  <Application>Microsoft Office PowerPoint</Application>
  <PresentationFormat>Widescreen</PresentationFormat>
  <Paragraphs>148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Unicode MS</vt:lpstr>
      <vt:lpstr>Calibri</vt:lpstr>
      <vt:lpstr>Century Schoolbook</vt:lpstr>
      <vt:lpstr>Times New Roman</vt:lpstr>
      <vt:lpstr>Verdana</vt:lpstr>
      <vt:lpstr>Wingdings</vt:lpstr>
      <vt:lpstr>SE10 slides</vt:lpstr>
      <vt:lpstr> Basis Path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 Testing</dc:title>
  <dc:creator>ismail ahmed</dc:creator>
  <cp:lastModifiedBy>Hajra  Ahmed</cp:lastModifiedBy>
  <cp:revision>16</cp:revision>
  <dcterms:created xsi:type="dcterms:W3CDTF">2022-05-11T19:16:07Z</dcterms:created>
  <dcterms:modified xsi:type="dcterms:W3CDTF">2026-03-24T04:01:49Z</dcterms:modified>
</cp:coreProperties>
</file>