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6" r:id="rId13"/>
    <p:sldId id="270" r:id="rId14"/>
    <p:sldId id="276" r:id="rId15"/>
    <p:sldId id="277" r:id="rId16"/>
    <p:sldId id="278" r:id="rId17"/>
    <p:sldId id="272" r:id="rId18"/>
    <p:sldId id="279" r:id="rId19"/>
    <p:sldId id="280" r:id="rId20"/>
    <p:sldId id="281" r:id="rId21"/>
    <p:sldId id="283" r:id="rId22"/>
    <p:sldId id="284" r:id="rId23"/>
    <p:sldId id="285" r:id="rId24"/>
    <p:sldId id="286" r:id="rId25"/>
    <p:sldId id="287" r:id="rId26"/>
    <p:sldId id="288" r:id="rId27"/>
    <p:sldId id="295" r:id="rId28"/>
    <p:sldId id="289" r:id="rId29"/>
    <p:sldId id="290" r:id="rId30"/>
    <p:sldId id="296" r:id="rId31"/>
    <p:sldId id="292" r:id="rId32"/>
    <p:sldId id="293" r:id="rId33"/>
    <p:sldId id="29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4600B7-B7E9-46E9-ADA9-939FC56A3DE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C846A4-952A-4AC6-A2A3-6C4EAA9A5563}">
      <dgm:prSet/>
      <dgm:spPr/>
      <dgm:t>
        <a:bodyPr/>
        <a:lstStyle/>
        <a:p>
          <a:r>
            <a:rPr lang="en-US"/>
            <a:t>Place the user in control</a:t>
          </a:r>
        </a:p>
      </dgm:t>
    </dgm:pt>
    <dgm:pt modelId="{A8990EE3-DFFB-4DD7-821B-11E8D7C41FBF}" type="parTrans" cxnId="{C908E370-0724-4D23-9A6F-45EBB51217FD}">
      <dgm:prSet/>
      <dgm:spPr/>
      <dgm:t>
        <a:bodyPr/>
        <a:lstStyle/>
        <a:p>
          <a:endParaRPr lang="en-US"/>
        </a:p>
      </dgm:t>
    </dgm:pt>
    <dgm:pt modelId="{A89D1207-13F0-4FD2-9163-90EBF6E86C32}" type="sibTrans" cxnId="{C908E370-0724-4D23-9A6F-45EBB51217F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7ABB95C-4209-43E8-97FD-5DC59BA5F9AC}">
      <dgm:prSet/>
      <dgm:spPr/>
      <dgm:t>
        <a:bodyPr/>
        <a:lstStyle/>
        <a:p>
          <a:r>
            <a:rPr lang="en-US"/>
            <a:t>Reduce user’s memory load</a:t>
          </a:r>
        </a:p>
      </dgm:t>
    </dgm:pt>
    <dgm:pt modelId="{FF5A6F9C-01A3-4AD8-A452-E21D6BA257C9}" type="parTrans" cxnId="{0F607C4C-8B56-4ACA-9296-33C23BA6E7E8}">
      <dgm:prSet/>
      <dgm:spPr/>
      <dgm:t>
        <a:bodyPr/>
        <a:lstStyle/>
        <a:p>
          <a:endParaRPr lang="en-US"/>
        </a:p>
      </dgm:t>
    </dgm:pt>
    <dgm:pt modelId="{8F2ABA15-319A-438F-9851-A959D2964AC2}" type="sibTrans" cxnId="{0F607C4C-8B56-4ACA-9296-33C23BA6E7E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103BFA6-123A-464D-9E6E-32AF4F361900}">
      <dgm:prSet/>
      <dgm:spPr/>
      <dgm:t>
        <a:bodyPr/>
        <a:lstStyle/>
        <a:p>
          <a:r>
            <a:rPr lang="en-US"/>
            <a:t>Make a consistent interface</a:t>
          </a:r>
        </a:p>
      </dgm:t>
    </dgm:pt>
    <dgm:pt modelId="{0D766792-74D5-452E-84D0-9218EB3316A3}" type="parTrans" cxnId="{40DAA964-1708-4946-8467-4F132867FE48}">
      <dgm:prSet/>
      <dgm:spPr/>
      <dgm:t>
        <a:bodyPr/>
        <a:lstStyle/>
        <a:p>
          <a:endParaRPr lang="en-US"/>
        </a:p>
      </dgm:t>
    </dgm:pt>
    <dgm:pt modelId="{E37E237F-A5D8-4505-A1BD-8AAE8576FF9F}" type="sibTrans" cxnId="{40DAA964-1708-4946-8467-4F132867FE4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68D13D9-A0B6-4BD1-BE4A-8D83A4980730}" type="pres">
      <dgm:prSet presAssocID="{C24600B7-B7E9-46E9-ADA9-939FC56A3DE2}" presName="Name0" presStyleCnt="0">
        <dgm:presLayoutVars>
          <dgm:animLvl val="lvl"/>
          <dgm:resizeHandles val="exact"/>
        </dgm:presLayoutVars>
      </dgm:prSet>
      <dgm:spPr/>
    </dgm:pt>
    <dgm:pt modelId="{5F7076A7-E75D-4E7F-A7C1-397D795CFA08}" type="pres">
      <dgm:prSet presAssocID="{3BC846A4-952A-4AC6-A2A3-6C4EAA9A5563}" presName="compositeNode" presStyleCnt="0">
        <dgm:presLayoutVars>
          <dgm:bulletEnabled val="1"/>
        </dgm:presLayoutVars>
      </dgm:prSet>
      <dgm:spPr/>
    </dgm:pt>
    <dgm:pt modelId="{79D8CD80-13E2-40BA-A335-8E5DED49D8B6}" type="pres">
      <dgm:prSet presAssocID="{3BC846A4-952A-4AC6-A2A3-6C4EAA9A5563}" presName="bgRect" presStyleLbl="bgAccFollowNode1" presStyleIdx="0" presStyleCnt="3"/>
      <dgm:spPr/>
    </dgm:pt>
    <dgm:pt modelId="{9723F610-698B-4AE7-B141-473FF3F693D0}" type="pres">
      <dgm:prSet presAssocID="{A89D1207-13F0-4FD2-9163-90EBF6E86C3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422B2B2-2D8B-4641-BB72-76D748BA6BE4}" type="pres">
      <dgm:prSet presAssocID="{3BC846A4-952A-4AC6-A2A3-6C4EAA9A5563}" presName="bottomLine" presStyleLbl="alignNode1" presStyleIdx="1" presStyleCnt="6">
        <dgm:presLayoutVars/>
      </dgm:prSet>
      <dgm:spPr/>
    </dgm:pt>
    <dgm:pt modelId="{64F9F0DC-8975-4787-82A3-3BED07F3F788}" type="pres">
      <dgm:prSet presAssocID="{3BC846A4-952A-4AC6-A2A3-6C4EAA9A5563}" presName="nodeText" presStyleLbl="bgAccFollowNode1" presStyleIdx="0" presStyleCnt="3">
        <dgm:presLayoutVars>
          <dgm:bulletEnabled val="1"/>
        </dgm:presLayoutVars>
      </dgm:prSet>
      <dgm:spPr/>
    </dgm:pt>
    <dgm:pt modelId="{941C2378-7FBA-4377-BF03-286176E7A43C}" type="pres">
      <dgm:prSet presAssocID="{A89D1207-13F0-4FD2-9163-90EBF6E86C32}" presName="sibTrans" presStyleCnt="0"/>
      <dgm:spPr/>
    </dgm:pt>
    <dgm:pt modelId="{B9A7D98E-597F-4F5F-8AA5-EB50E68C8956}" type="pres">
      <dgm:prSet presAssocID="{E7ABB95C-4209-43E8-97FD-5DC59BA5F9AC}" presName="compositeNode" presStyleCnt="0">
        <dgm:presLayoutVars>
          <dgm:bulletEnabled val="1"/>
        </dgm:presLayoutVars>
      </dgm:prSet>
      <dgm:spPr/>
    </dgm:pt>
    <dgm:pt modelId="{3F9DE605-8066-4DE0-9CA5-69610132A88C}" type="pres">
      <dgm:prSet presAssocID="{E7ABB95C-4209-43E8-97FD-5DC59BA5F9AC}" presName="bgRect" presStyleLbl="bgAccFollowNode1" presStyleIdx="1" presStyleCnt="3"/>
      <dgm:spPr/>
    </dgm:pt>
    <dgm:pt modelId="{E5F78FB1-0325-4FD9-8553-3727B8C817BB}" type="pres">
      <dgm:prSet presAssocID="{8F2ABA15-319A-438F-9851-A959D2964AC2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29DD066-F657-4F26-A8F2-88DD9FB1285E}" type="pres">
      <dgm:prSet presAssocID="{E7ABB95C-4209-43E8-97FD-5DC59BA5F9AC}" presName="bottomLine" presStyleLbl="alignNode1" presStyleIdx="3" presStyleCnt="6">
        <dgm:presLayoutVars/>
      </dgm:prSet>
      <dgm:spPr/>
    </dgm:pt>
    <dgm:pt modelId="{A53D2572-79FC-4F2B-9A4B-DD7E652CE8F6}" type="pres">
      <dgm:prSet presAssocID="{E7ABB95C-4209-43E8-97FD-5DC59BA5F9AC}" presName="nodeText" presStyleLbl="bgAccFollowNode1" presStyleIdx="1" presStyleCnt="3">
        <dgm:presLayoutVars>
          <dgm:bulletEnabled val="1"/>
        </dgm:presLayoutVars>
      </dgm:prSet>
      <dgm:spPr/>
    </dgm:pt>
    <dgm:pt modelId="{18B19F50-7056-46AA-8C2B-EB5DB5DA8B8C}" type="pres">
      <dgm:prSet presAssocID="{8F2ABA15-319A-438F-9851-A959D2964AC2}" presName="sibTrans" presStyleCnt="0"/>
      <dgm:spPr/>
    </dgm:pt>
    <dgm:pt modelId="{D3A3D872-A39C-48DF-88E6-C49D6EAA05B7}" type="pres">
      <dgm:prSet presAssocID="{D103BFA6-123A-464D-9E6E-32AF4F361900}" presName="compositeNode" presStyleCnt="0">
        <dgm:presLayoutVars>
          <dgm:bulletEnabled val="1"/>
        </dgm:presLayoutVars>
      </dgm:prSet>
      <dgm:spPr/>
    </dgm:pt>
    <dgm:pt modelId="{788C1099-22EE-4BA9-87C3-4ABC9B332A29}" type="pres">
      <dgm:prSet presAssocID="{D103BFA6-123A-464D-9E6E-32AF4F361900}" presName="bgRect" presStyleLbl="bgAccFollowNode1" presStyleIdx="2" presStyleCnt="3"/>
      <dgm:spPr/>
    </dgm:pt>
    <dgm:pt modelId="{9B2A8D3F-5794-40AF-8F65-231736C70F50}" type="pres">
      <dgm:prSet presAssocID="{E37E237F-A5D8-4505-A1BD-8AAE8576FF9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379D5E9-9482-442B-8499-6D7EA72057B2}" type="pres">
      <dgm:prSet presAssocID="{D103BFA6-123A-464D-9E6E-32AF4F361900}" presName="bottomLine" presStyleLbl="alignNode1" presStyleIdx="5" presStyleCnt="6">
        <dgm:presLayoutVars/>
      </dgm:prSet>
      <dgm:spPr/>
    </dgm:pt>
    <dgm:pt modelId="{2A82E879-1A58-4201-97AC-30F017ACBD73}" type="pres">
      <dgm:prSet presAssocID="{D103BFA6-123A-464D-9E6E-32AF4F361900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CD1691E-2CCB-4F6D-82C7-9DC4192A6F03}" type="presOf" srcId="{3BC846A4-952A-4AC6-A2A3-6C4EAA9A5563}" destId="{64F9F0DC-8975-4787-82A3-3BED07F3F788}" srcOrd="1" destOrd="0" presId="urn:microsoft.com/office/officeart/2016/7/layout/BasicLinearProcessNumbered"/>
    <dgm:cxn modelId="{38955835-F015-4963-8669-2737F4202411}" type="presOf" srcId="{E7ABB95C-4209-43E8-97FD-5DC59BA5F9AC}" destId="{3F9DE605-8066-4DE0-9CA5-69610132A88C}" srcOrd="0" destOrd="0" presId="urn:microsoft.com/office/officeart/2016/7/layout/BasicLinearProcessNumbered"/>
    <dgm:cxn modelId="{99EDD437-3E9D-47B7-B2DC-CBFFC4C32210}" type="presOf" srcId="{E37E237F-A5D8-4505-A1BD-8AAE8576FF9F}" destId="{9B2A8D3F-5794-40AF-8F65-231736C70F50}" srcOrd="0" destOrd="0" presId="urn:microsoft.com/office/officeart/2016/7/layout/BasicLinearProcessNumbered"/>
    <dgm:cxn modelId="{0F580962-05C3-4891-A797-01C348441AD2}" type="presOf" srcId="{3BC846A4-952A-4AC6-A2A3-6C4EAA9A5563}" destId="{79D8CD80-13E2-40BA-A335-8E5DED49D8B6}" srcOrd="0" destOrd="0" presId="urn:microsoft.com/office/officeart/2016/7/layout/BasicLinearProcessNumbered"/>
    <dgm:cxn modelId="{40DAA964-1708-4946-8467-4F132867FE48}" srcId="{C24600B7-B7E9-46E9-ADA9-939FC56A3DE2}" destId="{D103BFA6-123A-464D-9E6E-32AF4F361900}" srcOrd="2" destOrd="0" parTransId="{0D766792-74D5-452E-84D0-9218EB3316A3}" sibTransId="{E37E237F-A5D8-4505-A1BD-8AAE8576FF9F}"/>
    <dgm:cxn modelId="{31833F4A-0CC8-4807-A221-DBA959C789A1}" type="presOf" srcId="{E7ABB95C-4209-43E8-97FD-5DC59BA5F9AC}" destId="{A53D2572-79FC-4F2B-9A4B-DD7E652CE8F6}" srcOrd="1" destOrd="0" presId="urn:microsoft.com/office/officeart/2016/7/layout/BasicLinearProcessNumbered"/>
    <dgm:cxn modelId="{0F607C4C-8B56-4ACA-9296-33C23BA6E7E8}" srcId="{C24600B7-B7E9-46E9-ADA9-939FC56A3DE2}" destId="{E7ABB95C-4209-43E8-97FD-5DC59BA5F9AC}" srcOrd="1" destOrd="0" parTransId="{FF5A6F9C-01A3-4AD8-A452-E21D6BA257C9}" sibTransId="{8F2ABA15-319A-438F-9851-A959D2964AC2}"/>
    <dgm:cxn modelId="{C908E370-0724-4D23-9A6F-45EBB51217FD}" srcId="{C24600B7-B7E9-46E9-ADA9-939FC56A3DE2}" destId="{3BC846A4-952A-4AC6-A2A3-6C4EAA9A5563}" srcOrd="0" destOrd="0" parTransId="{A8990EE3-DFFB-4DD7-821B-11E8D7C41FBF}" sibTransId="{A89D1207-13F0-4FD2-9163-90EBF6E86C32}"/>
    <dgm:cxn modelId="{3825B471-BDF6-42C5-A1A9-D1660B07CBC4}" type="presOf" srcId="{C24600B7-B7E9-46E9-ADA9-939FC56A3DE2}" destId="{868D13D9-A0B6-4BD1-BE4A-8D83A4980730}" srcOrd="0" destOrd="0" presId="urn:microsoft.com/office/officeart/2016/7/layout/BasicLinearProcessNumbered"/>
    <dgm:cxn modelId="{52BCB7AE-B007-4035-8C84-F1F173DCC3E6}" type="presOf" srcId="{D103BFA6-123A-464D-9E6E-32AF4F361900}" destId="{2A82E879-1A58-4201-97AC-30F017ACBD73}" srcOrd="1" destOrd="0" presId="urn:microsoft.com/office/officeart/2016/7/layout/BasicLinearProcessNumbered"/>
    <dgm:cxn modelId="{EB2C52CC-8BD0-4C5B-83BD-91E0C95A09B7}" type="presOf" srcId="{D103BFA6-123A-464D-9E6E-32AF4F361900}" destId="{788C1099-22EE-4BA9-87C3-4ABC9B332A29}" srcOrd="0" destOrd="0" presId="urn:microsoft.com/office/officeart/2016/7/layout/BasicLinearProcessNumbered"/>
    <dgm:cxn modelId="{BEDDADD8-B6B6-4A84-A6F1-37E8DD4AC98D}" type="presOf" srcId="{A89D1207-13F0-4FD2-9163-90EBF6E86C32}" destId="{9723F610-698B-4AE7-B141-473FF3F693D0}" srcOrd="0" destOrd="0" presId="urn:microsoft.com/office/officeart/2016/7/layout/BasicLinearProcessNumbered"/>
    <dgm:cxn modelId="{ABC0D5E4-320E-4FA1-ADE7-21E182E664FF}" type="presOf" srcId="{8F2ABA15-319A-438F-9851-A959D2964AC2}" destId="{E5F78FB1-0325-4FD9-8553-3727B8C817BB}" srcOrd="0" destOrd="0" presId="urn:microsoft.com/office/officeart/2016/7/layout/BasicLinearProcessNumbered"/>
    <dgm:cxn modelId="{DA6EB4A8-EDCC-44D7-99CF-F80EC5EBFD3E}" type="presParOf" srcId="{868D13D9-A0B6-4BD1-BE4A-8D83A4980730}" destId="{5F7076A7-E75D-4E7F-A7C1-397D795CFA08}" srcOrd="0" destOrd="0" presId="urn:microsoft.com/office/officeart/2016/7/layout/BasicLinearProcessNumbered"/>
    <dgm:cxn modelId="{2DD142A2-F8BA-45A2-8081-579B96CF009D}" type="presParOf" srcId="{5F7076A7-E75D-4E7F-A7C1-397D795CFA08}" destId="{79D8CD80-13E2-40BA-A335-8E5DED49D8B6}" srcOrd="0" destOrd="0" presId="urn:microsoft.com/office/officeart/2016/7/layout/BasicLinearProcessNumbered"/>
    <dgm:cxn modelId="{F42F2025-8C46-42F8-B923-DC240A63BFC7}" type="presParOf" srcId="{5F7076A7-E75D-4E7F-A7C1-397D795CFA08}" destId="{9723F610-698B-4AE7-B141-473FF3F693D0}" srcOrd="1" destOrd="0" presId="urn:microsoft.com/office/officeart/2016/7/layout/BasicLinearProcessNumbered"/>
    <dgm:cxn modelId="{26895B6E-BE13-4704-8E74-067B34AD4BA2}" type="presParOf" srcId="{5F7076A7-E75D-4E7F-A7C1-397D795CFA08}" destId="{B422B2B2-2D8B-4641-BB72-76D748BA6BE4}" srcOrd="2" destOrd="0" presId="urn:microsoft.com/office/officeart/2016/7/layout/BasicLinearProcessNumbered"/>
    <dgm:cxn modelId="{BFBC51E5-287F-4557-B566-9483AED8BA0B}" type="presParOf" srcId="{5F7076A7-E75D-4E7F-A7C1-397D795CFA08}" destId="{64F9F0DC-8975-4787-82A3-3BED07F3F788}" srcOrd="3" destOrd="0" presId="urn:microsoft.com/office/officeart/2016/7/layout/BasicLinearProcessNumbered"/>
    <dgm:cxn modelId="{105C4612-789F-4147-BD88-C7794A411D43}" type="presParOf" srcId="{868D13D9-A0B6-4BD1-BE4A-8D83A4980730}" destId="{941C2378-7FBA-4377-BF03-286176E7A43C}" srcOrd="1" destOrd="0" presId="urn:microsoft.com/office/officeart/2016/7/layout/BasicLinearProcessNumbered"/>
    <dgm:cxn modelId="{D78733EA-79A0-4906-A56E-CD291FA28775}" type="presParOf" srcId="{868D13D9-A0B6-4BD1-BE4A-8D83A4980730}" destId="{B9A7D98E-597F-4F5F-8AA5-EB50E68C8956}" srcOrd="2" destOrd="0" presId="urn:microsoft.com/office/officeart/2016/7/layout/BasicLinearProcessNumbered"/>
    <dgm:cxn modelId="{75001A37-2BE9-4489-A3B2-FD4E8694060B}" type="presParOf" srcId="{B9A7D98E-597F-4F5F-8AA5-EB50E68C8956}" destId="{3F9DE605-8066-4DE0-9CA5-69610132A88C}" srcOrd="0" destOrd="0" presId="urn:microsoft.com/office/officeart/2016/7/layout/BasicLinearProcessNumbered"/>
    <dgm:cxn modelId="{2CEA2A8F-138C-4373-8899-A6AD8E5D4218}" type="presParOf" srcId="{B9A7D98E-597F-4F5F-8AA5-EB50E68C8956}" destId="{E5F78FB1-0325-4FD9-8553-3727B8C817BB}" srcOrd="1" destOrd="0" presId="urn:microsoft.com/office/officeart/2016/7/layout/BasicLinearProcessNumbered"/>
    <dgm:cxn modelId="{0A83DD84-2EBF-47E3-8F99-0E2126F1FD8F}" type="presParOf" srcId="{B9A7D98E-597F-4F5F-8AA5-EB50E68C8956}" destId="{929DD066-F657-4F26-A8F2-88DD9FB1285E}" srcOrd="2" destOrd="0" presId="urn:microsoft.com/office/officeart/2016/7/layout/BasicLinearProcessNumbered"/>
    <dgm:cxn modelId="{8E025CD3-2B69-4763-9008-F6821B037259}" type="presParOf" srcId="{B9A7D98E-597F-4F5F-8AA5-EB50E68C8956}" destId="{A53D2572-79FC-4F2B-9A4B-DD7E652CE8F6}" srcOrd="3" destOrd="0" presId="urn:microsoft.com/office/officeart/2016/7/layout/BasicLinearProcessNumbered"/>
    <dgm:cxn modelId="{93F3831C-235A-4913-A27D-E7A9C3BDAF6F}" type="presParOf" srcId="{868D13D9-A0B6-4BD1-BE4A-8D83A4980730}" destId="{18B19F50-7056-46AA-8C2B-EB5DB5DA8B8C}" srcOrd="3" destOrd="0" presId="urn:microsoft.com/office/officeart/2016/7/layout/BasicLinearProcessNumbered"/>
    <dgm:cxn modelId="{8C441C72-7ADF-4CD8-AA06-A09478D02F85}" type="presParOf" srcId="{868D13D9-A0B6-4BD1-BE4A-8D83A4980730}" destId="{D3A3D872-A39C-48DF-88E6-C49D6EAA05B7}" srcOrd="4" destOrd="0" presId="urn:microsoft.com/office/officeart/2016/7/layout/BasicLinearProcessNumbered"/>
    <dgm:cxn modelId="{51DB7B11-F1F5-499B-9C35-7E570671D501}" type="presParOf" srcId="{D3A3D872-A39C-48DF-88E6-C49D6EAA05B7}" destId="{788C1099-22EE-4BA9-87C3-4ABC9B332A29}" srcOrd="0" destOrd="0" presId="urn:microsoft.com/office/officeart/2016/7/layout/BasicLinearProcessNumbered"/>
    <dgm:cxn modelId="{C27D6817-048B-48AA-91B1-041930345F16}" type="presParOf" srcId="{D3A3D872-A39C-48DF-88E6-C49D6EAA05B7}" destId="{9B2A8D3F-5794-40AF-8F65-231736C70F50}" srcOrd="1" destOrd="0" presId="urn:microsoft.com/office/officeart/2016/7/layout/BasicLinearProcessNumbered"/>
    <dgm:cxn modelId="{A6FC30BB-CED3-43DA-B522-2A8A41515477}" type="presParOf" srcId="{D3A3D872-A39C-48DF-88E6-C49D6EAA05B7}" destId="{D379D5E9-9482-442B-8499-6D7EA72057B2}" srcOrd="2" destOrd="0" presId="urn:microsoft.com/office/officeart/2016/7/layout/BasicLinearProcessNumbered"/>
    <dgm:cxn modelId="{DD312926-8972-4B06-8366-27A63CCFDD3B}" type="presParOf" srcId="{D3A3D872-A39C-48DF-88E6-C49D6EAA05B7}" destId="{2A82E879-1A58-4201-97AC-30F017ACBD7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D70467-656D-4505-85F4-85DD12DDF304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A11AB5-7066-4FB5-B2A1-D361406A9622}">
      <dgm:prSet/>
      <dgm:spPr/>
      <dgm:t>
        <a:bodyPr/>
        <a:lstStyle/>
        <a:p>
          <a:r>
            <a:rPr lang="en-US" dirty="0"/>
            <a:t>User model</a:t>
          </a:r>
        </a:p>
      </dgm:t>
    </dgm:pt>
    <dgm:pt modelId="{D60F5881-A933-4DAB-815E-59A949E36C15}" type="parTrans" cxnId="{4C3A320C-AAD7-446F-A1B7-E025BC7330C2}">
      <dgm:prSet/>
      <dgm:spPr/>
      <dgm:t>
        <a:bodyPr/>
        <a:lstStyle/>
        <a:p>
          <a:endParaRPr lang="en-US"/>
        </a:p>
      </dgm:t>
    </dgm:pt>
    <dgm:pt modelId="{CBC38E58-CB8D-4729-8866-7E9C9D96CCD2}" type="sibTrans" cxnId="{4C3A320C-AAD7-446F-A1B7-E025BC7330C2}">
      <dgm:prSet/>
      <dgm:spPr/>
      <dgm:t>
        <a:bodyPr/>
        <a:lstStyle/>
        <a:p>
          <a:endParaRPr lang="en-US"/>
        </a:p>
      </dgm:t>
    </dgm:pt>
    <dgm:pt modelId="{C79F5088-FFC2-400E-9A25-8F07CA4231AC}">
      <dgm:prSet/>
      <dgm:spPr/>
      <dgm:t>
        <a:bodyPr/>
        <a:lstStyle/>
        <a:p>
          <a:r>
            <a:rPr lang="en-US"/>
            <a:t>Design model</a:t>
          </a:r>
        </a:p>
      </dgm:t>
    </dgm:pt>
    <dgm:pt modelId="{F86C7BAE-3A71-4A89-BA72-7AEDDCF4DB4B}" type="parTrans" cxnId="{5D1A4F8B-4DA1-4003-A7FF-3D014DE524F5}">
      <dgm:prSet/>
      <dgm:spPr/>
      <dgm:t>
        <a:bodyPr/>
        <a:lstStyle/>
        <a:p>
          <a:endParaRPr lang="en-US"/>
        </a:p>
      </dgm:t>
    </dgm:pt>
    <dgm:pt modelId="{3CFEDD97-B30F-48C9-ADFF-DC26028B1C5C}" type="sibTrans" cxnId="{5D1A4F8B-4DA1-4003-A7FF-3D014DE524F5}">
      <dgm:prSet/>
      <dgm:spPr/>
      <dgm:t>
        <a:bodyPr/>
        <a:lstStyle/>
        <a:p>
          <a:endParaRPr lang="en-US"/>
        </a:p>
      </dgm:t>
    </dgm:pt>
    <dgm:pt modelId="{53988166-EE00-4E5C-B2DD-130EE54C2482}">
      <dgm:prSet/>
      <dgm:spPr/>
      <dgm:t>
        <a:bodyPr/>
        <a:lstStyle/>
        <a:p>
          <a:r>
            <a:rPr lang="en-US"/>
            <a:t>System perception/mental model</a:t>
          </a:r>
        </a:p>
      </dgm:t>
    </dgm:pt>
    <dgm:pt modelId="{F518762E-4A31-4E32-8F6D-2FE32B9803C3}" type="parTrans" cxnId="{2975BB20-3299-4BF5-A4E6-ECE40F806E79}">
      <dgm:prSet/>
      <dgm:spPr/>
      <dgm:t>
        <a:bodyPr/>
        <a:lstStyle/>
        <a:p>
          <a:endParaRPr lang="en-US"/>
        </a:p>
      </dgm:t>
    </dgm:pt>
    <dgm:pt modelId="{45FFCBB6-2EC0-4665-9069-496312226E4F}" type="sibTrans" cxnId="{2975BB20-3299-4BF5-A4E6-ECE40F806E79}">
      <dgm:prSet/>
      <dgm:spPr/>
      <dgm:t>
        <a:bodyPr/>
        <a:lstStyle/>
        <a:p>
          <a:endParaRPr lang="en-US"/>
        </a:p>
      </dgm:t>
    </dgm:pt>
    <dgm:pt modelId="{01D84AA8-BB6B-44DD-9353-BB450D11FFAD}">
      <dgm:prSet/>
      <dgm:spPr/>
      <dgm:t>
        <a:bodyPr/>
        <a:lstStyle/>
        <a:p>
          <a:r>
            <a:rPr lang="en-US"/>
            <a:t>Implementation model</a:t>
          </a:r>
        </a:p>
      </dgm:t>
    </dgm:pt>
    <dgm:pt modelId="{BF195A12-68E1-458A-8F4B-B0090AA3017C}" type="parTrans" cxnId="{4F4FA92F-F49F-43B2-A4E8-C47F745449E0}">
      <dgm:prSet/>
      <dgm:spPr/>
      <dgm:t>
        <a:bodyPr/>
        <a:lstStyle/>
        <a:p>
          <a:endParaRPr lang="en-US"/>
        </a:p>
      </dgm:t>
    </dgm:pt>
    <dgm:pt modelId="{D868D40C-0760-416B-8F7C-5FC8BBC4AF15}" type="sibTrans" cxnId="{4F4FA92F-F49F-43B2-A4E8-C47F745449E0}">
      <dgm:prSet/>
      <dgm:spPr/>
      <dgm:t>
        <a:bodyPr/>
        <a:lstStyle/>
        <a:p>
          <a:endParaRPr lang="en-US"/>
        </a:p>
      </dgm:t>
    </dgm:pt>
    <dgm:pt modelId="{09DF19A6-0B5E-451C-B356-0CC491414CBD}">
      <dgm:prSet/>
      <dgm:spPr/>
      <dgm:t>
        <a:bodyPr/>
        <a:lstStyle/>
        <a:p>
          <a:r>
            <a:rPr lang="en-US" b="1"/>
            <a:t>Analyze all end user profile</a:t>
          </a:r>
        </a:p>
      </dgm:t>
    </dgm:pt>
    <dgm:pt modelId="{8EBC68F5-4D05-41D2-8DD6-AF01B4DEFA92}" type="parTrans" cxnId="{6BD8599A-765A-4958-9D37-35F3F22FF055}">
      <dgm:prSet/>
      <dgm:spPr/>
      <dgm:t>
        <a:bodyPr/>
        <a:lstStyle/>
        <a:p>
          <a:endParaRPr lang="en-US"/>
        </a:p>
      </dgm:t>
    </dgm:pt>
    <dgm:pt modelId="{7956E3A9-A648-4D58-AF30-65645F684719}" type="sibTrans" cxnId="{6BD8599A-765A-4958-9D37-35F3F22FF055}">
      <dgm:prSet/>
      <dgm:spPr/>
      <dgm:t>
        <a:bodyPr/>
        <a:lstStyle/>
        <a:p>
          <a:endParaRPr lang="en-US"/>
        </a:p>
      </dgm:t>
    </dgm:pt>
    <dgm:pt modelId="{98E499A2-885E-4C90-8571-5C8DB71B1EA4}">
      <dgm:prSet/>
      <dgm:spPr/>
      <dgm:t>
        <a:bodyPr/>
        <a:lstStyle/>
        <a:p>
          <a:r>
            <a:rPr lang="en-US" b="1"/>
            <a:t>Like age, gender, physical abilities, education, culture, preferences etc.</a:t>
          </a:r>
        </a:p>
      </dgm:t>
    </dgm:pt>
    <dgm:pt modelId="{EC1E1B62-8DE3-4E59-8F80-3D3FFC641396}" type="parTrans" cxnId="{AC3E7A50-E87D-4142-BCF6-D6C6CD6B9D48}">
      <dgm:prSet/>
      <dgm:spPr/>
      <dgm:t>
        <a:bodyPr/>
        <a:lstStyle/>
        <a:p>
          <a:endParaRPr lang="en-US"/>
        </a:p>
      </dgm:t>
    </dgm:pt>
    <dgm:pt modelId="{5D63D791-F37E-4B70-B594-7C8BD8A96E38}" type="sibTrans" cxnId="{AC3E7A50-E87D-4142-BCF6-D6C6CD6B9D48}">
      <dgm:prSet/>
      <dgm:spPr/>
      <dgm:t>
        <a:bodyPr/>
        <a:lstStyle/>
        <a:p>
          <a:endParaRPr lang="en-US"/>
        </a:p>
      </dgm:t>
    </dgm:pt>
    <dgm:pt modelId="{71482AD0-1C97-4695-8D2B-ABFB28A0EA13}">
      <dgm:prSet/>
      <dgm:spPr/>
      <dgm:t>
        <a:bodyPr/>
        <a:lstStyle/>
        <a:p>
          <a:r>
            <a:rPr lang="en-US" b="1"/>
            <a:t>User types:</a:t>
          </a:r>
        </a:p>
      </dgm:t>
    </dgm:pt>
    <dgm:pt modelId="{5992C07B-16F6-4860-8FE4-91D7FC00AE53}" type="parTrans" cxnId="{EB46770D-FC46-4873-AADD-A41870B05EEE}">
      <dgm:prSet/>
      <dgm:spPr/>
      <dgm:t>
        <a:bodyPr/>
        <a:lstStyle/>
        <a:p>
          <a:endParaRPr lang="en-US"/>
        </a:p>
      </dgm:t>
    </dgm:pt>
    <dgm:pt modelId="{A29C92A1-1FBA-4DD8-AD2D-9B861DFFDB60}" type="sibTrans" cxnId="{EB46770D-FC46-4873-AADD-A41870B05EEE}">
      <dgm:prSet/>
      <dgm:spPr/>
      <dgm:t>
        <a:bodyPr/>
        <a:lstStyle/>
        <a:p>
          <a:endParaRPr lang="en-US"/>
        </a:p>
      </dgm:t>
    </dgm:pt>
    <dgm:pt modelId="{DFD97F03-D39E-41B4-BD2A-F44F95A0631A}">
      <dgm:prSet/>
      <dgm:spPr/>
      <dgm:t>
        <a:bodyPr/>
        <a:lstStyle/>
        <a:p>
          <a:r>
            <a:rPr lang="en-US" b="1"/>
            <a:t>Novice</a:t>
          </a:r>
        </a:p>
      </dgm:t>
    </dgm:pt>
    <dgm:pt modelId="{A14118DB-32FB-4D9F-8947-9428F24FC5EE}" type="parTrans" cxnId="{42E95BB8-C042-42B8-A345-AAF45B832D4B}">
      <dgm:prSet/>
      <dgm:spPr/>
      <dgm:t>
        <a:bodyPr/>
        <a:lstStyle/>
        <a:p>
          <a:endParaRPr lang="en-US"/>
        </a:p>
      </dgm:t>
    </dgm:pt>
    <dgm:pt modelId="{25EC8F2C-F1DF-4215-B4BF-78902C8F3821}" type="sibTrans" cxnId="{42E95BB8-C042-42B8-A345-AAF45B832D4B}">
      <dgm:prSet/>
      <dgm:spPr/>
      <dgm:t>
        <a:bodyPr/>
        <a:lstStyle/>
        <a:p>
          <a:endParaRPr lang="en-US"/>
        </a:p>
      </dgm:t>
    </dgm:pt>
    <dgm:pt modelId="{307B9939-5414-46D8-8D9F-8DF8B36A3338}">
      <dgm:prSet/>
      <dgm:spPr/>
      <dgm:t>
        <a:bodyPr/>
        <a:lstStyle/>
        <a:p>
          <a:r>
            <a:rPr lang="en-US" b="1"/>
            <a:t>Knowledgeable, intermittent users</a:t>
          </a:r>
        </a:p>
      </dgm:t>
    </dgm:pt>
    <dgm:pt modelId="{F93BF629-E1AC-4B18-997E-FD2B28FBF874}" type="parTrans" cxnId="{9D5CFFFA-9B40-4F9C-ACBC-9A8716C3203E}">
      <dgm:prSet/>
      <dgm:spPr/>
      <dgm:t>
        <a:bodyPr/>
        <a:lstStyle/>
        <a:p>
          <a:endParaRPr lang="en-US"/>
        </a:p>
      </dgm:t>
    </dgm:pt>
    <dgm:pt modelId="{931D07A8-245F-41EC-8C87-23ECB0955E56}" type="sibTrans" cxnId="{9D5CFFFA-9B40-4F9C-ACBC-9A8716C3203E}">
      <dgm:prSet/>
      <dgm:spPr/>
      <dgm:t>
        <a:bodyPr/>
        <a:lstStyle/>
        <a:p>
          <a:endParaRPr lang="en-US"/>
        </a:p>
      </dgm:t>
    </dgm:pt>
    <dgm:pt modelId="{90EC30EF-166B-4E9A-95B9-26A85EA0A3E8}">
      <dgm:prSet/>
      <dgm:spPr/>
      <dgm:t>
        <a:bodyPr/>
        <a:lstStyle/>
        <a:p>
          <a:r>
            <a:rPr lang="en-US" b="1"/>
            <a:t>Knowledgeable, frequent users</a:t>
          </a:r>
        </a:p>
      </dgm:t>
    </dgm:pt>
    <dgm:pt modelId="{F8B54D53-22D8-42D1-B14A-86189709B003}" type="parTrans" cxnId="{CB2918B3-6C30-443F-83BD-B1CEDC3BF6A6}">
      <dgm:prSet/>
      <dgm:spPr/>
      <dgm:t>
        <a:bodyPr/>
        <a:lstStyle/>
        <a:p>
          <a:endParaRPr lang="en-US"/>
        </a:p>
      </dgm:t>
    </dgm:pt>
    <dgm:pt modelId="{FB45AB7E-B4F8-4393-89A0-4CE395BF7730}" type="sibTrans" cxnId="{CB2918B3-6C30-443F-83BD-B1CEDC3BF6A6}">
      <dgm:prSet/>
      <dgm:spPr/>
      <dgm:t>
        <a:bodyPr/>
        <a:lstStyle/>
        <a:p>
          <a:endParaRPr lang="en-US"/>
        </a:p>
      </dgm:t>
    </dgm:pt>
    <dgm:pt modelId="{A95B89EE-579D-4105-B96B-82AC4423024D}">
      <dgm:prSet/>
      <dgm:spPr/>
      <dgm:t>
        <a:bodyPr/>
        <a:lstStyle/>
        <a:p>
          <a:r>
            <a:rPr lang="en-US" b="1"/>
            <a:t>Design realization of end user’s model</a:t>
          </a:r>
        </a:p>
      </dgm:t>
    </dgm:pt>
    <dgm:pt modelId="{BF23E86F-E9CA-49D9-B731-3C848A9DB212}" type="parTrans" cxnId="{3EA3089B-2658-47E8-88CA-2D881771C4A5}">
      <dgm:prSet/>
      <dgm:spPr/>
      <dgm:t>
        <a:bodyPr/>
        <a:lstStyle/>
        <a:p>
          <a:endParaRPr lang="en-US"/>
        </a:p>
      </dgm:t>
    </dgm:pt>
    <dgm:pt modelId="{FC7C69C3-1EAC-4079-AE01-7DD8735E01AF}" type="sibTrans" cxnId="{3EA3089B-2658-47E8-88CA-2D881771C4A5}">
      <dgm:prSet/>
      <dgm:spPr/>
      <dgm:t>
        <a:bodyPr/>
        <a:lstStyle/>
        <a:p>
          <a:endParaRPr lang="en-US"/>
        </a:p>
      </dgm:t>
    </dgm:pt>
    <dgm:pt modelId="{DDB20C6F-917C-4851-9D84-0D426ABFBB08}">
      <dgm:prSet/>
      <dgm:spPr/>
      <dgm:t>
        <a:bodyPr/>
        <a:lstStyle/>
        <a:p>
          <a:r>
            <a:rPr lang="en-US" b="1"/>
            <a:t>End user’s perspective of a system </a:t>
          </a:r>
        </a:p>
      </dgm:t>
    </dgm:pt>
    <dgm:pt modelId="{BCC69140-D6E3-4BB5-B8A2-FEA93A63748E}" type="parTrans" cxnId="{95E17278-18CE-491D-BEFC-AB3FA94D8375}">
      <dgm:prSet/>
      <dgm:spPr/>
      <dgm:t>
        <a:bodyPr/>
        <a:lstStyle/>
        <a:p>
          <a:endParaRPr lang="en-US"/>
        </a:p>
      </dgm:t>
    </dgm:pt>
    <dgm:pt modelId="{BFC73FE2-88D0-427C-B990-9CADA3A94778}" type="sibTrans" cxnId="{95E17278-18CE-491D-BEFC-AB3FA94D8375}">
      <dgm:prSet/>
      <dgm:spPr/>
      <dgm:t>
        <a:bodyPr/>
        <a:lstStyle/>
        <a:p>
          <a:endParaRPr lang="en-US"/>
        </a:p>
      </dgm:t>
    </dgm:pt>
    <dgm:pt modelId="{633915D6-1F57-464F-A551-9A7948F4AA13}">
      <dgm:prSet/>
      <dgm:spPr/>
      <dgm:t>
        <a:bodyPr/>
        <a:lstStyle/>
        <a:p>
          <a:r>
            <a:rPr lang="en-US" b="1"/>
            <a:t>The interface look &amp; feel along with supporting information (books, manuals, videotapes etc.) showing interface semantics.</a:t>
          </a:r>
        </a:p>
      </dgm:t>
    </dgm:pt>
    <dgm:pt modelId="{688A6482-31EC-46C8-A82D-FD131A4C8926}" type="parTrans" cxnId="{834EDE06-182A-4898-A361-EB3519CF78B9}">
      <dgm:prSet/>
      <dgm:spPr/>
      <dgm:t>
        <a:bodyPr/>
        <a:lstStyle/>
        <a:p>
          <a:endParaRPr lang="en-US"/>
        </a:p>
      </dgm:t>
    </dgm:pt>
    <dgm:pt modelId="{EA69C45A-5696-4F13-B9A2-9A9585DD132E}" type="sibTrans" cxnId="{834EDE06-182A-4898-A361-EB3519CF78B9}">
      <dgm:prSet/>
      <dgm:spPr/>
      <dgm:t>
        <a:bodyPr/>
        <a:lstStyle/>
        <a:p>
          <a:endParaRPr lang="en-US"/>
        </a:p>
      </dgm:t>
    </dgm:pt>
    <dgm:pt modelId="{F936C09F-2F3A-420C-B156-AD6030D34527}" type="pres">
      <dgm:prSet presAssocID="{62D70467-656D-4505-85F4-85DD12DDF304}" presName="Name0" presStyleCnt="0">
        <dgm:presLayoutVars>
          <dgm:dir/>
          <dgm:animLvl val="lvl"/>
          <dgm:resizeHandles val="exact"/>
        </dgm:presLayoutVars>
      </dgm:prSet>
      <dgm:spPr/>
    </dgm:pt>
    <dgm:pt modelId="{2BB163B2-12F1-444C-BC65-40531F873EE8}" type="pres">
      <dgm:prSet presAssocID="{E0A11AB5-7066-4FB5-B2A1-D361406A9622}" presName="composite" presStyleCnt="0"/>
      <dgm:spPr/>
    </dgm:pt>
    <dgm:pt modelId="{6C299DA7-ADC3-48FA-8D11-38F28B4E7BE8}" type="pres">
      <dgm:prSet presAssocID="{E0A11AB5-7066-4FB5-B2A1-D361406A9622}" presName="parTx" presStyleLbl="alignNode1" presStyleIdx="0" presStyleCnt="4">
        <dgm:presLayoutVars>
          <dgm:chMax val="0"/>
          <dgm:chPref val="0"/>
        </dgm:presLayoutVars>
      </dgm:prSet>
      <dgm:spPr/>
    </dgm:pt>
    <dgm:pt modelId="{CA5C10DF-1DF5-4341-8AF4-3EF5E65267CD}" type="pres">
      <dgm:prSet presAssocID="{E0A11AB5-7066-4FB5-B2A1-D361406A9622}" presName="desTx" presStyleLbl="alignAccFollowNode1" presStyleIdx="0" presStyleCnt="4">
        <dgm:presLayoutVars/>
      </dgm:prSet>
      <dgm:spPr/>
    </dgm:pt>
    <dgm:pt modelId="{042AC3CF-2176-4E3D-B665-3E8F50E29C70}" type="pres">
      <dgm:prSet presAssocID="{CBC38E58-CB8D-4729-8866-7E9C9D96CCD2}" presName="space" presStyleCnt="0"/>
      <dgm:spPr/>
    </dgm:pt>
    <dgm:pt modelId="{D0DBDAD7-7D59-4CDF-BE68-C52E254E0130}" type="pres">
      <dgm:prSet presAssocID="{C79F5088-FFC2-400E-9A25-8F07CA4231AC}" presName="composite" presStyleCnt="0"/>
      <dgm:spPr/>
    </dgm:pt>
    <dgm:pt modelId="{ECFC7627-97D6-42BF-B93E-7BE1AA499328}" type="pres">
      <dgm:prSet presAssocID="{C79F5088-FFC2-400E-9A25-8F07CA4231AC}" presName="parTx" presStyleLbl="alignNode1" presStyleIdx="1" presStyleCnt="4">
        <dgm:presLayoutVars>
          <dgm:chMax val="0"/>
          <dgm:chPref val="0"/>
        </dgm:presLayoutVars>
      </dgm:prSet>
      <dgm:spPr/>
    </dgm:pt>
    <dgm:pt modelId="{6183FA49-0929-4F40-BD06-A2798EC35EB6}" type="pres">
      <dgm:prSet presAssocID="{C79F5088-FFC2-400E-9A25-8F07CA4231AC}" presName="desTx" presStyleLbl="alignAccFollowNode1" presStyleIdx="1" presStyleCnt="4">
        <dgm:presLayoutVars/>
      </dgm:prSet>
      <dgm:spPr/>
    </dgm:pt>
    <dgm:pt modelId="{A96634E0-6D18-4A67-80B0-59CAF6513A73}" type="pres">
      <dgm:prSet presAssocID="{3CFEDD97-B30F-48C9-ADFF-DC26028B1C5C}" presName="space" presStyleCnt="0"/>
      <dgm:spPr/>
    </dgm:pt>
    <dgm:pt modelId="{560607C2-0E0E-4AC7-A529-D157AC1A2102}" type="pres">
      <dgm:prSet presAssocID="{53988166-EE00-4E5C-B2DD-130EE54C2482}" presName="composite" presStyleCnt="0"/>
      <dgm:spPr/>
    </dgm:pt>
    <dgm:pt modelId="{DD78E714-8D42-4F38-97F7-BEAA4C30EF2C}" type="pres">
      <dgm:prSet presAssocID="{53988166-EE00-4E5C-B2DD-130EE54C2482}" presName="parTx" presStyleLbl="alignNode1" presStyleIdx="2" presStyleCnt="4">
        <dgm:presLayoutVars>
          <dgm:chMax val="0"/>
          <dgm:chPref val="0"/>
        </dgm:presLayoutVars>
      </dgm:prSet>
      <dgm:spPr/>
    </dgm:pt>
    <dgm:pt modelId="{296B0F2D-0164-4160-A76F-9D53C69265CA}" type="pres">
      <dgm:prSet presAssocID="{53988166-EE00-4E5C-B2DD-130EE54C2482}" presName="desTx" presStyleLbl="alignAccFollowNode1" presStyleIdx="2" presStyleCnt="4">
        <dgm:presLayoutVars/>
      </dgm:prSet>
      <dgm:spPr/>
    </dgm:pt>
    <dgm:pt modelId="{196F14BA-F64D-4A7B-B170-56DD1ECAA767}" type="pres">
      <dgm:prSet presAssocID="{45FFCBB6-2EC0-4665-9069-496312226E4F}" presName="space" presStyleCnt="0"/>
      <dgm:spPr/>
    </dgm:pt>
    <dgm:pt modelId="{89FB17D4-C6B6-4BB2-93B1-9F889E9E0EFF}" type="pres">
      <dgm:prSet presAssocID="{01D84AA8-BB6B-44DD-9353-BB450D11FFAD}" presName="composite" presStyleCnt="0"/>
      <dgm:spPr/>
    </dgm:pt>
    <dgm:pt modelId="{E020E9B1-B1B3-4DE4-83C5-DA36F17A4383}" type="pres">
      <dgm:prSet presAssocID="{01D84AA8-BB6B-44DD-9353-BB450D11FFAD}" presName="parTx" presStyleLbl="alignNode1" presStyleIdx="3" presStyleCnt="4">
        <dgm:presLayoutVars>
          <dgm:chMax val="0"/>
          <dgm:chPref val="0"/>
        </dgm:presLayoutVars>
      </dgm:prSet>
      <dgm:spPr/>
    </dgm:pt>
    <dgm:pt modelId="{99F6AC7D-2E56-476D-AA8C-D657A8D2E1F9}" type="pres">
      <dgm:prSet presAssocID="{01D84AA8-BB6B-44DD-9353-BB450D11FFAD}" presName="desTx" presStyleLbl="alignAccFollowNode1" presStyleIdx="3" presStyleCnt="4">
        <dgm:presLayoutVars/>
      </dgm:prSet>
      <dgm:spPr/>
    </dgm:pt>
  </dgm:ptLst>
  <dgm:cxnLst>
    <dgm:cxn modelId="{834EDE06-182A-4898-A361-EB3519CF78B9}" srcId="{01D84AA8-BB6B-44DD-9353-BB450D11FFAD}" destId="{633915D6-1F57-464F-A551-9A7948F4AA13}" srcOrd="0" destOrd="0" parTransId="{688A6482-31EC-46C8-A82D-FD131A4C8926}" sibTransId="{EA69C45A-5696-4F13-B9A2-9A9585DD132E}"/>
    <dgm:cxn modelId="{4C3A320C-AAD7-446F-A1B7-E025BC7330C2}" srcId="{62D70467-656D-4505-85F4-85DD12DDF304}" destId="{E0A11AB5-7066-4FB5-B2A1-D361406A9622}" srcOrd="0" destOrd="0" parTransId="{D60F5881-A933-4DAB-815E-59A949E36C15}" sibTransId="{CBC38E58-CB8D-4729-8866-7E9C9D96CCD2}"/>
    <dgm:cxn modelId="{EB46770D-FC46-4873-AADD-A41870B05EEE}" srcId="{E0A11AB5-7066-4FB5-B2A1-D361406A9622}" destId="{71482AD0-1C97-4695-8D2B-ABFB28A0EA13}" srcOrd="2" destOrd="0" parTransId="{5992C07B-16F6-4860-8FE4-91D7FC00AE53}" sibTransId="{A29C92A1-1FBA-4DD8-AD2D-9B861DFFDB60}"/>
    <dgm:cxn modelId="{2975BB20-3299-4BF5-A4E6-ECE40F806E79}" srcId="{62D70467-656D-4505-85F4-85DD12DDF304}" destId="{53988166-EE00-4E5C-B2DD-130EE54C2482}" srcOrd="2" destOrd="0" parTransId="{F518762E-4A31-4E32-8F6D-2FE32B9803C3}" sibTransId="{45FFCBB6-2EC0-4665-9069-496312226E4F}"/>
    <dgm:cxn modelId="{8AE15425-41C2-4A8B-8CF8-98CBC198F81C}" type="presOf" srcId="{C79F5088-FFC2-400E-9A25-8F07CA4231AC}" destId="{ECFC7627-97D6-42BF-B93E-7BE1AA499328}" srcOrd="0" destOrd="0" presId="urn:microsoft.com/office/officeart/2016/7/layout/ChevronBlockProcess"/>
    <dgm:cxn modelId="{4F4FA92F-F49F-43B2-A4E8-C47F745449E0}" srcId="{62D70467-656D-4505-85F4-85DD12DDF304}" destId="{01D84AA8-BB6B-44DD-9353-BB450D11FFAD}" srcOrd="3" destOrd="0" parTransId="{BF195A12-68E1-458A-8F4B-B0090AA3017C}" sibTransId="{D868D40C-0760-416B-8F7C-5FC8BBC4AF15}"/>
    <dgm:cxn modelId="{A097B445-CB3D-4ECF-AA75-16C2E7501FD5}" type="presOf" srcId="{A95B89EE-579D-4105-B96B-82AC4423024D}" destId="{6183FA49-0929-4F40-BD06-A2798EC35EB6}" srcOrd="0" destOrd="0" presId="urn:microsoft.com/office/officeart/2016/7/layout/ChevronBlockProcess"/>
    <dgm:cxn modelId="{7C49E766-4C9A-47CB-99BF-E1D4C06BBF08}" type="presOf" srcId="{09DF19A6-0B5E-451C-B356-0CC491414CBD}" destId="{CA5C10DF-1DF5-4341-8AF4-3EF5E65267CD}" srcOrd="0" destOrd="0" presId="urn:microsoft.com/office/officeart/2016/7/layout/ChevronBlockProcess"/>
    <dgm:cxn modelId="{1F204A68-1196-47AC-9637-235C7409D568}" type="presOf" srcId="{53988166-EE00-4E5C-B2DD-130EE54C2482}" destId="{DD78E714-8D42-4F38-97F7-BEAA4C30EF2C}" srcOrd="0" destOrd="0" presId="urn:microsoft.com/office/officeart/2016/7/layout/ChevronBlockProcess"/>
    <dgm:cxn modelId="{AC3E7A50-E87D-4142-BCF6-D6C6CD6B9D48}" srcId="{E0A11AB5-7066-4FB5-B2A1-D361406A9622}" destId="{98E499A2-885E-4C90-8571-5C8DB71B1EA4}" srcOrd="1" destOrd="0" parTransId="{EC1E1B62-8DE3-4E59-8F80-3D3FFC641396}" sibTransId="{5D63D791-F37E-4B70-B594-7C8BD8A96E38}"/>
    <dgm:cxn modelId="{28BC2571-B07D-41BD-8622-AF64E2E20237}" type="presOf" srcId="{62D70467-656D-4505-85F4-85DD12DDF304}" destId="{F936C09F-2F3A-420C-B156-AD6030D34527}" srcOrd="0" destOrd="0" presId="urn:microsoft.com/office/officeart/2016/7/layout/ChevronBlockProcess"/>
    <dgm:cxn modelId="{95E17278-18CE-491D-BEFC-AB3FA94D8375}" srcId="{53988166-EE00-4E5C-B2DD-130EE54C2482}" destId="{DDB20C6F-917C-4851-9D84-0D426ABFBB08}" srcOrd="0" destOrd="0" parTransId="{BCC69140-D6E3-4BB5-B8A2-FEA93A63748E}" sibTransId="{BFC73FE2-88D0-427C-B990-9CADA3A94778}"/>
    <dgm:cxn modelId="{DBB21182-EF21-4D3D-A86B-D80D95E855C9}" type="presOf" srcId="{DFD97F03-D39E-41B4-BD2A-F44F95A0631A}" destId="{CA5C10DF-1DF5-4341-8AF4-3EF5E65267CD}" srcOrd="0" destOrd="3" presId="urn:microsoft.com/office/officeart/2016/7/layout/ChevronBlockProcess"/>
    <dgm:cxn modelId="{9FA1F284-02EF-4DE6-9502-420EEBE7191F}" type="presOf" srcId="{307B9939-5414-46D8-8D9F-8DF8B36A3338}" destId="{CA5C10DF-1DF5-4341-8AF4-3EF5E65267CD}" srcOrd="0" destOrd="4" presId="urn:microsoft.com/office/officeart/2016/7/layout/ChevronBlockProcess"/>
    <dgm:cxn modelId="{5D1A4F8B-4DA1-4003-A7FF-3D014DE524F5}" srcId="{62D70467-656D-4505-85F4-85DD12DDF304}" destId="{C79F5088-FFC2-400E-9A25-8F07CA4231AC}" srcOrd="1" destOrd="0" parTransId="{F86C7BAE-3A71-4A89-BA72-7AEDDCF4DB4B}" sibTransId="{3CFEDD97-B30F-48C9-ADFF-DC26028B1C5C}"/>
    <dgm:cxn modelId="{C8F6E88F-283C-4339-9C79-230593C94464}" type="presOf" srcId="{71482AD0-1C97-4695-8D2B-ABFB28A0EA13}" destId="{CA5C10DF-1DF5-4341-8AF4-3EF5E65267CD}" srcOrd="0" destOrd="2" presId="urn:microsoft.com/office/officeart/2016/7/layout/ChevronBlockProcess"/>
    <dgm:cxn modelId="{CDA94D94-C4D9-4116-8F11-0012F9C1CE35}" type="presOf" srcId="{01D84AA8-BB6B-44DD-9353-BB450D11FFAD}" destId="{E020E9B1-B1B3-4DE4-83C5-DA36F17A4383}" srcOrd="0" destOrd="0" presId="urn:microsoft.com/office/officeart/2016/7/layout/ChevronBlockProcess"/>
    <dgm:cxn modelId="{6BD8599A-765A-4958-9D37-35F3F22FF055}" srcId="{E0A11AB5-7066-4FB5-B2A1-D361406A9622}" destId="{09DF19A6-0B5E-451C-B356-0CC491414CBD}" srcOrd="0" destOrd="0" parTransId="{8EBC68F5-4D05-41D2-8DD6-AF01B4DEFA92}" sibTransId="{7956E3A9-A648-4D58-AF30-65645F684719}"/>
    <dgm:cxn modelId="{3EA3089B-2658-47E8-88CA-2D881771C4A5}" srcId="{C79F5088-FFC2-400E-9A25-8F07CA4231AC}" destId="{A95B89EE-579D-4105-B96B-82AC4423024D}" srcOrd="0" destOrd="0" parTransId="{BF23E86F-E9CA-49D9-B731-3C848A9DB212}" sibTransId="{FC7C69C3-1EAC-4079-AE01-7DD8735E01AF}"/>
    <dgm:cxn modelId="{585BB7A0-05CD-4F01-B516-2F6DF66C81A4}" type="presOf" srcId="{633915D6-1F57-464F-A551-9A7948F4AA13}" destId="{99F6AC7D-2E56-476D-AA8C-D657A8D2E1F9}" srcOrd="0" destOrd="0" presId="urn:microsoft.com/office/officeart/2016/7/layout/ChevronBlockProcess"/>
    <dgm:cxn modelId="{DFCA11A9-9557-4770-995A-9A029CA8FC21}" type="presOf" srcId="{90EC30EF-166B-4E9A-95B9-26A85EA0A3E8}" destId="{CA5C10DF-1DF5-4341-8AF4-3EF5E65267CD}" srcOrd="0" destOrd="5" presId="urn:microsoft.com/office/officeart/2016/7/layout/ChevronBlockProcess"/>
    <dgm:cxn modelId="{CB2918B3-6C30-443F-83BD-B1CEDC3BF6A6}" srcId="{71482AD0-1C97-4695-8D2B-ABFB28A0EA13}" destId="{90EC30EF-166B-4E9A-95B9-26A85EA0A3E8}" srcOrd="2" destOrd="0" parTransId="{F8B54D53-22D8-42D1-B14A-86189709B003}" sibTransId="{FB45AB7E-B4F8-4393-89A0-4CE395BF7730}"/>
    <dgm:cxn modelId="{42E95BB8-C042-42B8-A345-AAF45B832D4B}" srcId="{71482AD0-1C97-4695-8D2B-ABFB28A0EA13}" destId="{DFD97F03-D39E-41B4-BD2A-F44F95A0631A}" srcOrd="0" destOrd="0" parTransId="{A14118DB-32FB-4D9F-8947-9428F24FC5EE}" sibTransId="{25EC8F2C-F1DF-4215-B4BF-78902C8F3821}"/>
    <dgm:cxn modelId="{BB1BD8DD-EDC1-4415-A4B2-0BCE649009A9}" type="presOf" srcId="{98E499A2-885E-4C90-8571-5C8DB71B1EA4}" destId="{CA5C10DF-1DF5-4341-8AF4-3EF5E65267CD}" srcOrd="0" destOrd="1" presId="urn:microsoft.com/office/officeart/2016/7/layout/ChevronBlockProcess"/>
    <dgm:cxn modelId="{573A58E9-959E-4645-8919-86887C1000FF}" type="presOf" srcId="{DDB20C6F-917C-4851-9D84-0D426ABFBB08}" destId="{296B0F2D-0164-4160-A76F-9D53C69265CA}" srcOrd="0" destOrd="0" presId="urn:microsoft.com/office/officeart/2016/7/layout/ChevronBlockProcess"/>
    <dgm:cxn modelId="{86837DED-B792-473A-A37B-C3E51BE14ACC}" type="presOf" srcId="{E0A11AB5-7066-4FB5-B2A1-D361406A9622}" destId="{6C299DA7-ADC3-48FA-8D11-38F28B4E7BE8}" srcOrd="0" destOrd="0" presId="urn:microsoft.com/office/officeart/2016/7/layout/ChevronBlockProcess"/>
    <dgm:cxn modelId="{9D5CFFFA-9B40-4F9C-ACBC-9A8716C3203E}" srcId="{71482AD0-1C97-4695-8D2B-ABFB28A0EA13}" destId="{307B9939-5414-46D8-8D9F-8DF8B36A3338}" srcOrd="1" destOrd="0" parTransId="{F93BF629-E1AC-4B18-997E-FD2B28FBF874}" sibTransId="{931D07A8-245F-41EC-8C87-23ECB0955E56}"/>
    <dgm:cxn modelId="{787B88E6-59EB-4ADB-B116-A5F4250F423C}" type="presParOf" srcId="{F936C09F-2F3A-420C-B156-AD6030D34527}" destId="{2BB163B2-12F1-444C-BC65-40531F873EE8}" srcOrd="0" destOrd="0" presId="urn:microsoft.com/office/officeart/2016/7/layout/ChevronBlockProcess"/>
    <dgm:cxn modelId="{CFFB511C-342A-48D3-ADF6-8F489F2AA1CE}" type="presParOf" srcId="{2BB163B2-12F1-444C-BC65-40531F873EE8}" destId="{6C299DA7-ADC3-48FA-8D11-38F28B4E7BE8}" srcOrd="0" destOrd="0" presId="urn:microsoft.com/office/officeart/2016/7/layout/ChevronBlockProcess"/>
    <dgm:cxn modelId="{DF5C45A0-71AE-4A9B-AB92-3CFBF02D9827}" type="presParOf" srcId="{2BB163B2-12F1-444C-BC65-40531F873EE8}" destId="{CA5C10DF-1DF5-4341-8AF4-3EF5E65267CD}" srcOrd="1" destOrd="0" presId="urn:microsoft.com/office/officeart/2016/7/layout/ChevronBlockProcess"/>
    <dgm:cxn modelId="{56E937F5-F899-48B9-81A1-4C83298EB709}" type="presParOf" srcId="{F936C09F-2F3A-420C-B156-AD6030D34527}" destId="{042AC3CF-2176-4E3D-B665-3E8F50E29C70}" srcOrd="1" destOrd="0" presId="urn:microsoft.com/office/officeart/2016/7/layout/ChevronBlockProcess"/>
    <dgm:cxn modelId="{95CD78F1-7D00-4A84-80EA-AE090CAFA706}" type="presParOf" srcId="{F936C09F-2F3A-420C-B156-AD6030D34527}" destId="{D0DBDAD7-7D59-4CDF-BE68-C52E254E0130}" srcOrd="2" destOrd="0" presId="urn:microsoft.com/office/officeart/2016/7/layout/ChevronBlockProcess"/>
    <dgm:cxn modelId="{9E22DF21-DEC7-4653-BC1B-91A9D0654815}" type="presParOf" srcId="{D0DBDAD7-7D59-4CDF-BE68-C52E254E0130}" destId="{ECFC7627-97D6-42BF-B93E-7BE1AA499328}" srcOrd="0" destOrd="0" presId="urn:microsoft.com/office/officeart/2016/7/layout/ChevronBlockProcess"/>
    <dgm:cxn modelId="{1C311BF2-68AD-4645-8770-DB4C6C00F1DC}" type="presParOf" srcId="{D0DBDAD7-7D59-4CDF-BE68-C52E254E0130}" destId="{6183FA49-0929-4F40-BD06-A2798EC35EB6}" srcOrd="1" destOrd="0" presId="urn:microsoft.com/office/officeart/2016/7/layout/ChevronBlockProcess"/>
    <dgm:cxn modelId="{7676E5EA-DC5B-4481-803F-07B780CDC311}" type="presParOf" srcId="{F936C09F-2F3A-420C-B156-AD6030D34527}" destId="{A96634E0-6D18-4A67-80B0-59CAF6513A73}" srcOrd="3" destOrd="0" presId="urn:microsoft.com/office/officeart/2016/7/layout/ChevronBlockProcess"/>
    <dgm:cxn modelId="{C4DCE680-C11C-47E6-82B1-62FFE43990DD}" type="presParOf" srcId="{F936C09F-2F3A-420C-B156-AD6030D34527}" destId="{560607C2-0E0E-4AC7-A529-D157AC1A2102}" srcOrd="4" destOrd="0" presId="urn:microsoft.com/office/officeart/2016/7/layout/ChevronBlockProcess"/>
    <dgm:cxn modelId="{F9C364B9-082D-4EDE-A15F-28723786904F}" type="presParOf" srcId="{560607C2-0E0E-4AC7-A529-D157AC1A2102}" destId="{DD78E714-8D42-4F38-97F7-BEAA4C30EF2C}" srcOrd="0" destOrd="0" presId="urn:microsoft.com/office/officeart/2016/7/layout/ChevronBlockProcess"/>
    <dgm:cxn modelId="{5CCFFE65-245B-4799-B6DD-1001A2A3C40D}" type="presParOf" srcId="{560607C2-0E0E-4AC7-A529-D157AC1A2102}" destId="{296B0F2D-0164-4160-A76F-9D53C69265CA}" srcOrd="1" destOrd="0" presId="urn:microsoft.com/office/officeart/2016/7/layout/ChevronBlockProcess"/>
    <dgm:cxn modelId="{8CC379A1-BE48-49F6-A650-65461D5CAACB}" type="presParOf" srcId="{F936C09F-2F3A-420C-B156-AD6030D34527}" destId="{196F14BA-F64D-4A7B-B170-56DD1ECAA767}" srcOrd="5" destOrd="0" presId="urn:microsoft.com/office/officeart/2016/7/layout/ChevronBlockProcess"/>
    <dgm:cxn modelId="{5DB68FD5-1A35-4778-BAED-17487CF7C65F}" type="presParOf" srcId="{F936C09F-2F3A-420C-B156-AD6030D34527}" destId="{89FB17D4-C6B6-4BB2-93B1-9F889E9E0EFF}" srcOrd="6" destOrd="0" presId="urn:microsoft.com/office/officeart/2016/7/layout/ChevronBlockProcess"/>
    <dgm:cxn modelId="{41095411-B9CB-47DD-8C6C-49DCB5EB1FF3}" type="presParOf" srcId="{89FB17D4-C6B6-4BB2-93B1-9F889E9E0EFF}" destId="{E020E9B1-B1B3-4DE4-83C5-DA36F17A4383}" srcOrd="0" destOrd="0" presId="urn:microsoft.com/office/officeart/2016/7/layout/ChevronBlockProcess"/>
    <dgm:cxn modelId="{47A8FB9E-6B58-4D3A-962B-623CCC651A69}" type="presParOf" srcId="{89FB17D4-C6B6-4BB2-93B1-9F889E9E0EFF}" destId="{99F6AC7D-2E56-476D-AA8C-D657A8D2E1F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D70467-656D-4505-85F4-85DD12DDF304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A11AB5-7066-4FB5-B2A1-D361406A96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Segregate human-oriented and computer-oriented tasks</a:t>
          </a:r>
        </a:p>
      </dgm:t>
    </dgm:pt>
    <dgm:pt modelId="{D60F5881-A933-4DAB-815E-59A949E36C15}" type="parTrans" cxnId="{4C3A320C-AAD7-446F-A1B7-E025BC7330C2}">
      <dgm:prSet/>
      <dgm:spPr/>
      <dgm:t>
        <a:bodyPr/>
        <a:lstStyle/>
        <a:p>
          <a:endParaRPr lang="en-US"/>
        </a:p>
      </dgm:t>
    </dgm:pt>
    <dgm:pt modelId="{CBC38E58-CB8D-4729-8866-7E9C9D96CCD2}" type="sibTrans" cxnId="{4C3A320C-AAD7-446F-A1B7-E025BC7330C2}">
      <dgm:prSet/>
      <dgm:spPr/>
      <dgm:t>
        <a:bodyPr/>
        <a:lstStyle/>
        <a:p>
          <a:endParaRPr lang="en-US"/>
        </a:p>
      </dgm:t>
    </dgm:pt>
    <dgm:pt modelId="{F8DF4AB9-FAFF-4A94-AE3E-3444F72A68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Think of design issues for UI design</a:t>
          </a:r>
          <a:endParaRPr lang="en-US" dirty="0"/>
        </a:p>
      </dgm:t>
    </dgm:pt>
    <dgm:pt modelId="{9FAC5A00-E49F-4377-986C-9EB65CE83727}" type="parTrans" cxnId="{E244609E-E878-4549-8373-1780E3D8476B}">
      <dgm:prSet/>
      <dgm:spPr/>
      <dgm:t>
        <a:bodyPr/>
        <a:lstStyle/>
        <a:p>
          <a:endParaRPr lang="en-US"/>
        </a:p>
      </dgm:t>
    </dgm:pt>
    <dgm:pt modelId="{B4D94730-39F9-4162-9B5B-349BC918942A}" type="sibTrans" cxnId="{E244609E-E878-4549-8373-1780E3D8476B}">
      <dgm:prSet/>
      <dgm:spPr/>
      <dgm:t>
        <a:bodyPr/>
        <a:lstStyle/>
        <a:p>
          <a:endParaRPr lang="en-US"/>
        </a:p>
      </dgm:t>
    </dgm:pt>
    <dgm:pt modelId="{2A978246-6527-49CE-8F83-38CFCC2066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Tools are used to prototype</a:t>
          </a:r>
          <a:endParaRPr lang="en-US" dirty="0"/>
        </a:p>
      </dgm:t>
    </dgm:pt>
    <dgm:pt modelId="{1F4F3ADD-8320-440C-A054-99C52276FCE7}" type="parTrans" cxnId="{4EF1AAC5-D2E2-4ED8-A7A9-68F9F676D792}">
      <dgm:prSet/>
      <dgm:spPr/>
      <dgm:t>
        <a:bodyPr/>
        <a:lstStyle/>
        <a:p>
          <a:endParaRPr lang="en-US"/>
        </a:p>
      </dgm:t>
    </dgm:pt>
    <dgm:pt modelId="{B86A31DC-C33F-441F-91B5-2216C6A8AEE2}" type="sibTrans" cxnId="{4EF1AAC5-D2E2-4ED8-A7A9-68F9F676D792}">
      <dgm:prSet/>
      <dgm:spPr/>
      <dgm:t>
        <a:bodyPr/>
        <a:lstStyle/>
        <a:p>
          <a:endParaRPr lang="en-US"/>
        </a:p>
      </dgm:t>
    </dgm:pt>
    <dgm:pt modelId="{32E50220-3C66-40FB-B5BE-909CE72178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design model</a:t>
          </a:r>
          <a:endParaRPr lang="en-US" dirty="0"/>
        </a:p>
      </dgm:t>
    </dgm:pt>
    <dgm:pt modelId="{AB4E7979-CA8A-4C5E-AACC-530AB6AD9E00}" type="parTrans" cxnId="{B2A862EF-C7F7-4E23-A1B7-0493855F8BE8}">
      <dgm:prSet/>
      <dgm:spPr/>
      <dgm:t>
        <a:bodyPr/>
        <a:lstStyle/>
        <a:p>
          <a:endParaRPr lang="en-US"/>
        </a:p>
      </dgm:t>
    </dgm:pt>
    <dgm:pt modelId="{A1EAAF86-8A41-476F-B1DE-34E5C644B125}" type="sibTrans" cxnId="{B2A862EF-C7F7-4E23-A1B7-0493855F8BE8}">
      <dgm:prSet/>
      <dgm:spPr/>
      <dgm:t>
        <a:bodyPr/>
        <a:lstStyle/>
        <a:p>
          <a:endParaRPr lang="en-US"/>
        </a:p>
      </dgm:t>
    </dgm:pt>
    <dgm:pt modelId="{8127CB26-D39C-4606-856B-9BE399FEF6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Users evaluate the design quality</a:t>
          </a:r>
          <a:endParaRPr lang="en-US" dirty="0"/>
        </a:p>
      </dgm:t>
    </dgm:pt>
    <dgm:pt modelId="{9B726C0D-2C7E-4D3B-AAAD-4FAC12ACF42F}" type="parTrans" cxnId="{330B5656-C6B7-48A4-BD25-AA32D8E76EA1}">
      <dgm:prSet/>
      <dgm:spPr/>
      <dgm:t>
        <a:bodyPr/>
        <a:lstStyle/>
        <a:p>
          <a:endParaRPr lang="en-US"/>
        </a:p>
      </dgm:t>
    </dgm:pt>
    <dgm:pt modelId="{FD091E03-DF8F-4C8C-AFB1-258F02388753}" type="sibTrans" cxnId="{330B5656-C6B7-48A4-BD25-AA32D8E76EA1}">
      <dgm:prSet/>
      <dgm:spPr/>
      <dgm:t>
        <a:bodyPr/>
        <a:lstStyle/>
        <a:p>
          <a:endParaRPr lang="en-US"/>
        </a:p>
      </dgm:t>
    </dgm:pt>
    <dgm:pt modelId="{D69149EE-1463-4107-9D17-D6B48C3EB081}" type="pres">
      <dgm:prSet presAssocID="{62D70467-656D-4505-85F4-85DD12DDF304}" presName="CompostProcess" presStyleCnt="0">
        <dgm:presLayoutVars>
          <dgm:dir/>
          <dgm:resizeHandles val="exact"/>
        </dgm:presLayoutVars>
      </dgm:prSet>
      <dgm:spPr/>
    </dgm:pt>
    <dgm:pt modelId="{02F4BB7B-ACB5-40AD-86BC-2C78C1CFC3D3}" type="pres">
      <dgm:prSet presAssocID="{62D70467-656D-4505-85F4-85DD12DDF304}" presName="arrow" presStyleLbl="bgShp" presStyleIdx="0" presStyleCnt="1"/>
      <dgm:spPr/>
    </dgm:pt>
    <dgm:pt modelId="{CF51106E-9B0D-4F85-8B64-FC85DC3B4E6A}" type="pres">
      <dgm:prSet presAssocID="{62D70467-656D-4505-85F4-85DD12DDF304}" presName="linearProcess" presStyleCnt="0"/>
      <dgm:spPr/>
    </dgm:pt>
    <dgm:pt modelId="{A34BBF73-4921-4914-8385-FC78826E3B2B}" type="pres">
      <dgm:prSet presAssocID="{E0A11AB5-7066-4FB5-B2A1-D361406A9622}" presName="textNode" presStyleLbl="node1" presStyleIdx="0" presStyleCnt="5">
        <dgm:presLayoutVars>
          <dgm:bulletEnabled val="1"/>
        </dgm:presLayoutVars>
      </dgm:prSet>
      <dgm:spPr/>
    </dgm:pt>
    <dgm:pt modelId="{9B6D4D0B-5B1C-4927-A1A8-224E580113CD}" type="pres">
      <dgm:prSet presAssocID="{CBC38E58-CB8D-4729-8866-7E9C9D96CCD2}" presName="sibTrans" presStyleCnt="0"/>
      <dgm:spPr/>
    </dgm:pt>
    <dgm:pt modelId="{655370EF-DB8E-465D-ABAE-EBEBD3B8ACE0}" type="pres">
      <dgm:prSet presAssocID="{F8DF4AB9-FAFF-4A94-AE3E-3444F72A68CE}" presName="textNode" presStyleLbl="node1" presStyleIdx="1" presStyleCnt="5">
        <dgm:presLayoutVars>
          <dgm:bulletEnabled val="1"/>
        </dgm:presLayoutVars>
      </dgm:prSet>
      <dgm:spPr/>
    </dgm:pt>
    <dgm:pt modelId="{D4CCD63C-4D9B-4F48-A4B5-C04A98AABE9C}" type="pres">
      <dgm:prSet presAssocID="{B4D94730-39F9-4162-9B5B-349BC918942A}" presName="sibTrans" presStyleCnt="0"/>
      <dgm:spPr/>
    </dgm:pt>
    <dgm:pt modelId="{70D491EF-C747-4A2C-9A5E-5AF084812AB2}" type="pres">
      <dgm:prSet presAssocID="{2A978246-6527-49CE-8F83-38CFCC206632}" presName="textNode" presStyleLbl="node1" presStyleIdx="2" presStyleCnt="5">
        <dgm:presLayoutVars>
          <dgm:bulletEnabled val="1"/>
        </dgm:presLayoutVars>
      </dgm:prSet>
      <dgm:spPr/>
    </dgm:pt>
    <dgm:pt modelId="{9942A96F-12C3-487D-B76B-7E9696F564D3}" type="pres">
      <dgm:prSet presAssocID="{B86A31DC-C33F-441F-91B5-2216C6A8AEE2}" presName="sibTrans" presStyleCnt="0"/>
      <dgm:spPr/>
    </dgm:pt>
    <dgm:pt modelId="{F01266CF-7CF2-491B-9DE4-7847CE984421}" type="pres">
      <dgm:prSet presAssocID="{32E50220-3C66-40FB-B5BE-909CE7217827}" presName="textNode" presStyleLbl="node1" presStyleIdx="3" presStyleCnt="5">
        <dgm:presLayoutVars>
          <dgm:bulletEnabled val="1"/>
        </dgm:presLayoutVars>
      </dgm:prSet>
      <dgm:spPr/>
    </dgm:pt>
    <dgm:pt modelId="{1EF3BBF8-43A4-4F0D-9AFB-D7D904364F03}" type="pres">
      <dgm:prSet presAssocID="{A1EAAF86-8A41-476F-B1DE-34E5C644B125}" presName="sibTrans" presStyleCnt="0"/>
      <dgm:spPr/>
    </dgm:pt>
    <dgm:pt modelId="{44FEFD31-B6D6-4C54-B67D-5A7CAF7CA73A}" type="pres">
      <dgm:prSet presAssocID="{8127CB26-D39C-4606-856B-9BE399FEF636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4C3A320C-AAD7-446F-A1B7-E025BC7330C2}" srcId="{62D70467-656D-4505-85F4-85DD12DDF304}" destId="{E0A11AB5-7066-4FB5-B2A1-D361406A9622}" srcOrd="0" destOrd="0" parTransId="{D60F5881-A933-4DAB-815E-59A949E36C15}" sibTransId="{CBC38E58-CB8D-4729-8866-7E9C9D96CCD2}"/>
    <dgm:cxn modelId="{0D58AA18-E936-4213-9C60-0712E1ADB2EA}" type="presOf" srcId="{F8DF4AB9-FAFF-4A94-AE3E-3444F72A68CE}" destId="{655370EF-DB8E-465D-ABAE-EBEBD3B8ACE0}" srcOrd="0" destOrd="0" presId="urn:microsoft.com/office/officeart/2005/8/layout/hProcess9"/>
    <dgm:cxn modelId="{8BD7784B-BAD8-4B44-8420-F52E2BCB5089}" type="presOf" srcId="{32E50220-3C66-40FB-B5BE-909CE7217827}" destId="{F01266CF-7CF2-491B-9DE4-7847CE984421}" srcOrd="0" destOrd="0" presId="urn:microsoft.com/office/officeart/2005/8/layout/hProcess9"/>
    <dgm:cxn modelId="{330B5656-C6B7-48A4-BD25-AA32D8E76EA1}" srcId="{62D70467-656D-4505-85F4-85DD12DDF304}" destId="{8127CB26-D39C-4606-856B-9BE399FEF636}" srcOrd="4" destOrd="0" parTransId="{9B726C0D-2C7E-4D3B-AAAD-4FAC12ACF42F}" sibTransId="{FD091E03-DF8F-4C8C-AFB1-258F02388753}"/>
    <dgm:cxn modelId="{29FE4580-3FA0-4204-AB68-A129D520C6DB}" type="presOf" srcId="{8127CB26-D39C-4606-856B-9BE399FEF636}" destId="{44FEFD31-B6D6-4C54-B67D-5A7CAF7CA73A}" srcOrd="0" destOrd="0" presId="urn:microsoft.com/office/officeart/2005/8/layout/hProcess9"/>
    <dgm:cxn modelId="{818CF297-875A-48DC-872A-B76CCAA37802}" type="presOf" srcId="{E0A11AB5-7066-4FB5-B2A1-D361406A9622}" destId="{A34BBF73-4921-4914-8385-FC78826E3B2B}" srcOrd="0" destOrd="0" presId="urn:microsoft.com/office/officeart/2005/8/layout/hProcess9"/>
    <dgm:cxn modelId="{12E2B898-C1FC-4079-84C1-2CA9FE6DECF6}" type="presOf" srcId="{62D70467-656D-4505-85F4-85DD12DDF304}" destId="{D69149EE-1463-4107-9D17-D6B48C3EB081}" srcOrd="0" destOrd="0" presId="urn:microsoft.com/office/officeart/2005/8/layout/hProcess9"/>
    <dgm:cxn modelId="{E244609E-E878-4549-8373-1780E3D8476B}" srcId="{62D70467-656D-4505-85F4-85DD12DDF304}" destId="{F8DF4AB9-FAFF-4A94-AE3E-3444F72A68CE}" srcOrd="1" destOrd="0" parTransId="{9FAC5A00-E49F-4377-986C-9EB65CE83727}" sibTransId="{B4D94730-39F9-4162-9B5B-349BC918942A}"/>
    <dgm:cxn modelId="{DFEBA0BA-8A14-42ED-9BF3-CB6F16901135}" type="presOf" srcId="{2A978246-6527-49CE-8F83-38CFCC206632}" destId="{70D491EF-C747-4A2C-9A5E-5AF084812AB2}" srcOrd="0" destOrd="0" presId="urn:microsoft.com/office/officeart/2005/8/layout/hProcess9"/>
    <dgm:cxn modelId="{4EF1AAC5-D2E2-4ED8-A7A9-68F9F676D792}" srcId="{62D70467-656D-4505-85F4-85DD12DDF304}" destId="{2A978246-6527-49CE-8F83-38CFCC206632}" srcOrd="2" destOrd="0" parTransId="{1F4F3ADD-8320-440C-A054-99C52276FCE7}" sibTransId="{B86A31DC-C33F-441F-91B5-2216C6A8AEE2}"/>
    <dgm:cxn modelId="{B2A862EF-C7F7-4E23-A1B7-0493855F8BE8}" srcId="{62D70467-656D-4505-85F4-85DD12DDF304}" destId="{32E50220-3C66-40FB-B5BE-909CE7217827}" srcOrd="3" destOrd="0" parTransId="{AB4E7979-CA8A-4C5E-AACC-530AB6AD9E00}" sibTransId="{A1EAAF86-8A41-476F-B1DE-34E5C644B125}"/>
    <dgm:cxn modelId="{88A90B94-520D-451E-BB59-C38E08AF2053}" type="presParOf" srcId="{D69149EE-1463-4107-9D17-D6B48C3EB081}" destId="{02F4BB7B-ACB5-40AD-86BC-2C78C1CFC3D3}" srcOrd="0" destOrd="0" presId="urn:microsoft.com/office/officeart/2005/8/layout/hProcess9"/>
    <dgm:cxn modelId="{31F8B686-D796-49B6-8284-CB09D501EF0C}" type="presParOf" srcId="{D69149EE-1463-4107-9D17-D6B48C3EB081}" destId="{CF51106E-9B0D-4F85-8B64-FC85DC3B4E6A}" srcOrd="1" destOrd="0" presId="urn:microsoft.com/office/officeart/2005/8/layout/hProcess9"/>
    <dgm:cxn modelId="{FDF1330A-DD7C-419D-8832-BC58F5031CA9}" type="presParOf" srcId="{CF51106E-9B0D-4F85-8B64-FC85DC3B4E6A}" destId="{A34BBF73-4921-4914-8385-FC78826E3B2B}" srcOrd="0" destOrd="0" presId="urn:microsoft.com/office/officeart/2005/8/layout/hProcess9"/>
    <dgm:cxn modelId="{18A4B3C9-EAFB-4B25-9A5C-AA273B123A5C}" type="presParOf" srcId="{CF51106E-9B0D-4F85-8B64-FC85DC3B4E6A}" destId="{9B6D4D0B-5B1C-4927-A1A8-224E580113CD}" srcOrd="1" destOrd="0" presId="urn:microsoft.com/office/officeart/2005/8/layout/hProcess9"/>
    <dgm:cxn modelId="{E644A4E2-23C2-4749-B824-6B6C9BA63322}" type="presParOf" srcId="{CF51106E-9B0D-4F85-8B64-FC85DC3B4E6A}" destId="{655370EF-DB8E-465D-ABAE-EBEBD3B8ACE0}" srcOrd="2" destOrd="0" presId="urn:microsoft.com/office/officeart/2005/8/layout/hProcess9"/>
    <dgm:cxn modelId="{442DCB0E-4452-4FAF-9489-BD402FB51868}" type="presParOf" srcId="{CF51106E-9B0D-4F85-8B64-FC85DC3B4E6A}" destId="{D4CCD63C-4D9B-4F48-A4B5-C04A98AABE9C}" srcOrd="3" destOrd="0" presId="urn:microsoft.com/office/officeart/2005/8/layout/hProcess9"/>
    <dgm:cxn modelId="{DE671EA9-E2C3-48F0-BF94-F64B5B9A4043}" type="presParOf" srcId="{CF51106E-9B0D-4F85-8B64-FC85DC3B4E6A}" destId="{70D491EF-C747-4A2C-9A5E-5AF084812AB2}" srcOrd="4" destOrd="0" presId="urn:microsoft.com/office/officeart/2005/8/layout/hProcess9"/>
    <dgm:cxn modelId="{88ADF4B7-C3E7-4464-81ED-0FCF220C4BA0}" type="presParOf" srcId="{CF51106E-9B0D-4F85-8B64-FC85DC3B4E6A}" destId="{9942A96F-12C3-487D-B76B-7E9696F564D3}" srcOrd="5" destOrd="0" presId="urn:microsoft.com/office/officeart/2005/8/layout/hProcess9"/>
    <dgm:cxn modelId="{0EB4D639-E2C1-4399-9A24-00F179759283}" type="presParOf" srcId="{CF51106E-9B0D-4F85-8B64-FC85DC3B4E6A}" destId="{F01266CF-7CF2-491B-9DE4-7847CE984421}" srcOrd="6" destOrd="0" presId="urn:microsoft.com/office/officeart/2005/8/layout/hProcess9"/>
    <dgm:cxn modelId="{7BE24D81-D358-4C82-9255-50E20031FF6F}" type="presParOf" srcId="{CF51106E-9B0D-4F85-8B64-FC85DC3B4E6A}" destId="{1EF3BBF8-43A4-4F0D-9AFB-D7D904364F03}" srcOrd="7" destOrd="0" presId="urn:microsoft.com/office/officeart/2005/8/layout/hProcess9"/>
    <dgm:cxn modelId="{11D8F865-8080-4B84-8F79-8DF3CAC40568}" type="presParOf" srcId="{CF51106E-9B0D-4F85-8B64-FC85DC3B4E6A}" destId="{44FEFD31-B6D6-4C54-B67D-5A7CAF7CA73A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ED3F06-41CF-4FAE-9F91-F0F02C37C26E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3D0964-EB54-4665-88C5-53BD03FEC6F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Anticipation</a:t>
          </a:r>
        </a:p>
      </dgm:t>
    </dgm:pt>
    <dgm:pt modelId="{FD30DFE9-DD62-4D61-BFD1-7A9BA8240393}" type="parTrans" cxnId="{F24352ED-AFD8-4883-9105-8E9D88EF3B20}">
      <dgm:prSet/>
      <dgm:spPr/>
      <dgm:t>
        <a:bodyPr/>
        <a:lstStyle/>
        <a:p>
          <a:endParaRPr lang="en-US"/>
        </a:p>
      </dgm:t>
    </dgm:pt>
    <dgm:pt modelId="{4E2BA457-3DB3-4F35-AAB1-27D5A6AB934A}" type="sibTrans" cxnId="{F24352ED-AFD8-4883-9105-8E9D88EF3B20}">
      <dgm:prSet/>
      <dgm:spPr/>
      <dgm:t>
        <a:bodyPr/>
        <a:lstStyle/>
        <a:p>
          <a:endParaRPr lang="en-US"/>
        </a:p>
      </dgm:t>
    </dgm:pt>
    <dgm:pt modelId="{6A89D1FD-56ED-446F-9214-5498F5228A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Application must depicts the user’s expected move. </a:t>
          </a:r>
        </a:p>
      </dgm:t>
    </dgm:pt>
    <dgm:pt modelId="{714F7337-A1E1-4948-81C8-3D8AE2937F4D}" type="parTrans" cxnId="{0BF72011-5605-4E74-A71E-01D2184C228D}">
      <dgm:prSet/>
      <dgm:spPr/>
      <dgm:t>
        <a:bodyPr/>
        <a:lstStyle/>
        <a:p>
          <a:endParaRPr lang="en-US"/>
        </a:p>
      </dgm:t>
    </dgm:pt>
    <dgm:pt modelId="{72C6FDC0-ABB4-4AE0-9732-2C8DFC458EB1}" type="sibTrans" cxnId="{0BF72011-5605-4E74-A71E-01D2184C228D}">
      <dgm:prSet/>
      <dgm:spPr/>
      <dgm:t>
        <a:bodyPr/>
        <a:lstStyle/>
        <a:p>
          <a:endParaRPr lang="en-US"/>
        </a:p>
      </dgm:t>
    </dgm:pt>
    <dgm:pt modelId="{2776012D-B59F-4322-8F5C-4F14C4A96EF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E.g., </a:t>
          </a:r>
          <a:r>
            <a:rPr lang="en-US" sz="1400" b="1" dirty="0"/>
            <a:t>software installation procedures are defined in a way to predict next step for users</a:t>
          </a:r>
          <a:r>
            <a:rPr lang="en-US" sz="1400" dirty="0"/>
            <a:t>. They don’t need to search for the next work.</a:t>
          </a:r>
        </a:p>
      </dgm:t>
    </dgm:pt>
    <dgm:pt modelId="{1434DC51-D802-4D63-8C45-EA94FE0A0C35}" type="parTrans" cxnId="{D15C8D5D-71D3-4858-8E43-1F6E769C9C05}">
      <dgm:prSet/>
      <dgm:spPr/>
      <dgm:t>
        <a:bodyPr/>
        <a:lstStyle/>
        <a:p>
          <a:endParaRPr lang="en-US"/>
        </a:p>
      </dgm:t>
    </dgm:pt>
    <dgm:pt modelId="{FEA7BBCB-E52C-42B0-A414-BDA664021CC3}" type="sibTrans" cxnId="{D15C8D5D-71D3-4858-8E43-1F6E769C9C05}">
      <dgm:prSet/>
      <dgm:spPr/>
      <dgm:t>
        <a:bodyPr/>
        <a:lstStyle/>
        <a:p>
          <a:endParaRPr lang="en-US"/>
        </a:p>
      </dgm:t>
    </dgm:pt>
    <dgm:pt modelId="{9B8FF337-6C8A-4104-89B3-7C34551CEF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Communication</a:t>
          </a:r>
        </a:p>
      </dgm:t>
    </dgm:pt>
    <dgm:pt modelId="{155C1B2B-4380-460E-9007-4321E099543A}" type="parTrans" cxnId="{C503CBC1-AFFF-449D-A8CA-444E5D51457E}">
      <dgm:prSet/>
      <dgm:spPr/>
      <dgm:t>
        <a:bodyPr/>
        <a:lstStyle/>
        <a:p>
          <a:endParaRPr lang="en-US"/>
        </a:p>
      </dgm:t>
    </dgm:pt>
    <dgm:pt modelId="{F9EF051C-9BF7-4BEF-83F4-1E2C7352B80C}" type="sibTrans" cxnId="{C503CBC1-AFFF-449D-A8CA-444E5D51457E}">
      <dgm:prSet/>
      <dgm:spPr/>
      <dgm:t>
        <a:bodyPr/>
        <a:lstStyle/>
        <a:p>
          <a:endParaRPr lang="en-US"/>
        </a:p>
      </dgm:t>
    </dgm:pt>
    <dgm:pt modelId="{26E21E0B-4C1C-4666-8015-B40CC5A3B8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Application must show the status of an activity initiated by user.</a:t>
          </a:r>
        </a:p>
      </dgm:t>
    </dgm:pt>
    <dgm:pt modelId="{B050D64A-66A4-475C-B763-B95FEA373E14}" type="parTrans" cxnId="{76F2217B-4597-4F59-BA23-FDF0957E9DD7}">
      <dgm:prSet/>
      <dgm:spPr/>
      <dgm:t>
        <a:bodyPr/>
        <a:lstStyle/>
        <a:p>
          <a:endParaRPr lang="en-US"/>
        </a:p>
      </dgm:t>
    </dgm:pt>
    <dgm:pt modelId="{0300C818-A0D2-4F9B-A9E7-B6789DA89D18}" type="sibTrans" cxnId="{76F2217B-4597-4F59-BA23-FDF0957E9DD7}">
      <dgm:prSet/>
      <dgm:spPr/>
      <dgm:t>
        <a:bodyPr/>
        <a:lstStyle/>
        <a:p>
          <a:endParaRPr lang="en-US"/>
        </a:p>
      </dgm:t>
    </dgm:pt>
    <dgm:pt modelId="{1D74D997-25C0-4118-949A-6EDD3F996F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E.g., </a:t>
          </a:r>
          <a:r>
            <a:rPr lang="en-US" sz="1400" b="1" dirty="0"/>
            <a:t>file copying shown via progress bar</a:t>
          </a:r>
        </a:p>
      </dgm:t>
    </dgm:pt>
    <dgm:pt modelId="{0C13FDCD-6BFA-4A4F-BA97-89066F88723D}" type="parTrans" cxnId="{7957AB10-D580-4FBB-982B-887AFEA93351}">
      <dgm:prSet/>
      <dgm:spPr/>
      <dgm:t>
        <a:bodyPr/>
        <a:lstStyle/>
        <a:p>
          <a:endParaRPr lang="en-US"/>
        </a:p>
      </dgm:t>
    </dgm:pt>
    <dgm:pt modelId="{A8D2F631-9A40-416B-92EC-33753238F76E}" type="sibTrans" cxnId="{7957AB10-D580-4FBB-982B-887AFEA93351}">
      <dgm:prSet/>
      <dgm:spPr/>
      <dgm:t>
        <a:bodyPr/>
        <a:lstStyle/>
        <a:p>
          <a:endParaRPr lang="en-US"/>
        </a:p>
      </dgm:t>
    </dgm:pt>
    <dgm:pt modelId="{01D45C5A-4CDD-40B5-BE03-6616643C4C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Consistency</a:t>
          </a:r>
        </a:p>
      </dgm:t>
    </dgm:pt>
    <dgm:pt modelId="{747EDD06-2DDC-48CA-9890-E12A4CD84747}" type="parTrans" cxnId="{6D0F6DDA-3617-49BD-BD11-B99ABADA6BE3}">
      <dgm:prSet/>
      <dgm:spPr/>
      <dgm:t>
        <a:bodyPr/>
        <a:lstStyle/>
        <a:p>
          <a:endParaRPr lang="en-US"/>
        </a:p>
      </dgm:t>
    </dgm:pt>
    <dgm:pt modelId="{28345E3D-A2F2-4F2B-942B-7DF736710BAF}" type="sibTrans" cxnId="{6D0F6DDA-3617-49BD-BD11-B99ABADA6BE3}">
      <dgm:prSet/>
      <dgm:spPr/>
      <dgm:t>
        <a:bodyPr/>
        <a:lstStyle/>
        <a:p>
          <a:endParaRPr lang="en-US"/>
        </a:p>
      </dgm:t>
    </dgm:pt>
    <dgm:pt modelId="{C48715F0-87D7-46F4-B427-8A98177B33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The navigation controls, menu, icons, aesthetics should be consistent throughout the application</a:t>
          </a:r>
        </a:p>
      </dgm:t>
    </dgm:pt>
    <dgm:pt modelId="{7D365FF8-562C-4D2B-B5BD-4EA9C96EF7AE}" type="parTrans" cxnId="{0533BAF5-352E-404C-A69F-34A36A5CE0C5}">
      <dgm:prSet/>
      <dgm:spPr/>
      <dgm:t>
        <a:bodyPr/>
        <a:lstStyle/>
        <a:p>
          <a:endParaRPr lang="en-US"/>
        </a:p>
      </dgm:t>
    </dgm:pt>
    <dgm:pt modelId="{E119851D-F91B-4596-9929-6DB004734955}" type="sibTrans" cxnId="{0533BAF5-352E-404C-A69F-34A36A5CE0C5}">
      <dgm:prSet/>
      <dgm:spPr/>
      <dgm:t>
        <a:bodyPr/>
        <a:lstStyle/>
        <a:p>
          <a:endParaRPr lang="en-US"/>
        </a:p>
      </dgm:t>
    </dgm:pt>
    <dgm:pt modelId="{65DAF8AB-EB68-41F8-8FB8-E1C8255F5E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E.g., like yellow triangle shows warning signs use them for warning messages only.</a:t>
          </a:r>
        </a:p>
      </dgm:t>
    </dgm:pt>
    <dgm:pt modelId="{1C32ADD7-6E84-4CB6-AADE-5E0F26F775F7}" type="parTrans" cxnId="{D3FF25B0-E8AE-4E39-82EB-9A37E9934A89}">
      <dgm:prSet/>
      <dgm:spPr/>
      <dgm:t>
        <a:bodyPr/>
        <a:lstStyle/>
        <a:p>
          <a:endParaRPr lang="en-US"/>
        </a:p>
      </dgm:t>
    </dgm:pt>
    <dgm:pt modelId="{8B040438-378B-4BD1-A2C6-69FC74BB3A37}" type="sibTrans" cxnId="{D3FF25B0-E8AE-4E39-82EB-9A37E9934A89}">
      <dgm:prSet/>
      <dgm:spPr/>
      <dgm:t>
        <a:bodyPr/>
        <a:lstStyle/>
        <a:p>
          <a:endParaRPr lang="en-US"/>
        </a:p>
      </dgm:t>
    </dgm:pt>
    <dgm:pt modelId="{250A8A4F-3645-4FFC-846F-932CF92B29A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Controlled autonomy</a:t>
          </a:r>
        </a:p>
      </dgm:t>
    </dgm:pt>
    <dgm:pt modelId="{B33BBCE5-4B12-4350-B2EB-597E0F20DFE5}" type="parTrans" cxnId="{6C972F48-E5FA-4305-BEA4-7294F4106D17}">
      <dgm:prSet/>
      <dgm:spPr/>
      <dgm:t>
        <a:bodyPr/>
        <a:lstStyle/>
        <a:p>
          <a:endParaRPr lang="en-US"/>
        </a:p>
      </dgm:t>
    </dgm:pt>
    <dgm:pt modelId="{99502834-7862-4DA5-AA99-D3DE2C561768}" type="sibTrans" cxnId="{6C972F48-E5FA-4305-BEA4-7294F4106D17}">
      <dgm:prSet/>
      <dgm:spPr/>
      <dgm:t>
        <a:bodyPr/>
        <a:lstStyle/>
        <a:p>
          <a:endParaRPr lang="en-US"/>
        </a:p>
      </dgm:t>
    </dgm:pt>
    <dgm:pt modelId="{4A0247AD-691D-4310-9EA0-6407E6663B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Revising the golden rule that says place user in control but restrict the controls as per the user’s role. </a:t>
          </a:r>
        </a:p>
      </dgm:t>
    </dgm:pt>
    <dgm:pt modelId="{CD74A252-79B1-4018-8D0C-1CED9E674ACA}" type="parTrans" cxnId="{B16889F8-2244-4D74-89B1-F5C3CF2B9A7F}">
      <dgm:prSet/>
      <dgm:spPr/>
      <dgm:t>
        <a:bodyPr/>
        <a:lstStyle/>
        <a:p>
          <a:endParaRPr lang="en-US"/>
        </a:p>
      </dgm:t>
    </dgm:pt>
    <dgm:pt modelId="{94CE575C-FF77-4B78-8089-C533C86EB158}" type="sibTrans" cxnId="{B16889F8-2244-4D74-89B1-F5C3CF2B9A7F}">
      <dgm:prSet/>
      <dgm:spPr/>
      <dgm:t>
        <a:bodyPr/>
        <a:lstStyle/>
        <a:p>
          <a:endParaRPr lang="en-US"/>
        </a:p>
      </dgm:t>
    </dgm:pt>
    <dgm:pt modelId="{6BABFBCE-969C-4AEE-88D9-9E080AA6F84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Enforce id and password for no go options.</a:t>
          </a:r>
        </a:p>
      </dgm:t>
    </dgm:pt>
    <dgm:pt modelId="{54FBF38F-5BF9-413E-A838-56DB5B88E1EA}" type="parTrans" cxnId="{2B9C47FA-3CCC-4FBE-BB8A-6663A0E56485}">
      <dgm:prSet/>
      <dgm:spPr/>
      <dgm:t>
        <a:bodyPr/>
        <a:lstStyle/>
        <a:p>
          <a:endParaRPr lang="en-US"/>
        </a:p>
      </dgm:t>
    </dgm:pt>
    <dgm:pt modelId="{BD7C2B8E-6B2E-43C0-A364-FFA366F26BD1}" type="sibTrans" cxnId="{2B9C47FA-3CCC-4FBE-BB8A-6663A0E56485}">
      <dgm:prSet/>
      <dgm:spPr/>
      <dgm:t>
        <a:bodyPr/>
        <a:lstStyle/>
        <a:p>
          <a:endParaRPr lang="en-US"/>
        </a:p>
      </dgm:t>
    </dgm:pt>
    <dgm:pt modelId="{4E00E194-6622-4AC7-92EF-7FBB19D68E2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Efficiency</a:t>
          </a:r>
        </a:p>
      </dgm:t>
    </dgm:pt>
    <dgm:pt modelId="{80412C07-AD01-4E5F-8B8A-17066E65B79F}" type="parTrans" cxnId="{737C8DD6-F3C7-4258-BBF1-B06CD48251C4}">
      <dgm:prSet/>
      <dgm:spPr/>
      <dgm:t>
        <a:bodyPr/>
        <a:lstStyle/>
        <a:p>
          <a:endParaRPr lang="en-US"/>
        </a:p>
      </dgm:t>
    </dgm:pt>
    <dgm:pt modelId="{43362247-1D51-444B-877B-2F96D6F67EE5}" type="sibTrans" cxnId="{737C8DD6-F3C7-4258-BBF1-B06CD48251C4}">
      <dgm:prSet/>
      <dgm:spPr/>
      <dgm:t>
        <a:bodyPr/>
        <a:lstStyle/>
        <a:p>
          <a:endParaRPr lang="en-US"/>
        </a:p>
      </dgm:t>
    </dgm:pt>
    <dgm:pt modelId="{BA9CFF69-6DEA-460A-AB61-2AAF5682AE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Design of the application must work on user’s efficiency.</a:t>
          </a:r>
        </a:p>
      </dgm:t>
    </dgm:pt>
    <dgm:pt modelId="{5C0D930D-A965-4B07-BE1E-135AD90D4D79}" type="parTrans" cxnId="{9E164C42-9612-485A-813F-C718F592473F}">
      <dgm:prSet/>
      <dgm:spPr/>
      <dgm:t>
        <a:bodyPr/>
        <a:lstStyle/>
        <a:p>
          <a:endParaRPr lang="en-PK"/>
        </a:p>
      </dgm:t>
    </dgm:pt>
    <dgm:pt modelId="{69ADEE2D-84B0-43F6-84AF-9F162DC45AB5}" type="sibTrans" cxnId="{9E164C42-9612-485A-813F-C718F592473F}">
      <dgm:prSet/>
      <dgm:spPr/>
      <dgm:t>
        <a:bodyPr/>
        <a:lstStyle/>
        <a:p>
          <a:endParaRPr lang="en-US"/>
        </a:p>
      </dgm:t>
    </dgm:pt>
    <dgm:pt modelId="{E767E342-59DA-4C66-B452-5E59858AAD8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e.g., </a:t>
          </a:r>
          <a:r>
            <a:rPr lang="en-US" sz="1400" b="1" dirty="0"/>
            <a:t>input the CNIC or phone no without space </a:t>
          </a:r>
          <a:r>
            <a:rPr lang="en-US" sz="1400" dirty="0"/>
            <a:t>or hyphen will lead to less processing time at user end.</a:t>
          </a:r>
        </a:p>
      </dgm:t>
    </dgm:pt>
    <dgm:pt modelId="{1782D740-7F94-44B5-A41C-45BBE64723DB}" type="parTrans" cxnId="{971CC16B-C3E1-4668-938E-57418DAF89E2}">
      <dgm:prSet/>
      <dgm:spPr/>
      <dgm:t>
        <a:bodyPr/>
        <a:lstStyle/>
        <a:p>
          <a:endParaRPr lang="en-PK"/>
        </a:p>
      </dgm:t>
    </dgm:pt>
    <dgm:pt modelId="{CF7A2182-9385-47F1-B9AF-665EEA6F9B91}" type="sibTrans" cxnId="{971CC16B-C3E1-4668-938E-57418DAF89E2}">
      <dgm:prSet/>
      <dgm:spPr/>
      <dgm:t>
        <a:bodyPr/>
        <a:lstStyle/>
        <a:p>
          <a:endParaRPr lang="en-US"/>
        </a:p>
      </dgm:t>
    </dgm:pt>
    <dgm:pt modelId="{55F63C7A-90F5-46E4-94E1-BFE1869CB792}" type="pres">
      <dgm:prSet presAssocID="{D3ED3F06-41CF-4FAE-9F91-F0F02C37C26E}" presName="Name0" presStyleCnt="0">
        <dgm:presLayoutVars>
          <dgm:dir/>
          <dgm:animLvl val="lvl"/>
          <dgm:resizeHandles val="exact"/>
        </dgm:presLayoutVars>
      </dgm:prSet>
      <dgm:spPr/>
    </dgm:pt>
    <dgm:pt modelId="{9299F229-CA5C-4F91-8A36-862506E06EB5}" type="pres">
      <dgm:prSet presAssocID="{EF3D0964-EB54-4665-88C5-53BD03FEC6F9}" presName="composite" presStyleCnt="0"/>
      <dgm:spPr/>
    </dgm:pt>
    <dgm:pt modelId="{3A74370F-E492-4939-AF84-E19C970F962E}" type="pres">
      <dgm:prSet presAssocID="{EF3D0964-EB54-4665-88C5-53BD03FEC6F9}" presName="parTx" presStyleLbl="alignNode1" presStyleIdx="0" presStyleCnt="5">
        <dgm:presLayoutVars>
          <dgm:chMax val="0"/>
          <dgm:chPref val="0"/>
        </dgm:presLayoutVars>
      </dgm:prSet>
      <dgm:spPr/>
    </dgm:pt>
    <dgm:pt modelId="{B0BBF7E8-6034-4BD4-9200-114DB9F85C94}" type="pres">
      <dgm:prSet presAssocID="{EF3D0964-EB54-4665-88C5-53BD03FEC6F9}" presName="desTx" presStyleLbl="alignAccFollowNode1" presStyleIdx="0" presStyleCnt="5">
        <dgm:presLayoutVars/>
      </dgm:prSet>
      <dgm:spPr/>
    </dgm:pt>
    <dgm:pt modelId="{1EF1B817-58F4-4BD5-927B-865A1771B1E5}" type="pres">
      <dgm:prSet presAssocID="{4E2BA457-3DB3-4F35-AAB1-27D5A6AB934A}" presName="space" presStyleCnt="0"/>
      <dgm:spPr/>
    </dgm:pt>
    <dgm:pt modelId="{675419B2-EB24-451A-AC79-DEEA567BF646}" type="pres">
      <dgm:prSet presAssocID="{9B8FF337-6C8A-4104-89B3-7C34551CEFCD}" presName="composite" presStyleCnt="0"/>
      <dgm:spPr/>
    </dgm:pt>
    <dgm:pt modelId="{ECDB9143-BA2F-449B-A35D-3652BC9D2E68}" type="pres">
      <dgm:prSet presAssocID="{9B8FF337-6C8A-4104-89B3-7C34551CEFCD}" presName="parTx" presStyleLbl="alignNode1" presStyleIdx="1" presStyleCnt="5">
        <dgm:presLayoutVars>
          <dgm:chMax val="0"/>
          <dgm:chPref val="0"/>
        </dgm:presLayoutVars>
      </dgm:prSet>
      <dgm:spPr/>
    </dgm:pt>
    <dgm:pt modelId="{BC1C915D-DFB4-4F8B-AF6D-8296FF193C5D}" type="pres">
      <dgm:prSet presAssocID="{9B8FF337-6C8A-4104-89B3-7C34551CEFCD}" presName="desTx" presStyleLbl="alignAccFollowNode1" presStyleIdx="1" presStyleCnt="5">
        <dgm:presLayoutVars/>
      </dgm:prSet>
      <dgm:spPr/>
    </dgm:pt>
    <dgm:pt modelId="{9C335429-E0C6-4407-8843-115932B55CC8}" type="pres">
      <dgm:prSet presAssocID="{F9EF051C-9BF7-4BEF-83F4-1E2C7352B80C}" presName="space" presStyleCnt="0"/>
      <dgm:spPr/>
    </dgm:pt>
    <dgm:pt modelId="{849BEBC1-95CA-4DFD-B119-7D07ED0F0CD7}" type="pres">
      <dgm:prSet presAssocID="{01D45C5A-4CDD-40B5-BE03-6616643C4C96}" presName="composite" presStyleCnt="0"/>
      <dgm:spPr/>
    </dgm:pt>
    <dgm:pt modelId="{D175727B-2444-425D-85AD-0FC4BF98BB61}" type="pres">
      <dgm:prSet presAssocID="{01D45C5A-4CDD-40B5-BE03-6616643C4C96}" presName="parTx" presStyleLbl="alignNode1" presStyleIdx="2" presStyleCnt="5">
        <dgm:presLayoutVars>
          <dgm:chMax val="0"/>
          <dgm:chPref val="0"/>
        </dgm:presLayoutVars>
      </dgm:prSet>
      <dgm:spPr/>
    </dgm:pt>
    <dgm:pt modelId="{3A6E6FAF-4637-4CE9-9FF2-53D745C7220A}" type="pres">
      <dgm:prSet presAssocID="{01D45C5A-4CDD-40B5-BE03-6616643C4C96}" presName="desTx" presStyleLbl="alignAccFollowNode1" presStyleIdx="2" presStyleCnt="5">
        <dgm:presLayoutVars/>
      </dgm:prSet>
      <dgm:spPr/>
    </dgm:pt>
    <dgm:pt modelId="{65A113A4-3417-472F-BDA1-53E0FB3C8683}" type="pres">
      <dgm:prSet presAssocID="{28345E3D-A2F2-4F2B-942B-7DF736710BAF}" presName="space" presStyleCnt="0"/>
      <dgm:spPr/>
    </dgm:pt>
    <dgm:pt modelId="{E34EF09E-B00C-4A27-9C95-F4257A16503C}" type="pres">
      <dgm:prSet presAssocID="{250A8A4F-3645-4FFC-846F-932CF92B29AC}" presName="composite" presStyleCnt="0"/>
      <dgm:spPr/>
    </dgm:pt>
    <dgm:pt modelId="{C8B7D245-C934-403F-A1CC-FF8CD930943B}" type="pres">
      <dgm:prSet presAssocID="{250A8A4F-3645-4FFC-846F-932CF92B29AC}" presName="parTx" presStyleLbl="alignNode1" presStyleIdx="3" presStyleCnt="5">
        <dgm:presLayoutVars>
          <dgm:chMax val="0"/>
          <dgm:chPref val="0"/>
        </dgm:presLayoutVars>
      </dgm:prSet>
      <dgm:spPr/>
    </dgm:pt>
    <dgm:pt modelId="{3C5CC8F8-ED1F-4664-9C69-2EA8ECA48D85}" type="pres">
      <dgm:prSet presAssocID="{250A8A4F-3645-4FFC-846F-932CF92B29AC}" presName="desTx" presStyleLbl="alignAccFollowNode1" presStyleIdx="3" presStyleCnt="5">
        <dgm:presLayoutVars/>
      </dgm:prSet>
      <dgm:spPr/>
    </dgm:pt>
    <dgm:pt modelId="{F283A954-95BA-45CD-A6A8-B1AB59F20950}" type="pres">
      <dgm:prSet presAssocID="{99502834-7862-4DA5-AA99-D3DE2C561768}" presName="space" presStyleCnt="0"/>
      <dgm:spPr/>
    </dgm:pt>
    <dgm:pt modelId="{2D67225D-8B09-4D5F-A587-9E0620F0B0B9}" type="pres">
      <dgm:prSet presAssocID="{4E00E194-6622-4AC7-92EF-7FBB19D68E26}" presName="composite" presStyleCnt="0"/>
      <dgm:spPr/>
    </dgm:pt>
    <dgm:pt modelId="{1BAE974D-74C6-4771-9821-5ADFD5F3D10E}" type="pres">
      <dgm:prSet presAssocID="{4E00E194-6622-4AC7-92EF-7FBB19D68E26}" presName="parTx" presStyleLbl="alignNode1" presStyleIdx="4" presStyleCnt="5">
        <dgm:presLayoutVars>
          <dgm:chMax val="0"/>
          <dgm:chPref val="0"/>
        </dgm:presLayoutVars>
      </dgm:prSet>
      <dgm:spPr/>
    </dgm:pt>
    <dgm:pt modelId="{4BC499DF-2D5B-4795-9A1F-FE0AC4873631}" type="pres">
      <dgm:prSet presAssocID="{4E00E194-6622-4AC7-92EF-7FBB19D68E26}" presName="desTx" presStyleLbl="alignAccFollowNode1" presStyleIdx="4" presStyleCnt="5">
        <dgm:presLayoutVars/>
      </dgm:prSet>
      <dgm:spPr/>
    </dgm:pt>
  </dgm:ptLst>
  <dgm:cxnLst>
    <dgm:cxn modelId="{7957AB10-D580-4FBB-982B-887AFEA93351}" srcId="{9B8FF337-6C8A-4104-89B3-7C34551CEFCD}" destId="{1D74D997-25C0-4118-949A-6EDD3F996F8A}" srcOrd="1" destOrd="0" parTransId="{0C13FDCD-6BFA-4A4F-BA97-89066F88723D}" sibTransId="{A8D2F631-9A40-416B-92EC-33753238F76E}"/>
    <dgm:cxn modelId="{0BF72011-5605-4E74-A71E-01D2184C228D}" srcId="{EF3D0964-EB54-4665-88C5-53BD03FEC6F9}" destId="{6A89D1FD-56ED-446F-9214-5498F5228A41}" srcOrd="0" destOrd="0" parTransId="{714F7337-A1E1-4948-81C8-3D8AE2937F4D}" sibTransId="{72C6FDC0-ABB4-4AE0-9732-2C8DFC458EB1}"/>
    <dgm:cxn modelId="{1D79B614-EA0C-4448-9BDB-9C168B0E8310}" type="presOf" srcId="{BA9CFF69-6DEA-460A-AB61-2AAF5682AE18}" destId="{4BC499DF-2D5B-4795-9A1F-FE0AC4873631}" srcOrd="0" destOrd="0" presId="urn:microsoft.com/office/officeart/2016/7/layout/ChevronBlockProcess"/>
    <dgm:cxn modelId="{15FB411C-D95F-49D1-8643-16A4C64A528D}" type="presOf" srcId="{01D45C5A-4CDD-40B5-BE03-6616643C4C96}" destId="{D175727B-2444-425D-85AD-0FC4BF98BB61}" srcOrd="0" destOrd="0" presId="urn:microsoft.com/office/officeart/2016/7/layout/ChevronBlockProcess"/>
    <dgm:cxn modelId="{BD54CF35-7A34-4ED4-8728-0BB7755DFED9}" type="presOf" srcId="{2776012D-B59F-4322-8F5C-4F14C4A96EF0}" destId="{B0BBF7E8-6034-4BD4-9200-114DB9F85C94}" srcOrd="0" destOrd="1" presId="urn:microsoft.com/office/officeart/2016/7/layout/ChevronBlockProcess"/>
    <dgm:cxn modelId="{D15C8D5D-71D3-4858-8E43-1F6E769C9C05}" srcId="{EF3D0964-EB54-4665-88C5-53BD03FEC6F9}" destId="{2776012D-B59F-4322-8F5C-4F14C4A96EF0}" srcOrd="1" destOrd="0" parTransId="{1434DC51-D802-4D63-8C45-EA94FE0A0C35}" sibTransId="{FEA7BBCB-E52C-42B0-A414-BDA664021CC3}"/>
    <dgm:cxn modelId="{9E164C42-9612-485A-813F-C718F592473F}" srcId="{4E00E194-6622-4AC7-92EF-7FBB19D68E26}" destId="{BA9CFF69-6DEA-460A-AB61-2AAF5682AE18}" srcOrd="0" destOrd="0" parTransId="{5C0D930D-A965-4B07-BE1E-135AD90D4D79}" sibTransId="{69ADEE2D-84B0-43F6-84AF-9F162DC45AB5}"/>
    <dgm:cxn modelId="{6C972F48-E5FA-4305-BEA4-7294F4106D17}" srcId="{D3ED3F06-41CF-4FAE-9F91-F0F02C37C26E}" destId="{250A8A4F-3645-4FFC-846F-932CF92B29AC}" srcOrd="3" destOrd="0" parTransId="{B33BBCE5-4B12-4350-B2EB-597E0F20DFE5}" sibTransId="{99502834-7862-4DA5-AA99-D3DE2C561768}"/>
    <dgm:cxn modelId="{971CC16B-C3E1-4668-938E-57418DAF89E2}" srcId="{4E00E194-6622-4AC7-92EF-7FBB19D68E26}" destId="{E767E342-59DA-4C66-B452-5E59858AAD8C}" srcOrd="1" destOrd="0" parTransId="{1782D740-7F94-44B5-A41C-45BBE64723DB}" sibTransId="{CF7A2182-9385-47F1-B9AF-665EEA6F9B91}"/>
    <dgm:cxn modelId="{E146284E-BF90-4600-BC95-5E6F3452971F}" type="presOf" srcId="{26E21E0B-4C1C-4666-8015-B40CC5A3B8E5}" destId="{BC1C915D-DFB4-4F8B-AF6D-8296FF193C5D}" srcOrd="0" destOrd="0" presId="urn:microsoft.com/office/officeart/2016/7/layout/ChevronBlockProcess"/>
    <dgm:cxn modelId="{7C7B0D74-16DF-439F-8DAC-5C3CD2ECB170}" type="presOf" srcId="{1D74D997-25C0-4118-949A-6EDD3F996F8A}" destId="{BC1C915D-DFB4-4F8B-AF6D-8296FF193C5D}" srcOrd="0" destOrd="1" presId="urn:microsoft.com/office/officeart/2016/7/layout/ChevronBlockProcess"/>
    <dgm:cxn modelId="{76F2217B-4597-4F59-BA23-FDF0957E9DD7}" srcId="{9B8FF337-6C8A-4104-89B3-7C34551CEFCD}" destId="{26E21E0B-4C1C-4666-8015-B40CC5A3B8E5}" srcOrd="0" destOrd="0" parTransId="{B050D64A-66A4-475C-B763-B95FEA373E14}" sibTransId="{0300C818-A0D2-4F9B-A9E7-B6789DA89D18}"/>
    <dgm:cxn modelId="{A37B19A2-7FFE-427F-B856-A2359F36A5AB}" type="presOf" srcId="{9B8FF337-6C8A-4104-89B3-7C34551CEFCD}" destId="{ECDB9143-BA2F-449B-A35D-3652BC9D2E68}" srcOrd="0" destOrd="0" presId="urn:microsoft.com/office/officeart/2016/7/layout/ChevronBlockProcess"/>
    <dgm:cxn modelId="{8DB55DA9-87AA-498C-9692-0518D34265FB}" type="presOf" srcId="{EF3D0964-EB54-4665-88C5-53BD03FEC6F9}" destId="{3A74370F-E492-4939-AF84-E19C970F962E}" srcOrd="0" destOrd="0" presId="urn:microsoft.com/office/officeart/2016/7/layout/ChevronBlockProcess"/>
    <dgm:cxn modelId="{7B8E79AD-57D9-4DB4-AAC1-666B66E57AC7}" type="presOf" srcId="{6A89D1FD-56ED-446F-9214-5498F5228A41}" destId="{B0BBF7E8-6034-4BD4-9200-114DB9F85C94}" srcOrd="0" destOrd="0" presId="urn:microsoft.com/office/officeart/2016/7/layout/ChevronBlockProcess"/>
    <dgm:cxn modelId="{D3FF25B0-E8AE-4E39-82EB-9A37E9934A89}" srcId="{01D45C5A-4CDD-40B5-BE03-6616643C4C96}" destId="{65DAF8AB-EB68-41F8-8FB8-E1C8255F5EF2}" srcOrd="1" destOrd="0" parTransId="{1C32ADD7-6E84-4CB6-AADE-5E0F26F775F7}" sibTransId="{8B040438-378B-4BD1-A2C6-69FC74BB3A37}"/>
    <dgm:cxn modelId="{932175B0-3E32-4EB2-A77A-509ADB242694}" type="presOf" srcId="{6BABFBCE-969C-4AEE-88D9-9E080AA6F842}" destId="{3C5CC8F8-ED1F-4664-9C69-2EA8ECA48D85}" srcOrd="0" destOrd="1" presId="urn:microsoft.com/office/officeart/2016/7/layout/ChevronBlockProcess"/>
    <dgm:cxn modelId="{317B01BB-CFC0-4194-AA5A-8A6D88AB1DD8}" type="presOf" srcId="{250A8A4F-3645-4FFC-846F-932CF92B29AC}" destId="{C8B7D245-C934-403F-A1CC-FF8CD930943B}" srcOrd="0" destOrd="0" presId="urn:microsoft.com/office/officeart/2016/7/layout/ChevronBlockProcess"/>
    <dgm:cxn modelId="{CB5E0CBE-0BF6-4CC1-934F-FAF68EDC1FB2}" type="presOf" srcId="{4A0247AD-691D-4310-9EA0-6407E6663BA9}" destId="{3C5CC8F8-ED1F-4664-9C69-2EA8ECA48D85}" srcOrd="0" destOrd="0" presId="urn:microsoft.com/office/officeart/2016/7/layout/ChevronBlockProcess"/>
    <dgm:cxn modelId="{035779BE-6616-485D-80E7-C155CB336611}" type="presOf" srcId="{4E00E194-6622-4AC7-92EF-7FBB19D68E26}" destId="{1BAE974D-74C6-4771-9821-5ADFD5F3D10E}" srcOrd="0" destOrd="0" presId="urn:microsoft.com/office/officeart/2016/7/layout/ChevronBlockProcess"/>
    <dgm:cxn modelId="{C503CBC1-AFFF-449D-A8CA-444E5D51457E}" srcId="{D3ED3F06-41CF-4FAE-9F91-F0F02C37C26E}" destId="{9B8FF337-6C8A-4104-89B3-7C34551CEFCD}" srcOrd="1" destOrd="0" parTransId="{155C1B2B-4380-460E-9007-4321E099543A}" sibTransId="{F9EF051C-9BF7-4BEF-83F4-1E2C7352B80C}"/>
    <dgm:cxn modelId="{6941EFC1-F6A3-4DD5-B958-879EA4FA0089}" type="presOf" srcId="{D3ED3F06-41CF-4FAE-9F91-F0F02C37C26E}" destId="{55F63C7A-90F5-46E4-94E1-BFE1869CB792}" srcOrd="0" destOrd="0" presId="urn:microsoft.com/office/officeart/2016/7/layout/ChevronBlockProcess"/>
    <dgm:cxn modelId="{6183F6C5-A7DC-4E17-9711-0F985653B4A4}" type="presOf" srcId="{E767E342-59DA-4C66-B452-5E59858AAD8C}" destId="{4BC499DF-2D5B-4795-9A1F-FE0AC4873631}" srcOrd="0" destOrd="1" presId="urn:microsoft.com/office/officeart/2016/7/layout/ChevronBlockProcess"/>
    <dgm:cxn modelId="{737C8DD6-F3C7-4258-BBF1-B06CD48251C4}" srcId="{D3ED3F06-41CF-4FAE-9F91-F0F02C37C26E}" destId="{4E00E194-6622-4AC7-92EF-7FBB19D68E26}" srcOrd="4" destOrd="0" parTransId="{80412C07-AD01-4E5F-8B8A-17066E65B79F}" sibTransId="{43362247-1D51-444B-877B-2F96D6F67EE5}"/>
    <dgm:cxn modelId="{6D0F6DDA-3617-49BD-BD11-B99ABADA6BE3}" srcId="{D3ED3F06-41CF-4FAE-9F91-F0F02C37C26E}" destId="{01D45C5A-4CDD-40B5-BE03-6616643C4C96}" srcOrd="2" destOrd="0" parTransId="{747EDD06-2DDC-48CA-9890-E12A4CD84747}" sibTransId="{28345E3D-A2F2-4F2B-942B-7DF736710BAF}"/>
    <dgm:cxn modelId="{3A54E9DD-716A-4104-AB2F-67BB4B83C2D7}" type="presOf" srcId="{C48715F0-87D7-46F4-B427-8A98177B33D6}" destId="{3A6E6FAF-4637-4CE9-9FF2-53D745C7220A}" srcOrd="0" destOrd="0" presId="urn:microsoft.com/office/officeart/2016/7/layout/ChevronBlockProcess"/>
    <dgm:cxn modelId="{F24352ED-AFD8-4883-9105-8E9D88EF3B20}" srcId="{D3ED3F06-41CF-4FAE-9F91-F0F02C37C26E}" destId="{EF3D0964-EB54-4665-88C5-53BD03FEC6F9}" srcOrd="0" destOrd="0" parTransId="{FD30DFE9-DD62-4D61-BFD1-7A9BA8240393}" sibTransId="{4E2BA457-3DB3-4F35-AAB1-27D5A6AB934A}"/>
    <dgm:cxn modelId="{0533BAF5-352E-404C-A69F-34A36A5CE0C5}" srcId="{01D45C5A-4CDD-40B5-BE03-6616643C4C96}" destId="{C48715F0-87D7-46F4-B427-8A98177B33D6}" srcOrd="0" destOrd="0" parTransId="{7D365FF8-562C-4D2B-B5BD-4EA9C96EF7AE}" sibTransId="{E119851D-F91B-4596-9929-6DB004734955}"/>
    <dgm:cxn modelId="{B16889F8-2244-4D74-89B1-F5C3CF2B9A7F}" srcId="{250A8A4F-3645-4FFC-846F-932CF92B29AC}" destId="{4A0247AD-691D-4310-9EA0-6407E6663BA9}" srcOrd="0" destOrd="0" parTransId="{CD74A252-79B1-4018-8D0C-1CED9E674ACA}" sibTransId="{94CE575C-FF77-4B78-8089-C533C86EB158}"/>
    <dgm:cxn modelId="{2B9C47FA-3CCC-4FBE-BB8A-6663A0E56485}" srcId="{250A8A4F-3645-4FFC-846F-932CF92B29AC}" destId="{6BABFBCE-969C-4AEE-88D9-9E080AA6F842}" srcOrd="1" destOrd="0" parTransId="{54FBF38F-5BF9-413E-A838-56DB5B88E1EA}" sibTransId="{BD7C2B8E-6B2E-43C0-A364-FFA366F26BD1}"/>
    <dgm:cxn modelId="{52FB42FC-D853-41E6-A01F-3552BFE1B279}" type="presOf" srcId="{65DAF8AB-EB68-41F8-8FB8-E1C8255F5EF2}" destId="{3A6E6FAF-4637-4CE9-9FF2-53D745C7220A}" srcOrd="0" destOrd="1" presId="urn:microsoft.com/office/officeart/2016/7/layout/ChevronBlockProcess"/>
    <dgm:cxn modelId="{64C1258D-3A76-4DA9-90E0-C0E2C80900B1}" type="presParOf" srcId="{55F63C7A-90F5-46E4-94E1-BFE1869CB792}" destId="{9299F229-CA5C-4F91-8A36-862506E06EB5}" srcOrd="0" destOrd="0" presId="urn:microsoft.com/office/officeart/2016/7/layout/ChevronBlockProcess"/>
    <dgm:cxn modelId="{D8C73A34-D915-4A57-A405-DEFD004EBFCF}" type="presParOf" srcId="{9299F229-CA5C-4F91-8A36-862506E06EB5}" destId="{3A74370F-E492-4939-AF84-E19C970F962E}" srcOrd="0" destOrd="0" presId="urn:microsoft.com/office/officeart/2016/7/layout/ChevronBlockProcess"/>
    <dgm:cxn modelId="{879D893C-A419-4CFD-BCD7-A49BF56AC941}" type="presParOf" srcId="{9299F229-CA5C-4F91-8A36-862506E06EB5}" destId="{B0BBF7E8-6034-4BD4-9200-114DB9F85C94}" srcOrd="1" destOrd="0" presId="urn:microsoft.com/office/officeart/2016/7/layout/ChevronBlockProcess"/>
    <dgm:cxn modelId="{C05F890B-9C94-43F2-86E2-E0F0C51A9318}" type="presParOf" srcId="{55F63C7A-90F5-46E4-94E1-BFE1869CB792}" destId="{1EF1B817-58F4-4BD5-927B-865A1771B1E5}" srcOrd="1" destOrd="0" presId="urn:microsoft.com/office/officeart/2016/7/layout/ChevronBlockProcess"/>
    <dgm:cxn modelId="{6A55989A-F91E-4CFB-A30A-C54B2F3DE75B}" type="presParOf" srcId="{55F63C7A-90F5-46E4-94E1-BFE1869CB792}" destId="{675419B2-EB24-451A-AC79-DEEA567BF646}" srcOrd="2" destOrd="0" presId="urn:microsoft.com/office/officeart/2016/7/layout/ChevronBlockProcess"/>
    <dgm:cxn modelId="{37667BE3-03A4-4418-AA16-B997974B48E7}" type="presParOf" srcId="{675419B2-EB24-451A-AC79-DEEA567BF646}" destId="{ECDB9143-BA2F-449B-A35D-3652BC9D2E68}" srcOrd="0" destOrd="0" presId="urn:microsoft.com/office/officeart/2016/7/layout/ChevronBlockProcess"/>
    <dgm:cxn modelId="{F783805E-9FA2-4795-A7A1-2A69AF61D27A}" type="presParOf" srcId="{675419B2-EB24-451A-AC79-DEEA567BF646}" destId="{BC1C915D-DFB4-4F8B-AF6D-8296FF193C5D}" srcOrd="1" destOrd="0" presId="urn:microsoft.com/office/officeart/2016/7/layout/ChevronBlockProcess"/>
    <dgm:cxn modelId="{CE13422E-BBD3-40DD-BDDA-C8301E1DF4AC}" type="presParOf" srcId="{55F63C7A-90F5-46E4-94E1-BFE1869CB792}" destId="{9C335429-E0C6-4407-8843-115932B55CC8}" srcOrd="3" destOrd="0" presId="urn:microsoft.com/office/officeart/2016/7/layout/ChevronBlockProcess"/>
    <dgm:cxn modelId="{2BB2A97C-F7B3-465C-90B5-86662F565B87}" type="presParOf" srcId="{55F63C7A-90F5-46E4-94E1-BFE1869CB792}" destId="{849BEBC1-95CA-4DFD-B119-7D07ED0F0CD7}" srcOrd="4" destOrd="0" presId="urn:microsoft.com/office/officeart/2016/7/layout/ChevronBlockProcess"/>
    <dgm:cxn modelId="{07CDD344-2EAF-4016-8EFE-080D1DF79629}" type="presParOf" srcId="{849BEBC1-95CA-4DFD-B119-7D07ED0F0CD7}" destId="{D175727B-2444-425D-85AD-0FC4BF98BB61}" srcOrd="0" destOrd="0" presId="urn:microsoft.com/office/officeart/2016/7/layout/ChevronBlockProcess"/>
    <dgm:cxn modelId="{90A2D199-4336-4A6A-A105-8DAE425FE0D2}" type="presParOf" srcId="{849BEBC1-95CA-4DFD-B119-7D07ED0F0CD7}" destId="{3A6E6FAF-4637-4CE9-9FF2-53D745C7220A}" srcOrd="1" destOrd="0" presId="urn:microsoft.com/office/officeart/2016/7/layout/ChevronBlockProcess"/>
    <dgm:cxn modelId="{E80DDE54-9239-4CF8-A330-C94AFBD42F1A}" type="presParOf" srcId="{55F63C7A-90F5-46E4-94E1-BFE1869CB792}" destId="{65A113A4-3417-472F-BDA1-53E0FB3C8683}" srcOrd="5" destOrd="0" presId="urn:microsoft.com/office/officeart/2016/7/layout/ChevronBlockProcess"/>
    <dgm:cxn modelId="{F19C2630-6246-4AD4-8536-85C2F618CF12}" type="presParOf" srcId="{55F63C7A-90F5-46E4-94E1-BFE1869CB792}" destId="{E34EF09E-B00C-4A27-9C95-F4257A16503C}" srcOrd="6" destOrd="0" presId="urn:microsoft.com/office/officeart/2016/7/layout/ChevronBlockProcess"/>
    <dgm:cxn modelId="{A47A2136-6C41-44CF-A29C-DD6C6ECEF6FE}" type="presParOf" srcId="{E34EF09E-B00C-4A27-9C95-F4257A16503C}" destId="{C8B7D245-C934-403F-A1CC-FF8CD930943B}" srcOrd="0" destOrd="0" presId="urn:microsoft.com/office/officeart/2016/7/layout/ChevronBlockProcess"/>
    <dgm:cxn modelId="{CDD35F6F-200C-4B7A-9853-1224C7078AF6}" type="presParOf" srcId="{E34EF09E-B00C-4A27-9C95-F4257A16503C}" destId="{3C5CC8F8-ED1F-4664-9C69-2EA8ECA48D85}" srcOrd="1" destOrd="0" presId="urn:microsoft.com/office/officeart/2016/7/layout/ChevronBlockProcess"/>
    <dgm:cxn modelId="{45272141-9F21-403A-9E73-0E2F95FC3219}" type="presParOf" srcId="{55F63C7A-90F5-46E4-94E1-BFE1869CB792}" destId="{F283A954-95BA-45CD-A6A8-B1AB59F20950}" srcOrd="7" destOrd="0" presId="urn:microsoft.com/office/officeart/2016/7/layout/ChevronBlockProcess"/>
    <dgm:cxn modelId="{2AF29BA8-4494-46FA-8542-55E755068201}" type="presParOf" srcId="{55F63C7A-90F5-46E4-94E1-BFE1869CB792}" destId="{2D67225D-8B09-4D5F-A587-9E0620F0B0B9}" srcOrd="8" destOrd="0" presId="urn:microsoft.com/office/officeart/2016/7/layout/ChevronBlockProcess"/>
    <dgm:cxn modelId="{BA1D3EAE-4925-4E3E-9E97-4A157919CB7E}" type="presParOf" srcId="{2D67225D-8B09-4D5F-A587-9E0620F0B0B9}" destId="{1BAE974D-74C6-4771-9821-5ADFD5F3D10E}" srcOrd="0" destOrd="0" presId="urn:microsoft.com/office/officeart/2016/7/layout/ChevronBlockProcess"/>
    <dgm:cxn modelId="{F05EFC37-F44B-4A72-8CAA-859228078777}" type="presParOf" srcId="{2D67225D-8B09-4D5F-A587-9E0620F0B0B9}" destId="{4BC499DF-2D5B-4795-9A1F-FE0AC4873631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3ED3F06-41CF-4FAE-9F91-F0F02C37C26E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F3D0964-EB54-4665-88C5-53BD03FEC6F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Focus</a:t>
          </a:r>
        </a:p>
      </dgm:t>
    </dgm:pt>
    <dgm:pt modelId="{FD30DFE9-DD62-4D61-BFD1-7A9BA8240393}" type="parTrans" cxnId="{F24352ED-AFD8-4883-9105-8E9D88EF3B20}">
      <dgm:prSet/>
      <dgm:spPr/>
      <dgm:t>
        <a:bodyPr/>
        <a:lstStyle/>
        <a:p>
          <a:endParaRPr lang="en-US"/>
        </a:p>
      </dgm:t>
    </dgm:pt>
    <dgm:pt modelId="{4E2BA457-3DB3-4F35-AAB1-27D5A6AB934A}" type="sibTrans" cxnId="{F24352ED-AFD8-4883-9105-8E9D88EF3B20}">
      <dgm:prSet/>
      <dgm:spPr/>
      <dgm:t>
        <a:bodyPr/>
        <a:lstStyle/>
        <a:p>
          <a:endParaRPr lang="en-US"/>
        </a:p>
      </dgm:t>
    </dgm:pt>
    <dgm:pt modelId="{6A89D1FD-56ED-446F-9214-5498F5228A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The interface should help user stay focused and give the relevant options and data first</a:t>
          </a:r>
        </a:p>
      </dgm:t>
    </dgm:pt>
    <dgm:pt modelId="{714F7337-A1E1-4948-81C8-3D8AE2937F4D}" type="parTrans" cxnId="{0BF72011-5605-4E74-A71E-01D2184C228D}">
      <dgm:prSet/>
      <dgm:spPr/>
      <dgm:t>
        <a:bodyPr/>
        <a:lstStyle/>
        <a:p>
          <a:endParaRPr lang="en-US"/>
        </a:p>
      </dgm:t>
    </dgm:pt>
    <dgm:pt modelId="{72C6FDC0-ABB4-4AE0-9732-2C8DFC458EB1}" type="sibTrans" cxnId="{0BF72011-5605-4E74-A71E-01D2184C228D}">
      <dgm:prSet/>
      <dgm:spPr/>
      <dgm:t>
        <a:bodyPr/>
        <a:lstStyle/>
        <a:p>
          <a:endParaRPr lang="en-US"/>
        </a:p>
      </dgm:t>
    </dgm:pt>
    <dgm:pt modelId="{9B8FF337-6C8A-4104-89B3-7C34551CEFC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 err="1"/>
            <a:t>Fitt’s</a:t>
          </a:r>
          <a:r>
            <a:rPr lang="en-US" sz="1800" dirty="0"/>
            <a:t> Law</a:t>
          </a:r>
        </a:p>
      </dgm:t>
    </dgm:pt>
    <dgm:pt modelId="{155C1B2B-4380-460E-9007-4321E099543A}" type="parTrans" cxnId="{C503CBC1-AFFF-449D-A8CA-444E5D51457E}">
      <dgm:prSet/>
      <dgm:spPr/>
      <dgm:t>
        <a:bodyPr/>
        <a:lstStyle/>
        <a:p>
          <a:endParaRPr lang="en-US"/>
        </a:p>
      </dgm:t>
    </dgm:pt>
    <dgm:pt modelId="{F9EF051C-9BF7-4BEF-83F4-1E2C7352B80C}" type="sibTrans" cxnId="{C503CBC1-AFFF-449D-A8CA-444E5D51457E}">
      <dgm:prSet/>
      <dgm:spPr/>
      <dgm:t>
        <a:bodyPr/>
        <a:lstStyle/>
        <a:p>
          <a:endParaRPr lang="en-US"/>
        </a:p>
      </dgm:t>
    </dgm:pt>
    <dgm:pt modelId="{26E21E0B-4C1C-4666-8015-B40CC5A3B8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Law—“</a:t>
          </a:r>
          <a:r>
            <a:rPr lang="en-US" sz="1400" b="1" dirty="0"/>
            <a:t>The time to acquire a target is a function of the distance to the target and the size of the target</a:t>
          </a:r>
          <a:r>
            <a:rPr lang="en-US" sz="1400" dirty="0"/>
            <a:t>.”</a:t>
          </a:r>
          <a:endParaRPr lang="en-US" sz="1400" b="1" dirty="0"/>
        </a:p>
      </dgm:t>
    </dgm:pt>
    <dgm:pt modelId="{B050D64A-66A4-475C-B763-B95FEA373E14}" type="parTrans" cxnId="{76F2217B-4597-4F59-BA23-FDF0957E9DD7}">
      <dgm:prSet/>
      <dgm:spPr/>
      <dgm:t>
        <a:bodyPr/>
        <a:lstStyle/>
        <a:p>
          <a:endParaRPr lang="en-US"/>
        </a:p>
      </dgm:t>
    </dgm:pt>
    <dgm:pt modelId="{0300C818-A0D2-4F9B-A9E7-B6789DA89D18}" type="sibTrans" cxnId="{76F2217B-4597-4F59-BA23-FDF0957E9DD7}">
      <dgm:prSet/>
      <dgm:spPr/>
      <dgm:t>
        <a:bodyPr/>
        <a:lstStyle/>
        <a:p>
          <a:endParaRPr lang="en-US"/>
        </a:p>
      </dgm:t>
    </dgm:pt>
    <dgm:pt modelId="{01D45C5A-4CDD-40B5-BE03-6616643C4C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Latency Reduction</a:t>
          </a:r>
        </a:p>
      </dgm:t>
    </dgm:pt>
    <dgm:pt modelId="{747EDD06-2DDC-48CA-9890-E12A4CD84747}" type="parTrans" cxnId="{6D0F6DDA-3617-49BD-BD11-B99ABADA6BE3}">
      <dgm:prSet/>
      <dgm:spPr/>
      <dgm:t>
        <a:bodyPr/>
        <a:lstStyle/>
        <a:p>
          <a:endParaRPr lang="en-US"/>
        </a:p>
      </dgm:t>
    </dgm:pt>
    <dgm:pt modelId="{28345E3D-A2F2-4F2B-942B-7DF736710BAF}" type="sibTrans" cxnId="{6D0F6DDA-3617-49BD-BD11-B99ABADA6BE3}">
      <dgm:prSet/>
      <dgm:spPr/>
      <dgm:t>
        <a:bodyPr/>
        <a:lstStyle/>
        <a:p>
          <a:endParaRPr lang="en-US"/>
        </a:p>
      </dgm:t>
    </dgm:pt>
    <dgm:pt modelId="{C48715F0-87D7-46F4-B427-8A98177B33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Interface must do  multitasking rather than kept user waiting for an operation to complete</a:t>
          </a:r>
        </a:p>
      </dgm:t>
    </dgm:pt>
    <dgm:pt modelId="{7D365FF8-562C-4D2B-B5BD-4EA9C96EF7AE}" type="parTrans" cxnId="{0533BAF5-352E-404C-A69F-34A36A5CE0C5}">
      <dgm:prSet/>
      <dgm:spPr/>
      <dgm:t>
        <a:bodyPr/>
        <a:lstStyle/>
        <a:p>
          <a:endParaRPr lang="en-US"/>
        </a:p>
      </dgm:t>
    </dgm:pt>
    <dgm:pt modelId="{E119851D-F91B-4596-9929-6DB004734955}" type="sibTrans" cxnId="{0533BAF5-352E-404C-A69F-34A36A5CE0C5}">
      <dgm:prSet/>
      <dgm:spPr/>
      <dgm:t>
        <a:bodyPr/>
        <a:lstStyle/>
        <a:p>
          <a:endParaRPr lang="en-US"/>
        </a:p>
      </dgm:t>
    </dgm:pt>
    <dgm:pt modelId="{E5874167-23FC-413B-8486-D112D0EBEE96}">
      <dgm:prSet custT="1"/>
      <dgm:spPr/>
      <dgm:t>
        <a:bodyPr/>
        <a:lstStyle/>
        <a:p>
          <a:r>
            <a:rPr lang="en-US" sz="1400" dirty="0"/>
            <a:t>e.g., </a:t>
          </a:r>
          <a:r>
            <a:rPr lang="en-US" sz="1400" b="1" dirty="0"/>
            <a:t>display a progress bar to show the progress of the task like downloading or </a:t>
          </a:r>
          <a:r>
            <a:rPr lang="en-US" sz="1400" dirty="0"/>
            <a:t>Show and animated visuals to keep user focused.</a:t>
          </a:r>
          <a:endParaRPr lang="en-US" sz="1400" b="1" dirty="0"/>
        </a:p>
      </dgm:t>
    </dgm:pt>
    <dgm:pt modelId="{95A092C5-5C80-4F35-8542-3B486D95AC2F}" type="parTrans" cxnId="{363BD337-16E9-4D76-964B-F603762F549E}">
      <dgm:prSet/>
      <dgm:spPr/>
      <dgm:t>
        <a:bodyPr/>
        <a:lstStyle/>
        <a:p>
          <a:endParaRPr lang="en-US"/>
        </a:p>
      </dgm:t>
    </dgm:pt>
    <dgm:pt modelId="{1332D7EF-47FA-45A8-9B1B-41395C148700}" type="sibTrans" cxnId="{363BD337-16E9-4D76-964B-F603762F549E}">
      <dgm:prSet/>
      <dgm:spPr/>
      <dgm:t>
        <a:bodyPr/>
        <a:lstStyle/>
        <a:p>
          <a:endParaRPr lang="en-US"/>
        </a:p>
      </dgm:t>
    </dgm:pt>
    <dgm:pt modelId="{55F63C7A-90F5-46E4-94E1-BFE1869CB792}" type="pres">
      <dgm:prSet presAssocID="{D3ED3F06-41CF-4FAE-9F91-F0F02C37C26E}" presName="Name0" presStyleCnt="0">
        <dgm:presLayoutVars>
          <dgm:dir/>
          <dgm:animLvl val="lvl"/>
          <dgm:resizeHandles val="exact"/>
        </dgm:presLayoutVars>
      </dgm:prSet>
      <dgm:spPr/>
    </dgm:pt>
    <dgm:pt modelId="{9299F229-CA5C-4F91-8A36-862506E06EB5}" type="pres">
      <dgm:prSet presAssocID="{EF3D0964-EB54-4665-88C5-53BD03FEC6F9}" presName="composite" presStyleCnt="0"/>
      <dgm:spPr/>
    </dgm:pt>
    <dgm:pt modelId="{3A74370F-E492-4939-AF84-E19C970F962E}" type="pres">
      <dgm:prSet presAssocID="{EF3D0964-EB54-4665-88C5-53BD03FEC6F9}" presName="parTx" presStyleLbl="alignNode1" presStyleIdx="0" presStyleCnt="3" custLinFactNeighborX="-175">
        <dgm:presLayoutVars>
          <dgm:chMax val="0"/>
          <dgm:chPref val="0"/>
        </dgm:presLayoutVars>
      </dgm:prSet>
      <dgm:spPr/>
    </dgm:pt>
    <dgm:pt modelId="{B0BBF7E8-6034-4BD4-9200-114DB9F85C94}" type="pres">
      <dgm:prSet presAssocID="{EF3D0964-EB54-4665-88C5-53BD03FEC6F9}" presName="desTx" presStyleLbl="alignAccFollowNode1" presStyleIdx="0" presStyleCnt="3">
        <dgm:presLayoutVars/>
      </dgm:prSet>
      <dgm:spPr/>
    </dgm:pt>
    <dgm:pt modelId="{1EF1B817-58F4-4BD5-927B-865A1771B1E5}" type="pres">
      <dgm:prSet presAssocID="{4E2BA457-3DB3-4F35-AAB1-27D5A6AB934A}" presName="space" presStyleCnt="0"/>
      <dgm:spPr/>
    </dgm:pt>
    <dgm:pt modelId="{675419B2-EB24-451A-AC79-DEEA567BF646}" type="pres">
      <dgm:prSet presAssocID="{9B8FF337-6C8A-4104-89B3-7C34551CEFCD}" presName="composite" presStyleCnt="0"/>
      <dgm:spPr/>
    </dgm:pt>
    <dgm:pt modelId="{ECDB9143-BA2F-449B-A35D-3652BC9D2E68}" type="pres">
      <dgm:prSet presAssocID="{9B8FF337-6C8A-4104-89B3-7C34551CEFCD}" presName="parTx" presStyleLbl="alignNode1" presStyleIdx="1" presStyleCnt="3">
        <dgm:presLayoutVars>
          <dgm:chMax val="0"/>
          <dgm:chPref val="0"/>
        </dgm:presLayoutVars>
      </dgm:prSet>
      <dgm:spPr/>
    </dgm:pt>
    <dgm:pt modelId="{BC1C915D-DFB4-4F8B-AF6D-8296FF193C5D}" type="pres">
      <dgm:prSet presAssocID="{9B8FF337-6C8A-4104-89B3-7C34551CEFCD}" presName="desTx" presStyleLbl="alignAccFollowNode1" presStyleIdx="1" presStyleCnt="3">
        <dgm:presLayoutVars/>
      </dgm:prSet>
      <dgm:spPr/>
    </dgm:pt>
    <dgm:pt modelId="{9C335429-E0C6-4407-8843-115932B55CC8}" type="pres">
      <dgm:prSet presAssocID="{F9EF051C-9BF7-4BEF-83F4-1E2C7352B80C}" presName="space" presStyleCnt="0"/>
      <dgm:spPr/>
    </dgm:pt>
    <dgm:pt modelId="{849BEBC1-95CA-4DFD-B119-7D07ED0F0CD7}" type="pres">
      <dgm:prSet presAssocID="{01D45C5A-4CDD-40B5-BE03-6616643C4C96}" presName="composite" presStyleCnt="0"/>
      <dgm:spPr/>
    </dgm:pt>
    <dgm:pt modelId="{D175727B-2444-425D-85AD-0FC4BF98BB61}" type="pres">
      <dgm:prSet presAssocID="{01D45C5A-4CDD-40B5-BE03-6616643C4C96}" presName="parTx" presStyleLbl="alignNode1" presStyleIdx="2" presStyleCnt="3">
        <dgm:presLayoutVars>
          <dgm:chMax val="0"/>
          <dgm:chPref val="0"/>
        </dgm:presLayoutVars>
      </dgm:prSet>
      <dgm:spPr/>
    </dgm:pt>
    <dgm:pt modelId="{3A6E6FAF-4637-4CE9-9FF2-53D745C7220A}" type="pres">
      <dgm:prSet presAssocID="{01D45C5A-4CDD-40B5-BE03-6616643C4C96}" presName="desTx" presStyleLbl="alignAccFollowNode1" presStyleIdx="2" presStyleCnt="3">
        <dgm:presLayoutVars/>
      </dgm:prSet>
      <dgm:spPr/>
    </dgm:pt>
  </dgm:ptLst>
  <dgm:cxnLst>
    <dgm:cxn modelId="{0BF72011-5605-4E74-A71E-01D2184C228D}" srcId="{EF3D0964-EB54-4665-88C5-53BD03FEC6F9}" destId="{6A89D1FD-56ED-446F-9214-5498F5228A41}" srcOrd="0" destOrd="0" parTransId="{714F7337-A1E1-4948-81C8-3D8AE2937F4D}" sibTransId="{72C6FDC0-ABB4-4AE0-9732-2C8DFC458EB1}"/>
    <dgm:cxn modelId="{15FB411C-D95F-49D1-8643-16A4C64A528D}" type="presOf" srcId="{01D45C5A-4CDD-40B5-BE03-6616643C4C96}" destId="{D175727B-2444-425D-85AD-0FC4BF98BB61}" srcOrd="0" destOrd="0" presId="urn:microsoft.com/office/officeart/2016/7/layout/ChevronBlockProcess"/>
    <dgm:cxn modelId="{363BD337-16E9-4D76-964B-F603762F549E}" srcId="{01D45C5A-4CDD-40B5-BE03-6616643C4C96}" destId="{E5874167-23FC-413B-8486-D112D0EBEE96}" srcOrd="1" destOrd="0" parTransId="{95A092C5-5C80-4F35-8542-3B486D95AC2F}" sibTransId="{1332D7EF-47FA-45A8-9B1B-41395C148700}"/>
    <dgm:cxn modelId="{E146284E-BF90-4600-BC95-5E6F3452971F}" type="presOf" srcId="{26E21E0B-4C1C-4666-8015-B40CC5A3B8E5}" destId="{BC1C915D-DFB4-4F8B-AF6D-8296FF193C5D}" srcOrd="0" destOrd="0" presId="urn:microsoft.com/office/officeart/2016/7/layout/ChevronBlockProcess"/>
    <dgm:cxn modelId="{76F2217B-4597-4F59-BA23-FDF0957E9DD7}" srcId="{9B8FF337-6C8A-4104-89B3-7C34551CEFCD}" destId="{26E21E0B-4C1C-4666-8015-B40CC5A3B8E5}" srcOrd="0" destOrd="0" parTransId="{B050D64A-66A4-475C-B763-B95FEA373E14}" sibTransId="{0300C818-A0D2-4F9B-A9E7-B6789DA89D18}"/>
    <dgm:cxn modelId="{A37B19A2-7FFE-427F-B856-A2359F36A5AB}" type="presOf" srcId="{9B8FF337-6C8A-4104-89B3-7C34551CEFCD}" destId="{ECDB9143-BA2F-449B-A35D-3652BC9D2E68}" srcOrd="0" destOrd="0" presId="urn:microsoft.com/office/officeart/2016/7/layout/ChevronBlockProcess"/>
    <dgm:cxn modelId="{8DB55DA9-87AA-498C-9692-0518D34265FB}" type="presOf" srcId="{EF3D0964-EB54-4665-88C5-53BD03FEC6F9}" destId="{3A74370F-E492-4939-AF84-E19C970F962E}" srcOrd="0" destOrd="0" presId="urn:microsoft.com/office/officeart/2016/7/layout/ChevronBlockProcess"/>
    <dgm:cxn modelId="{7B8E79AD-57D9-4DB4-AAC1-666B66E57AC7}" type="presOf" srcId="{6A89D1FD-56ED-446F-9214-5498F5228A41}" destId="{B0BBF7E8-6034-4BD4-9200-114DB9F85C94}" srcOrd="0" destOrd="0" presId="urn:microsoft.com/office/officeart/2016/7/layout/ChevronBlockProcess"/>
    <dgm:cxn modelId="{017F4DBC-A8FD-46E5-AF16-27CDB128538C}" type="presOf" srcId="{E5874167-23FC-413B-8486-D112D0EBEE96}" destId="{3A6E6FAF-4637-4CE9-9FF2-53D745C7220A}" srcOrd="0" destOrd="1" presId="urn:microsoft.com/office/officeart/2016/7/layout/ChevronBlockProcess"/>
    <dgm:cxn modelId="{C503CBC1-AFFF-449D-A8CA-444E5D51457E}" srcId="{D3ED3F06-41CF-4FAE-9F91-F0F02C37C26E}" destId="{9B8FF337-6C8A-4104-89B3-7C34551CEFCD}" srcOrd="1" destOrd="0" parTransId="{155C1B2B-4380-460E-9007-4321E099543A}" sibTransId="{F9EF051C-9BF7-4BEF-83F4-1E2C7352B80C}"/>
    <dgm:cxn modelId="{6941EFC1-F6A3-4DD5-B958-879EA4FA0089}" type="presOf" srcId="{D3ED3F06-41CF-4FAE-9F91-F0F02C37C26E}" destId="{55F63C7A-90F5-46E4-94E1-BFE1869CB792}" srcOrd="0" destOrd="0" presId="urn:microsoft.com/office/officeart/2016/7/layout/ChevronBlockProcess"/>
    <dgm:cxn modelId="{6D0F6DDA-3617-49BD-BD11-B99ABADA6BE3}" srcId="{D3ED3F06-41CF-4FAE-9F91-F0F02C37C26E}" destId="{01D45C5A-4CDD-40B5-BE03-6616643C4C96}" srcOrd="2" destOrd="0" parTransId="{747EDD06-2DDC-48CA-9890-E12A4CD84747}" sibTransId="{28345E3D-A2F2-4F2B-942B-7DF736710BAF}"/>
    <dgm:cxn modelId="{3A54E9DD-716A-4104-AB2F-67BB4B83C2D7}" type="presOf" srcId="{C48715F0-87D7-46F4-B427-8A98177B33D6}" destId="{3A6E6FAF-4637-4CE9-9FF2-53D745C7220A}" srcOrd="0" destOrd="0" presId="urn:microsoft.com/office/officeart/2016/7/layout/ChevronBlockProcess"/>
    <dgm:cxn modelId="{F24352ED-AFD8-4883-9105-8E9D88EF3B20}" srcId="{D3ED3F06-41CF-4FAE-9F91-F0F02C37C26E}" destId="{EF3D0964-EB54-4665-88C5-53BD03FEC6F9}" srcOrd="0" destOrd="0" parTransId="{FD30DFE9-DD62-4D61-BFD1-7A9BA8240393}" sibTransId="{4E2BA457-3DB3-4F35-AAB1-27D5A6AB934A}"/>
    <dgm:cxn modelId="{0533BAF5-352E-404C-A69F-34A36A5CE0C5}" srcId="{01D45C5A-4CDD-40B5-BE03-6616643C4C96}" destId="{C48715F0-87D7-46F4-B427-8A98177B33D6}" srcOrd="0" destOrd="0" parTransId="{7D365FF8-562C-4D2B-B5BD-4EA9C96EF7AE}" sibTransId="{E119851D-F91B-4596-9929-6DB004734955}"/>
    <dgm:cxn modelId="{64C1258D-3A76-4DA9-90E0-C0E2C80900B1}" type="presParOf" srcId="{55F63C7A-90F5-46E4-94E1-BFE1869CB792}" destId="{9299F229-CA5C-4F91-8A36-862506E06EB5}" srcOrd="0" destOrd="0" presId="urn:microsoft.com/office/officeart/2016/7/layout/ChevronBlockProcess"/>
    <dgm:cxn modelId="{D8C73A34-D915-4A57-A405-DEFD004EBFCF}" type="presParOf" srcId="{9299F229-CA5C-4F91-8A36-862506E06EB5}" destId="{3A74370F-E492-4939-AF84-E19C970F962E}" srcOrd="0" destOrd="0" presId="urn:microsoft.com/office/officeart/2016/7/layout/ChevronBlockProcess"/>
    <dgm:cxn modelId="{879D893C-A419-4CFD-BCD7-A49BF56AC941}" type="presParOf" srcId="{9299F229-CA5C-4F91-8A36-862506E06EB5}" destId="{B0BBF7E8-6034-4BD4-9200-114DB9F85C94}" srcOrd="1" destOrd="0" presId="urn:microsoft.com/office/officeart/2016/7/layout/ChevronBlockProcess"/>
    <dgm:cxn modelId="{C05F890B-9C94-43F2-86E2-E0F0C51A9318}" type="presParOf" srcId="{55F63C7A-90F5-46E4-94E1-BFE1869CB792}" destId="{1EF1B817-58F4-4BD5-927B-865A1771B1E5}" srcOrd="1" destOrd="0" presId="urn:microsoft.com/office/officeart/2016/7/layout/ChevronBlockProcess"/>
    <dgm:cxn modelId="{6A55989A-F91E-4CFB-A30A-C54B2F3DE75B}" type="presParOf" srcId="{55F63C7A-90F5-46E4-94E1-BFE1869CB792}" destId="{675419B2-EB24-451A-AC79-DEEA567BF646}" srcOrd="2" destOrd="0" presId="urn:microsoft.com/office/officeart/2016/7/layout/ChevronBlockProcess"/>
    <dgm:cxn modelId="{37667BE3-03A4-4418-AA16-B997974B48E7}" type="presParOf" srcId="{675419B2-EB24-451A-AC79-DEEA567BF646}" destId="{ECDB9143-BA2F-449B-A35D-3652BC9D2E68}" srcOrd="0" destOrd="0" presId="urn:microsoft.com/office/officeart/2016/7/layout/ChevronBlockProcess"/>
    <dgm:cxn modelId="{F783805E-9FA2-4795-A7A1-2A69AF61D27A}" type="presParOf" srcId="{675419B2-EB24-451A-AC79-DEEA567BF646}" destId="{BC1C915D-DFB4-4F8B-AF6D-8296FF193C5D}" srcOrd="1" destOrd="0" presId="urn:microsoft.com/office/officeart/2016/7/layout/ChevronBlockProcess"/>
    <dgm:cxn modelId="{CE13422E-BBD3-40DD-BDDA-C8301E1DF4AC}" type="presParOf" srcId="{55F63C7A-90F5-46E4-94E1-BFE1869CB792}" destId="{9C335429-E0C6-4407-8843-115932B55CC8}" srcOrd="3" destOrd="0" presId="urn:microsoft.com/office/officeart/2016/7/layout/ChevronBlockProcess"/>
    <dgm:cxn modelId="{2BB2A97C-F7B3-465C-90B5-86662F565B87}" type="presParOf" srcId="{55F63C7A-90F5-46E4-94E1-BFE1869CB792}" destId="{849BEBC1-95CA-4DFD-B119-7D07ED0F0CD7}" srcOrd="4" destOrd="0" presId="urn:microsoft.com/office/officeart/2016/7/layout/ChevronBlockProcess"/>
    <dgm:cxn modelId="{07CDD344-2EAF-4016-8EFE-080D1DF79629}" type="presParOf" srcId="{849BEBC1-95CA-4DFD-B119-7D07ED0F0CD7}" destId="{D175727B-2444-425D-85AD-0FC4BF98BB61}" srcOrd="0" destOrd="0" presId="urn:microsoft.com/office/officeart/2016/7/layout/ChevronBlockProcess"/>
    <dgm:cxn modelId="{90A2D199-4336-4A6A-A105-8DAE425FE0D2}" type="presParOf" srcId="{849BEBC1-95CA-4DFD-B119-7D07ED0F0CD7}" destId="{3A6E6FAF-4637-4CE9-9FF2-53D745C7220A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73DB9C-A9C8-4DA2-BE5A-DCFEDF0035C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687276C-3113-4985-88F4-CB6688CA94CD}">
      <dgm:prSet/>
      <dgm:spPr/>
      <dgm:t>
        <a:bodyPr/>
        <a:lstStyle/>
        <a:p>
          <a:r>
            <a:rPr lang="en-US"/>
            <a:t>Learnability</a:t>
          </a:r>
        </a:p>
      </dgm:t>
    </dgm:pt>
    <dgm:pt modelId="{9ADC8551-71AF-4603-8176-CA4C6C406DDB}" type="parTrans" cxnId="{1C2B75C7-819D-45D3-8643-8D23F6E8CB61}">
      <dgm:prSet/>
      <dgm:spPr/>
      <dgm:t>
        <a:bodyPr/>
        <a:lstStyle/>
        <a:p>
          <a:endParaRPr lang="en-US"/>
        </a:p>
      </dgm:t>
    </dgm:pt>
    <dgm:pt modelId="{C3680D06-3B52-4C96-BFBD-5B6CB7D95651}" type="sibTrans" cxnId="{1C2B75C7-819D-45D3-8643-8D23F6E8CB61}">
      <dgm:prSet/>
      <dgm:spPr/>
      <dgm:t>
        <a:bodyPr/>
        <a:lstStyle/>
        <a:p>
          <a:endParaRPr lang="en-US"/>
        </a:p>
      </dgm:t>
    </dgm:pt>
    <dgm:pt modelId="{3DB1440E-8D39-4EB9-A261-EA4F3F395734}">
      <dgm:prSet/>
      <dgm:spPr/>
      <dgm:t>
        <a:bodyPr/>
        <a:lstStyle/>
        <a:p>
          <a:r>
            <a:rPr lang="en-US" b="1" dirty="0"/>
            <a:t>Minimize learning time by creating simple &amp; intuitive designs</a:t>
          </a:r>
        </a:p>
      </dgm:t>
    </dgm:pt>
    <dgm:pt modelId="{CEB27A16-DD36-4EE6-BB6F-1470320E770D}" type="parTrans" cxnId="{CE681B00-1542-45FC-B47A-198464C281CA}">
      <dgm:prSet/>
      <dgm:spPr/>
      <dgm:t>
        <a:bodyPr/>
        <a:lstStyle/>
        <a:p>
          <a:endParaRPr lang="en-US"/>
        </a:p>
      </dgm:t>
    </dgm:pt>
    <dgm:pt modelId="{1BD15534-0C91-4CD5-8EE1-554FD29B8F38}" type="sibTrans" cxnId="{CE681B00-1542-45FC-B47A-198464C281CA}">
      <dgm:prSet/>
      <dgm:spPr/>
      <dgm:t>
        <a:bodyPr/>
        <a:lstStyle/>
        <a:p>
          <a:endParaRPr lang="en-US"/>
        </a:p>
      </dgm:t>
    </dgm:pt>
    <dgm:pt modelId="{180D70F9-BB67-49A9-85C1-57A04AF36947}">
      <dgm:prSet/>
      <dgm:spPr/>
      <dgm:t>
        <a:bodyPr/>
        <a:lstStyle/>
        <a:p>
          <a:r>
            <a:rPr lang="en-US"/>
            <a:t>Maintain work product integrity</a:t>
          </a:r>
        </a:p>
      </dgm:t>
    </dgm:pt>
    <dgm:pt modelId="{89DCB296-BA5E-4AE7-8B7C-2EB067002734}" type="parTrans" cxnId="{75EA2437-2713-4203-98B4-C01AFC266CE1}">
      <dgm:prSet/>
      <dgm:spPr/>
      <dgm:t>
        <a:bodyPr/>
        <a:lstStyle/>
        <a:p>
          <a:endParaRPr lang="en-US"/>
        </a:p>
      </dgm:t>
    </dgm:pt>
    <dgm:pt modelId="{13491578-03DF-4F82-9822-1A742DE0B880}" type="sibTrans" cxnId="{75EA2437-2713-4203-98B4-C01AFC266CE1}">
      <dgm:prSet/>
      <dgm:spPr/>
      <dgm:t>
        <a:bodyPr/>
        <a:lstStyle/>
        <a:p>
          <a:endParaRPr lang="en-US"/>
        </a:p>
      </dgm:t>
    </dgm:pt>
    <dgm:pt modelId="{F3A04F1A-24B8-4F4B-8C2A-3EE894EE0372}">
      <dgm:prSet/>
      <dgm:spPr/>
      <dgm:t>
        <a:bodyPr/>
        <a:lstStyle/>
        <a:p>
          <a:r>
            <a:rPr lang="en-US" b="1" dirty="0"/>
            <a:t>An interface should autosaved the user data </a:t>
          </a:r>
        </a:p>
      </dgm:t>
    </dgm:pt>
    <dgm:pt modelId="{D9D0AD0B-6640-4043-955F-20657415BED9}" type="parTrans" cxnId="{281ADC82-1909-48A9-A350-A6C99ABB9410}">
      <dgm:prSet/>
      <dgm:spPr/>
      <dgm:t>
        <a:bodyPr/>
        <a:lstStyle/>
        <a:p>
          <a:endParaRPr lang="en-US"/>
        </a:p>
      </dgm:t>
    </dgm:pt>
    <dgm:pt modelId="{A6673A41-FC90-4AB9-B7B0-E04A0F80D696}" type="sibTrans" cxnId="{281ADC82-1909-48A9-A350-A6C99ABB9410}">
      <dgm:prSet/>
      <dgm:spPr/>
      <dgm:t>
        <a:bodyPr/>
        <a:lstStyle/>
        <a:p>
          <a:endParaRPr lang="en-US"/>
        </a:p>
      </dgm:t>
    </dgm:pt>
    <dgm:pt modelId="{F54D0AC4-B9D0-4C53-B1BD-ED76925101B7}">
      <dgm:prSet/>
      <dgm:spPr/>
      <dgm:t>
        <a:bodyPr/>
        <a:lstStyle/>
        <a:p>
          <a:r>
            <a:rPr lang="en-US" dirty="0"/>
            <a:t>e.g., </a:t>
          </a:r>
          <a:r>
            <a:rPr lang="en-US" b="1" dirty="0"/>
            <a:t>filling out long forms and loosing data in case of an error in an input field.</a:t>
          </a:r>
          <a:r>
            <a:rPr lang="en-US" dirty="0"/>
            <a:t> This leads to frustration. So, the data should be saved for all the correct fields. </a:t>
          </a:r>
        </a:p>
      </dgm:t>
    </dgm:pt>
    <dgm:pt modelId="{45305835-2C56-4943-8B57-7A71BB39F765}" type="parTrans" cxnId="{362D80BD-4034-4989-8B61-C9449071BEC7}">
      <dgm:prSet/>
      <dgm:spPr/>
      <dgm:t>
        <a:bodyPr/>
        <a:lstStyle/>
        <a:p>
          <a:endParaRPr lang="en-US"/>
        </a:p>
      </dgm:t>
    </dgm:pt>
    <dgm:pt modelId="{E0F40D61-752D-48F6-A760-D3F59422DC8D}" type="sibTrans" cxnId="{362D80BD-4034-4989-8B61-C9449071BEC7}">
      <dgm:prSet/>
      <dgm:spPr/>
      <dgm:t>
        <a:bodyPr/>
        <a:lstStyle/>
        <a:p>
          <a:endParaRPr lang="en-US"/>
        </a:p>
      </dgm:t>
    </dgm:pt>
    <dgm:pt modelId="{83886E71-AF16-49FC-9213-6A709DFA7940}">
      <dgm:prSet/>
      <dgm:spPr/>
      <dgm:t>
        <a:bodyPr/>
        <a:lstStyle/>
        <a:p>
          <a:r>
            <a:rPr lang="en-US"/>
            <a:t>Readability</a:t>
          </a:r>
        </a:p>
      </dgm:t>
    </dgm:pt>
    <dgm:pt modelId="{E80B3577-1FFF-4B1F-B35A-CF8C2FC09FD6}" type="parTrans" cxnId="{B38ABFC8-D163-4091-8E36-79D955D38A3B}">
      <dgm:prSet/>
      <dgm:spPr/>
      <dgm:t>
        <a:bodyPr/>
        <a:lstStyle/>
        <a:p>
          <a:endParaRPr lang="en-US"/>
        </a:p>
      </dgm:t>
    </dgm:pt>
    <dgm:pt modelId="{D0B19172-2F65-463A-AB21-E652EED025D9}" type="sibTrans" cxnId="{B38ABFC8-D163-4091-8E36-79D955D38A3B}">
      <dgm:prSet/>
      <dgm:spPr/>
      <dgm:t>
        <a:bodyPr/>
        <a:lstStyle/>
        <a:p>
          <a:endParaRPr lang="en-US"/>
        </a:p>
      </dgm:t>
    </dgm:pt>
    <dgm:pt modelId="{B119237C-8500-49ED-96EF-1CF7B0308F89}">
      <dgm:prSet/>
      <dgm:spPr/>
      <dgm:t>
        <a:bodyPr/>
        <a:lstStyle/>
        <a:p>
          <a:r>
            <a:rPr lang="en-US" b="1" dirty="0"/>
            <a:t>All information presented </a:t>
          </a:r>
          <a:r>
            <a:rPr lang="en-US" b="0" dirty="0"/>
            <a:t>should be </a:t>
          </a:r>
          <a:r>
            <a:rPr lang="en-US" b="1" dirty="0"/>
            <a:t>readable by all age group users</a:t>
          </a:r>
        </a:p>
      </dgm:t>
    </dgm:pt>
    <dgm:pt modelId="{92F287DE-F4B4-4724-A9C5-604E7F9211B0}" type="parTrans" cxnId="{C69774E4-4275-4C82-8660-C7D63A0F6F34}">
      <dgm:prSet/>
      <dgm:spPr/>
      <dgm:t>
        <a:bodyPr/>
        <a:lstStyle/>
        <a:p>
          <a:endParaRPr lang="en-US"/>
        </a:p>
      </dgm:t>
    </dgm:pt>
    <dgm:pt modelId="{7CEA4DB3-0B66-4F11-BBE0-EAD4446ECA87}" type="sibTrans" cxnId="{C69774E4-4275-4C82-8660-C7D63A0F6F34}">
      <dgm:prSet/>
      <dgm:spPr/>
      <dgm:t>
        <a:bodyPr/>
        <a:lstStyle/>
        <a:p>
          <a:endParaRPr lang="en-US"/>
        </a:p>
      </dgm:t>
    </dgm:pt>
    <dgm:pt modelId="{4DCB61E8-D790-4471-B887-4EFA7263B09B}">
      <dgm:prSet/>
      <dgm:spPr/>
      <dgm:t>
        <a:bodyPr/>
        <a:lstStyle/>
        <a:p>
          <a:r>
            <a:rPr lang="en-US"/>
            <a:t>Track state</a:t>
          </a:r>
        </a:p>
      </dgm:t>
    </dgm:pt>
    <dgm:pt modelId="{5F2A7DF6-FC70-4E0E-8FA0-DE5F0DB5434F}" type="parTrans" cxnId="{1CF83B39-EF48-45B6-93DA-772BDBF981ED}">
      <dgm:prSet/>
      <dgm:spPr/>
      <dgm:t>
        <a:bodyPr/>
        <a:lstStyle/>
        <a:p>
          <a:endParaRPr lang="en-US"/>
        </a:p>
      </dgm:t>
    </dgm:pt>
    <dgm:pt modelId="{780028E4-2A3C-4B7A-8824-CB1D7FA139BE}" type="sibTrans" cxnId="{1CF83B39-EF48-45B6-93DA-772BDBF981ED}">
      <dgm:prSet/>
      <dgm:spPr/>
      <dgm:t>
        <a:bodyPr/>
        <a:lstStyle/>
        <a:p>
          <a:endParaRPr lang="en-US"/>
        </a:p>
      </dgm:t>
    </dgm:pt>
    <dgm:pt modelId="{9F804D83-3AA1-4DDF-82D2-AB347CFEFBE3}">
      <dgm:prSet/>
      <dgm:spPr/>
      <dgm:t>
        <a:bodyPr/>
        <a:lstStyle/>
        <a:p>
          <a:r>
            <a:rPr lang="en-US" dirty="0"/>
            <a:t>Cookies can be used to </a:t>
          </a:r>
          <a:r>
            <a:rPr lang="en-US" b="1" dirty="0"/>
            <a:t>track user activities </a:t>
          </a:r>
          <a:r>
            <a:rPr lang="en-US" dirty="0"/>
            <a:t>so user </a:t>
          </a:r>
          <a:r>
            <a:rPr lang="en-US" b="1" dirty="0"/>
            <a:t>may logout </a:t>
          </a:r>
          <a:r>
            <a:rPr lang="en-US" dirty="0"/>
            <a:t>any time &amp; can </a:t>
          </a:r>
          <a:r>
            <a:rPr lang="en-US" b="1" dirty="0"/>
            <a:t>continue from the same state after logging in again</a:t>
          </a:r>
        </a:p>
      </dgm:t>
    </dgm:pt>
    <dgm:pt modelId="{1A0EF50C-B5CC-4249-9D12-FCA97A2E8254}" type="parTrans" cxnId="{8D5DF987-ACAD-43AF-A4AA-4F30C8E81F66}">
      <dgm:prSet/>
      <dgm:spPr/>
      <dgm:t>
        <a:bodyPr/>
        <a:lstStyle/>
        <a:p>
          <a:endParaRPr lang="en-US"/>
        </a:p>
      </dgm:t>
    </dgm:pt>
    <dgm:pt modelId="{9B76FB81-9BF4-4969-9B28-743FB1D1FDD3}" type="sibTrans" cxnId="{8D5DF987-ACAD-43AF-A4AA-4F30C8E81F66}">
      <dgm:prSet/>
      <dgm:spPr/>
      <dgm:t>
        <a:bodyPr/>
        <a:lstStyle/>
        <a:p>
          <a:endParaRPr lang="en-US"/>
        </a:p>
      </dgm:t>
    </dgm:pt>
    <dgm:pt modelId="{9055CF3C-75C3-4010-A4B4-C7AB836F77F5}">
      <dgm:prSet/>
      <dgm:spPr/>
      <dgm:t>
        <a:bodyPr/>
        <a:lstStyle/>
        <a:p>
          <a:r>
            <a:rPr lang="en-US"/>
            <a:t>Visible navigation</a:t>
          </a:r>
        </a:p>
      </dgm:t>
    </dgm:pt>
    <dgm:pt modelId="{7674419D-22FC-4771-B1DC-432C917D92CE}" type="parTrans" cxnId="{3E175110-6355-4749-AE35-1E4475419E39}">
      <dgm:prSet/>
      <dgm:spPr/>
      <dgm:t>
        <a:bodyPr/>
        <a:lstStyle/>
        <a:p>
          <a:endParaRPr lang="en-US"/>
        </a:p>
      </dgm:t>
    </dgm:pt>
    <dgm:pt modelId="{FDB401A1-A83C-4082-8173-50984F9ABE1F}" type="sibTrans" cxnId="{3E175110-6355-4749-AE35-1E4475419E39}">
      <dgm:prSet/>
      <dgm:spPr/>
      <dgm:t>
        <a:bodyPr/>
        <a:lstStyle/>
        <a:p>
          <a:endParaRPr lang="en-US"/>
        </a:p>
      </dgm:t>
    </dgm:pt>
    <dgm:pt modelId="{73796EF2-6AE4-4ED5-BCCE-75611B3381C4}">
      <dgm:prSet/>
      <dgm:spPr/>
      <dgm:t>
        <a:bodyPr/>
        <a:lstStyle/>
        <a:p>
          <a:r>
            <a:rPr lang="en-US" b="1" dirty="0"/>
            <a:t>Obvious navigation bars mentioned on every interface of the application.</a:t>
          </a:r>
        </a:p>
      </dgm:t>
    </dgm:pt>
    <dgm:pt modelId="{8E5C70FA-B13A-46A6-80FA-4253EF9FAC9E}" type="parTrans" cxnId="{57D53710-72AD-4D67-8758-DD8DA5E97BFC}">
      <dgm:prSet/>
      <dgm:spPr/>
      <dgm:t>
        <a:bodyPr/>
        <a:lstStyle/>
        <a:p>
          <a:endParaRPr lang="en-US"/>
        </a:p>
      </dgm:t>
    </dgm:pt>
    <dgm:pt modelId="{493B91B5-9217-4CD3-BCA0-09635D723F09}" type="sibTrans" cxnId="{57D53710-72AD-4D67-8758-DD8DA5E97BFC}">
      <dgm:prSet/>
      <dgm:spPr/>
      <dgm:t>
        <a:bodyPr/>
        <a:lstStyle/>
        <a:p>
          <a:endParaRPr lang="en-US"/>
        </a:p>
      </dgm:t>
    </dgm:pt>
    <dgm:pt modelId="{A96D0BDA-A7E3-472F-8BC0-854A50780F45}" type="pres">
      <dgm:prSet presAssocID="{DE73DB9C-A9C8-4DA2-BE5A-DCFEDF0035CD}" presName="Name0" presStyleCnt="0">
        <dgm:presLayoutVars>
          <dgm:dir/>
          <dgm:animLvl val="lvl"/>
          <dgm:resizeHandles val="exact"/>
        </dgm:presLayoutVars>
      </dgm:prSet>
      <dgm:spPr/>
    </dgm:pt>
    <dgm:pt modelId="{F8F5D803-23C8-4564-A54C-92797AE99963}" type="pres">
      <dgm:prSet presAssocID="{9687276C-3113-4985-88F4-CB6688CA94CD}" presName="composite" presStyleCnt="0"/>
      <dgm:spPr/>
    </dgm:pt>
    <dgm:pt modelId="{6CB4BD55-EC23-49B9-8422-FC5856EF9D1E}" type="pres">
      <dgm:prSet presAssocID="{9687276C-3113-4985-88F4-CB6688CA94CD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504E3545-C1C2-43EE-96A1-F6D3D0FD26E0}" type="pres">
      <dgm:prSet presAssocID="{9687276C-3113-4985-88F4-CB6688CA94CD}" presName="desTx" presStyleLbl="alignAccFollowNode1" presStyleIdx="0" presStyleCnt="5">
        <dgm:presLayoutVars>
          <dgm:bulletEnabled val="1"/>
        </dgm:presLayoutVars>
      </dgm:prSet>
      <dgm:spPr/>
    </dgm:pt>
    <dgm:pt modelId="{873980CA-EE4B-49C1-B268-15B259487992}" type="pres">
      <dgm:prSet presAssocID="{C3680D06-3B52-4C96-BFBD-5B6CB7D95651}" presName="space" presStyleCnt="0"/>
      <dgm:spPr/>
    </dgm:pt>
    <dgm:pt modelId="{FEF6C9A4-D1F3-42C6-9B69-19E1D8B5289D}" type="pres">
      <dgm:prSet presAssocID="{180D70F9-BB67-49A9-85C1-57A04AF36947}" presName="composite" presStyleCnt="0"/>
      <dgm:spPr/>
    </dgm:pt>
    <dgm:pt modelId="{A33DAC9B-9E2B-4389-A275-46660C79C954}" type="pres">
      <dgm:prSet presAssocID="{180D70F9-BB67-49A9-85C1-57A04AF36947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2D47FF8F-0514-47BC-A34B-42ACF11372EE}" type="pres">
      <dgm:prSet presAssocID="{180D70F9-BB67-49A9-85C1-57A04AF36947}" presName="desTx" presStyleLbl="alignAccFollowNode1" presStyleIdx="1" presStyleCnt="5">
        <dgm:presLayoutVars>
          <dgm:bulletEnabled val="1"/>
        </dgm:presLayoutVars>
      </dgm:prSet>
      <dgm:spPr/>
    </dgm:pt>
    <dgm:pt modelId="{D5F9F294-D111-48F1-B4A4-B50A2BCF8206}" type="pres">
      <dgm:prSet presAssocID="{13491578-03DF-4F82-9822-1A742DE0B880}" presName="space" presStyleCnt="0"/>
      <dgm:spPr/>
    </dgm:pt>
    <dgm:pt modelId="{A6D5F4D0-A495-4DED-A9E8-44B5AD5BCE6A}" type="pres">
      <dgm:prSet presAssocID="{83886E71-AF16-49FC-9213-6A709DFA7940}" presName="composite" presStyleCnt="0"/>
      <dgm:spPr/>
    </dgm:pt>
    <dgm:pt modelId="{9C02611E-54A0-43EE-886A-836B3BB1E16F}" type="pres">
      <dgm:prSet presAssocID="{83886E71-AF16-49FC-9213-6A709DFA7940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9B0473CC-7D5B-424D-852E-5C74FCD0C52F}" type="pres">
      <dgm:prSet presAssocID="{83886E71-AF16-49FC-9213-6A709DFA7940}" presName="desTx" presStyleLbl="alignAccFollowNode1" presStyleIdx="2" presStyleCnt="5">
        <dgm:presLayoutVars>
          <dgm:bulletEnabled val="1"/>
        </dgm:presLayoutVars>
      </dgm:prSet>
      <dgm:spPr/>
    </dgm:pt>
    <dgm:pt modelId="{7C05DA76-8931-4DE9-B214-C0FD523A33A3}" type="pres">
      <dgm:prSet presAssocID="{D0B19172-2F65-463A-AB21-E652EED025D9}" presName="space" presStyleCnt="0"/>
      <dgm:spPr/>
    </dgm:pt>
    <dgm:pt modelId="{D9B1998C-2E92-44AD-872C-6F48A0C98036}" type="pres">
      <dgm:prSet presAssocID="{4DCB61E8-D790-4471-B887-4EFA7263B09B}" presName="composite" presStyleCnt="0"/>
      <dgm:spPr/>
    </dgm:pt>
    <dgm:pt modelId="{8C1CED0B-0625-4ABE-AB13-8861AF98D473}" type="pres">
      <dgm:prSet presAssocID="{4DCB61E8-D790-4471-B887-4EFA7263B09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DFB6F2B3-A068-4DC3-AE08-D5E6DDB80CDE}" type="pres">
      <dgm:prSet presAssocID="{4DCB61E8-D790-4471-B887-4EFA7263B09B}" presName="desTx" presStyleLbl="alignAccFollowNode1" presStyleIdx="3" presStyleCnt="5">
        <dgm:presLayoutVars>
          <dgm:bulletEnabled val="1"/>
        </dgm:presLayoutVars>
      </dgm:prSet>
      <dgm:spPr/>
    </dgm:pt>
    <dgm:pt modelId="{4BD13070-BAFE-4192-B979-32119CBBDA9A}" type="pres">
      <dgm:prSet presAssocID="{780028E4-2A3C-4B7A-8824-CB1D7FA139BE}" presName="space" presStyleCnt="0"/>
      <dgm:spPr/>
    </dgm:pt>
    <dgm:pt modelId="{CA8D2B76-EDE0-4397-B648-798001C3DE00}" type="pres">
      <dgm:prSet presAssocID="{9055CF3C-75C3-4010-A4B4-C7AB836F77F5}" presName="composite" presStyleCnt="0"/>
      <dgm:spPr/>
    </dgm:pt>
    <dgm:pt modelId="{D592FFD7-E08A-40CE-8D33-E7C7A26E74B8}" type="pres">
      <dgm:prSet presAssocID="{9055CF3C-75C3-4010-A4B4-C7AB836F77F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14DA9295-6658-44D1-AC7C-6189B6BE75FC}" type="pres">
      <dgm:prSet presAssocID="{9055CF3C-75C3-4010-A4B4-C7AB836F77F5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CE681B00-1542-45FC-B47A-198464C281CA}" srcId="{9687276C-3113-4985-88F4-CB6688CA94CD}" destId="{3DB1440E-8D39-4EB9-A261-EA4F3F395734}" srcOrd="0" destOrd="0" parTransId="{CEB27A16-DD36-4EE6-BB6F-1470320E770D}" sibTransId="{1BD15534-0C91-4CD5-8EE1-554FD29B8F38}"/>
    <dgm:cxn modelId="{F0889F03-7803-4C85-989F-EDFDDE369838}" type="presOf" srcId="{180D70F9-BB67-49A9-85C1-57A04AF36947}" destId="{A33DAC9B-9E2B-4389-A275-46660C79C954}" srcOrd="0" destOrd="0" presId="urn:microsoft.com/office/officeart/2005/8/layout/hList1"/>
    <dgm:cxn modelId="{57D53710-72AD-4D67-8758-DD8DA5E97BFC}" srcId="{9055CF3C-75C3-4010-A4B4-C7AB836F77F5}" destId="{73796EF2-6AE4-4ED5-BCCE-75611B3381C4}" srcOrd="0" destOrd="0" parTransId="{8E5C70FA-B13A-46A6-80FA-4253EF9FAC9E}" sibTransId="{493B91B5-9217-4CD3-BCA0-09635D723F09}"/>
    <dgm:cxn modelId="{3E175110-6355-4749-AE35-1E4475419E39}" srcId="{DE73DB9C-A9C8-4DA2-BE5A-DCFEDF0035CD}" destId="{9055CF3C-75C3-4010-A4B4-C7AB836F77F5}" srcOrd="4" destOrd="0" parTransId="{7674419D-22FC-4771-B1DC-432C917D92CE}" sibTransId="{FDB401A1-A83C-4082-8173-50984F9ABE1F}"/>
    <dgm:cxn modelId="{5DDD9223-8727-4166-A5DF-8A1D621C130D}" type="presOf" srcId="{DE73DB9C-A9C8-4DA2-BE5A-DCFEDF0035CD}" destId="{A96D0BDA-A7E3-472F-8BC0-854A50780F45}" srcOrd="0" destOrd="0" presId="urn:microsoft.com/office/officeart/2005/8/layout/hList1"/>
    <dgm:cxn modelId="{75EA2437-2713-4203-98B4-C01AFC266CE1}" srcId="{DE73DB9C-A9C8-4DA2-BE5A-DCFEDF0035CD}" destId="{180D70F9-BB67-49A9-85C1-57A04AF36947}" srcOrd="1" destOrd="0" parTransId="{89DCB296-BA5E-4AE7-8B7C-2EB067002734}" sibTransId="{13491578-03DF-4F82-9822-1A742DE0B880}"/>
    <dgm:cxn modelId="{1CF83B39-EF48-45B6-93DA-772BDBF981ED}" srcId="{DE73DB9C-A9C8-4DA2-BE5A-DCFEDF0035CD}" destId="{4DCB61E8-D790-4471-B887-4EFA7263B09B}" srcOrd="3" destOrd="0" parTransId="{5F2A7DF6-FC70-4E0E-8FA0-DE5F0DB5434F}" sibTransId="{780028E4-2A3C-4B7A-8824-CB1D7FA139BE}"/>
    <dgm:cxn modelId="{F2D72B3D-6D44-4239-B074-9DEBBBC92427}" type="presOf" srcId="{9687276C-3113-4985-88F4-CB6688CA94CD}" destId="{6CB4BD55-EC23-49B9-8422-FC5856EF9D1E}" srcOrd="0" destOrd="0" presId="urn:microsoft.com/office/officeart/2005/8/layout/hList1"/>
    <dgm:cxn modelId="{9D5C1D44-5DB5-4BB6-8D97-CB15F3E7753F}" type="presOf" srcId="{4DCB61E8-D790-4471-B887-4EFA7263B09B}" destId="{8C1CED0B-0625-4ABE-AB13-8861AF98D473}" srcOrd="0" destOrd="0" presId="urn:microsoft.com/office/officeart/2005/8/layout/hList1"/>
    <dgm:cxn modelId="{56850A6E-4518-46F5-A1EF-888D858FB92C}" type="presOf" srcId="{3DB1440E-8D39-4EB9-A261-EA4F3F395734}" destId="{504E3545-C1C2-43EE-96A1-F6D3D0FD26E0}" srcOrd="0" destOrd="0" presId="urn:microsoft.com/office/officeart/2005/8/layout/hList1"/>
    <dgm:cxn modelId="{26FF6954-A336-42EB-A68D-2428C2177B94}" type="presOf" srcId="{83886E71-AF16-49FC-9213-6A709DFA7940}" destId="{9C02611E-54A0-43EE-886A-836B3BB1E16F}" srcOrd="0" destOrd="0" presId="urn:microsoft.com/office/officeart/2005/8/layout/hList1"/>
    <dgm:cxn modelId="{281ADC82-1909-48A9-A350-A6C99ABB9410}" srcId="{180D70F9-BB67-49A9-85C1-57A04AF36947}" destId="{F3A04F1A-24B8-4F4B-8C2A-3EE894EE0372}" srcOrd="0" destOrd="0" parTransId="{D9D0AD0B-6640-4043-955F-20657415BED9}" sibTransId="{A6673A41-FC90-4AB9-B7B0-E04A0F80D696}"/>
    <dgm:cxn modelId="{8D5DF987-ACAD-43AF-A4AA-4F30C8E81F66}" srcId="{4DCB61E8-D790-4471-B887-4EFA7263B09B}" destId="{9F804D83-3AA1-4DDF-82D2-AB347CFEFBE3}" srcOrd="0" destOrd="0" parTransId="{1A0EF50C-B5CC-4249-9D12-FCA97A2E8254}" sibTransId="{9B76FB81-9BF4-4969-9B28-743FB1D1FDD3}"/>
    <dgm:cxn modelId="{3FFBED8C-1E40-4A21-A05B-02F9E9484B5B}" type="presOf" srcId="{73796EF2-6AE4-4ED5-BCCE-75611B3381C4}" destId="{14DA9295-6658-44D1-AC7C-6189B6BE75FC}" srcOrd="0" destOrd="0" presId="urn:microsoft.com/office/officeart/2005/8/layout/hList1"/>
    <dgm:cxn modelId="{A801999F-8131-4EA9-8AA3-0CAD1E247820}" type="presOf" srcId="{F3A04F1A-24B8-4F4B-8C2A-3EE894EE0372}" destId="{2D47FF8F-0514-47BC-A34B-42ACF11372EE}" srcOrd="0" destOrd="0" presId="urn:microsoft.com/office/officeart/2005/8/layout/hList1"/>
    <dgm:cxn modelId="{A31EFCAD-3EFE-43EF-86B6-A58E5B424341}" type="presOf" srcId="{F54D0AC4-B9D0-4C53-B1BD-ED76925101B7}" destId="{2D47FF8F-0514-47BC-A34B-42ACF11372EE}" srcOrd="0" destOrd="1" presId="urn:microsoft.com/office/officeart/2005/8/layout/hList1"/>
    <dgm:cxn modelId="{362D80BD-4034-4989-8B61-C9449071BEC7}" srcId="{180D70F9-BB67-49A9-85C1-57A04AF36947}" destId="{F54D0AC4-B9D0-4C53-B1BD-ED76925101B7}" srcOrd="1" destOrd="0" parTransId="{45305835-2C56-4943-8B57-7A71BB39F765}" sibTransId="{E0F40D61-752D-48F6-A760-D3F59422DC8D}"/>
    <dgm:cxn modelId="{1C2B75C7-819D-45D3-8643-8D23F6E8CB61}" srcId="{DE73DB9C-A9C8-4DA2-BE5A-DCFEDF0035CD}" destId="{9687276C-3113-4985-88F4-CB6688CA94CD}" srcOrd="0" destOrd="0" parTransId="{9ADC8551-71AF-4603-8176-CA4C6C406DDB}" sibTransId="{C3680D06-3B52-4C96-BFBD-5B6CB7D95651}"/>
    <dgm:cxn modelId="{DA6EB2C7-DB78-4CE9-BDAF-26AE590ED30B}" type="presOf" srcId="{B119237C-8500-49ED-96EF-1CF7B0308F89}" destId="{9B0473CC-7D5B-424D-852E-5C74FCD0C52F}" srcOrd="0" destOrd="0" presId="urn:microsoft.com/office/officeart/2005/8/layout/hList1"/>
    <dgm:cxn modelId="{B38ABFC8-D163-4091-8E36-79D955D38A3B}" srcId="{DE73DB9C-A9C8-4DA2-BE5A-DCFEDF0035CD}" destId="{83886E71-AF16-49FC-9213-6A709DFA7940}" srcOrd="2" destOrd="0" parTransId="{E80B3577-1FFF-4B1F-B35A-CF8C2FC09FD6}" sibTransId="{D0B19172-2F65-463A-AB21-E652EED025D9}"/>
    <dgm:cxn modelId="{C69774E4-4275-4C82-8660-C7D63A0F6F34}" srcId="{83886E71-AF16-49FC-9213-6A709DFA7940}" destId="{B119237C-8500-49ED-96EF-1CF7B0308F89}" srcOrd="0" destOrd="0" parTransId="{92F287DE-F4B4-4724-A9C5-604E7F9211B0}" sibTransId="{7CEA4DB3-0B66-4F11-BBE0-EAD4446ECA87}"/>
    <dgm:cxn modelId="{7CB7B6F3-AB34-454F-9787-1381C8AA2F29}" type="presOf" srcId="{9F804D83-3AA1-4DDF-82D2-AB347CFEFBE3}" destId="{DFB6F2B3-A068-4DC3-AE08-D5E6DDB80CDE}" srcOrd="0" destOrd="0" presId="urn:microsoft.com/office/officeart/2005/8/layout/hList1"/>
    <dgm:cxn modelId="{01C978F6-F23D-4F7A-BB9A-87D251358094}" type="presOf" srcId="{9055CF3C-75C3-4010-A4B4-C7AB836F77F5}" destId="{D592FFD7-E08A-40CE-8D33-E7C7A26E74B8}" srcOrd="0" destOrd="0" presId="urn:microsoft.com/office/officeart/2005/8/layout/hList1"/>
    <dgm:cxn modelId="{31C3EDC5-A03C-4048-8939-E4625CBDF7DA}" type="presParOf" srcId="{A96D0BDA-A7E3-472F-8BC0-854A50780F45}" destId="{F8F5D803-23C8-4564-A54C-92797AE99963}" srcOrd="0" destOrd="0" presId="urn:microsoft.com/office/officeart/2005/8/layout/hList1"/>
    <dgm:cxn modelId="{CB51BD7C-0C7A-461D-B60B-BC051C804C63}" type="presParOf" srcId="{F8F5D803-23C8-4564-A54C-92797AE99963}" destId="{6CB4BD55-EC23-49B9-8422-FC5856EF9D1E}" srcOrd="0" destOrd="0" presId="urn:microsoft.com/office/officeart/2005/8/layout/hList1"/>
    <dgm:cxn modelId="{A302704B-216F-4D5C-9D7E-0A185805D3B1}" type="presParOf" srcId="{F8F5D803-23C8-4564-A54C-92797AE99963}" destId="{504E3545-C1C2-43EE-96A1-F6D3D0FD26E0}" srcOrd="1" destOrd="0" presId="urn:microsoft.com/office/officeart/2005/8/layout/hList1"/>
    <dgm:cxn modelId="{A55279B2-4701-40A0-ACF9-DB9AFB2AF8AA}" type="presParOf" srcId="{A96D0BDA-A7E3-472F-8BC0-854A50780F45}" destId="{873980CA-EE4B-49C1-B268-15B259487992}" srcOrd="1" destOrd="0" presId="urn:microsoft.com/office/officeart/2005/8/layout/hList1"/>
    <dgm:cxn modelId="{47D932EB-F30D-4208-B681-B36AB0B9DAB6}" type="presParOf" srcId="{A96D0BDA-A7E3-472F-8BC0-854A50780F45}" destId="{FEF6C9A4-D1F3-42C6-9B69-19E1D8B5289D}" srcOrd="2" destOrd="0" presId="urn:microsoft.com/office/officeart/2005/8/layout/hList1"/>
    <dgm:cxn modelId="{2261F60E-E58B-455A-9F0D-505412FD73A9}" type="presParOf" srcId="{FEF6C9A4-D1F3-42C6-9B69-19E1D8B5289D}" destId="{A33DAC9B-9E2B-4389-A275-46660C79C954}" srcOrd="0" destOrd="0" presId="urn:microsoft.com/office/officeart/2005/8/layout/hList1"/>
    <dgm:cxn modelId="{C8F88362-AB2B-4199-A7CB-830DAE41F3AC}" type="presParOf" srcId="{FEF6C9A4-D1F3-42C6-9B69-19E1D8B5289D}" destId="{2D47FF8F-0514-47BC-A34B-42ACF11372EE}" srcOrd="1" destOrd="0" presId="urn:microsoft.com/office/officeart/2005/8/layout/hList1"/>
    <dgm:cxn modelId="{23568994-287C-4913-9DF0-BF2DAA74FEA7}" type="presParOf" srcId="{A96D0BDA-A7E3-472F-8BC0-854A50780F45}" destId="{D5F9F294-D111-48F1-B4A4-B50A2BCF8206}" srcOrd="3" destOrd="0" presId="urn:microsoft.com/office/officeart/2005/8/layout/hList1"/>
    <dgm:cxn modelId="{7972D561-D677-42B2-B8C1-E47CBA2CBE35}" type="presParOf" srcId="{A96D0BDA-A7E3-472F-8BC0-854A50780F45}" destId="{A6D5F4D0-A495-4DED-A9E8-44B5AD5BCE6A}" srcOrd="4" destOrd="0" presId="urn:microsoft.com/office/officeart/2005/8/layout/hList1"/>
    <dgm:cxn modelId="{69F3F0D6-89EB-42E3-9892-B48DE1C8D7AC}" type="presParOf" srcId="{A6D5F4D0-A495-4DED-A9E8-44B5AD5BCE6A}" destId="{9C02611E-54A0-43EE-886A-836B3BB1E16F}" srcOrd="0" destOrd="0" presId="urn:microsoft.com/office/officeart/2005/8/layout/hList1"/>
    <dgm:cxn modelId="{29713D52-7ABB-44EB-A639-5C618354A284}" type="presParOf" srcId="{A6D5F4D0-A495-4DED-A9E8-44B5AD5BCE6A}" destId="{9B0473CC-7D5B-424D-852E-5C74FCD0C52F}" srcOrd="1" destOrd="0" presId="urn:microsoft.com/office/officeart/2005/8/layout/hList1"/>
    <dgm:cxn modelId="{73D9CF36-4296-4378-BA16-C6D693809055}" type="presParOf" srcId="{A96D0BDA-A7E3-472F-8BC0-854A50780F45}" destId="{7C05DA76-8931-4DE9-B214-C0FD523A33A3}" srcOrd="5" destOrd="0" presId="urn:microsoft.com/office/officeart/2005/8/layout/hList1"/>
    <dgm:cxn modelId="{4EB1BD1A-C073-49E6-899C-66742C5793AF}" type="presParOf" srcId="{A96D0BDA-A7E3-472F-8BC0-854A50780F45}" destId="{D9B1998C-2E92-44AD-872C-6F48A0C98036}" srcOrd="6" destOrd="0" presId="urn:microsoft.com/office/officeart/2005/8/layout/hList1"/>
    <dgm:cxn modelId="{4CA11D2E-1154-40ED-92C4-F8990C74ADE9}" type="presParOf" srcId="{D9B1998C-2E92-44AD-872C-6F48A0C98036}" destId="{8C1CED0B-0625-4ABE-AB13-8861AF98D473}" srcOrd="0" destOrd="0" presId="urn:microsoft.com/office/officeart/2005/8/layout/hList1"/>
    <dgm:cxn modelId="{E0D5D7A7-EBCB-4314-89D5-777F12EDA413}" type="presParOf" srcId="{D9B1998C-2E92-44AD-872C-6F48A0C98036}" destId="{DFB6F2B3-A068-4DC3-AE08-D5E6DDB80CDE}" srcOrd="1" destOrd="0" presId="urn:microsoft.com/office/officeart/2005/8/layout/hList1"/>
    <dgm:cxn modelId="{ACF68CAC-5D59-4B8E-BD85-60094637E18F}" type="presParOf" srcId="{A96D0BDA-A7E3-472F-8BC0-854A50780F45}" destId="{4BD13070-BAFE-4192-B979-32119CBBDA9A}" srcOrd="7" destOrd="0" presId="urn:microsoft.com/office/officeart/2005/8/layout/hList1"/>
    <dgm:cxn modelId="{21F05749-89B9-4373-A976-1A9732880660}" type="presParOf" srcId="{A96D0BDA-A7E3-472F-8BC0-854A50780F45}" destId="{CA8D2B76-EDE0-4397-B648-798001C3DE00}" srcOrd="8" destOrd="0" presId="urn:microsoft.com/office/officeart/2005/8/layout/hList1"/>
    <dgm:cxn modelId="{233B34D6-0305-47ED-A1F1-E2856811BB57}" type="presParOf" srcId="{CA8D2B76-EDE0-4397-B648-798001C3DE00}" destId="{D592FFD7-E08A-40CE-8D33-E7C7A26E74B8}" srcOrd="0" destOrd="0" presId="urn:microsoft.com/office/officeart/2005/8/layout/hList1"/>
    <dgm:cxn modelId="{35B848B2-0B09-4204-BEEF-3BE1C168A73D}" type="presParOf" srcId="{CA8D2B76-EDE0-4397-B648-798001C3DE00}" destId="{14DA9295-6658-44D1-AC7C-6189B6BE75F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8CD80-13E2-40BA-A335-8E5DED49D8B6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Place the user in control</a:t>
          </a:r>
        </a:p>
      </dsp:txBody>
      <dsp:txXfrm>
        <a:off x="0" y="1653508"/>
        <a:ext cx="3286125" cy="2610802"/>
      </dsp:txXfrm>
    </dsp:sp>
    <dsp:sp modelId="{9723F610-698B-4AE7-B141-473FF3F693D0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B422B2B2-2D8B-4641-BB72-76D748BA6BE4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DE605-8066-4DE0-9CA5-69610132A88C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Reduce user’s memory load</a:t>
          </a:r>
        </a:p>
      </dsp:txBody>
      <dsp:txXfrm>
        <a:off x="3614737" y="1653508"/>
        <a:ext cx="3286125" cy="2610802"/>
      </dsp:txXfrm>
    </dsp:sp>
    <dsp:sp modelId="{E5F78FB1-0325-4FD9-8553-3727B8C817BB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929DD066-F657-4F26-A8F2-88DD9FB1285E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C1099-22EE-4BA9-87C3-4ABC9B332A29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Make a consistent interface</a:t>
          </a:r>
        </a:p>
      </dsp:txBody>
      <dsp:txXfrm>
        <a:off x="7229475" y="1653508"/>
        <a:ext cx="3286125" cy="2610802"/>
      </dsp:txXfrm>
    </dsp:sp>
    <dsp:sp modelId="{9B2A8D3F-5794-40AF-8F65-231736C70F50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D379D5E9-9482-442B-8499-6D7EA72057B2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99DA7-ADC3-48FA-8D11-38F28B4E7BE8}">
      <dsp:nvSpPr>
        <dsp:cNvPr id="0" name=""/>
        <dsp:cNvSpPr/>
      </dsp:nvSpPr>
      <dsp:spPr>
        <a:xfrm>
          <a:off x="12110" y="786387"/>
          <a:ext cx="2662239" cy="798671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model</a:t>
          </a:r>
        </a:p>
      </dsp:txBody>
      <dsp:txXfrm>
        <a:off x="251711" y="786387"/>
        <a:ext cx="2183037" cy="798671"/>
      </dsp:txXfrm>
    </dsp:sp>
    <dsp:sp modelId="{CA5C10DF-1DF5-4341-8AF4-3EF5E65267CD}">
      <dsp:nvSpPr>
        <dsp:cNvPr id="0" name=""/>
        <dsp:cNvSpPr/>
      </dsp:nvSpPr>
      <dsp:spPr>
        <a:xfrm>
          <a:off x="12110" y="1585059"/>
          <a:ext cx="2422638" cy="19860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Analyze all end user profile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Like age, gender, physical abilities, education, culture, preferences etc.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User types: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Novice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Knowledgeable, intermittent users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/>
            <a:t>Knowledgeable, frequent users</a:t>
          </a:r>
        </a:p>
      </dsp:txBody>
      <dsp:txXfrm>
        <a:off x="12110" y="1585059"/>
        <a:ext cx="2422638" cy="1986077"/>
      </dsp:txXfrm>
    </dsp:sp>
    <dsp:sp modelId="{ECFC7627-97D6-42BF-B93E-7BE1AA499328}">
      <dsp:nvSpPr>
        <dsp:cNvPr id="0" name=""/>
        <dsp:cNvSpPr/>
      </dsp:nvSpPr>
      <dsp:spPr>
        <a:xfrm>
          <a:off x="2621823" y="786387"/>
          <a:ext cx="2662239" cy="798671"/>
        </a:xfrm>
        <a:prstGeom prst="chevron">
          <a:avLst>
            <a:gd name="adj" fmla="val 3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Design model</a:t>
          </a:r>
        </a:p>
      </dsp:txBody>
      <dsp:txXfrm>
        <a:off x="2861424" y="786387"/>
        <a:ext cx="2183037" cy="798671"/>
      </dsp:txXfrm>
    </dsp:sp>
    <dsp:sp modelId="{6183FA49-0929-4F40-BD06-A2798EC35EB6}">
      <dsp:nvSpPr>
        <dsp:cNvPr id="0" name=""/>
        <dsp:cNvSpPr/>
      </dsp:nvSpPr>
      <dsp:spPr>
        <a:xfrm>
          <a:off x="2621823" y="1585059"/>
          <a:ext cx="2422638" cy="198607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Design realization of end user’s model</a:t>
          </a:r>
        </a:p>
      </dsp:txBody>
      <dsp:txXfrm>
        <a:off x="2621823" y="1585059"/>
        <a:ext cx="2422638" cy="1986077"/>
      </dsp:txXfrm>
    </dsp:sp>
    <dsp:sp modelId="{DD78E714-8D42-4F38-97F7-BEAA4C30EF2C}">
      <dsp:nvSpPr>
        <dsp:cNvPr id="0" name=""/>
        <dsp:cNvSpPr/>
      </dsp:nvSpPr>
      <dsp:spPr>
        <a:xfrm>
          <a:off x="5231536" y="786387"/>
          <a:ext cx="2662239" cy="798671"/>
        </a:xfrm>
        <a:prstGeom prst="chevron">
          <a:avLst>
            <a:gd name="adj" fmla="val 3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System perception/mental model</a:t>
          </a:r>
        </a:p>
      </dsp:txBody>
      <dsp:txXfrm>
        <a:off x="5471137" y="786387"/>
        <a:ext cx="2183037" cy="798671"/>
      </dsp:txXfrm>
    </dsp:sp>
    <dsp:sp modelId="{296B0F2D-0164-4160-A76F-9D53C69265CA}">
      <dsp:nvSpPr>
        <dsp:cNvPr id="0" name=""/>
        <dsp:cNvSpPr/>
      </dsp:nvSpPr>
      <dsp:spPr>
        <a:xfrm>
          <a:off x="5231536" y="1585059"/>
          <a:ext cx="2422638" cy="198607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End user’s perspective of a system </a:t>
          </a:r>
        </a:p>
      </dsp:txBody>
      <dsp:txXfrm>
        <a:off x="5231536" y="1585059"/>
        <a:ext cx="2422638" cy="1986077"/>
      </dsp:txXfrm>
    </dsp:sp>
    <dsp:sp modelId="{E020E9B1-B1B3-4DE4-83C5-DA36F17A4383}">
      <dsp:nvSpPr>
        <dsp:cNvPr id="0" name=""/>
        <dsp:cNvSpPr/>
      </dsp:nvSpPr>
      <dsp:spPr>
        <a:xfrm>
          <a:off x="7841249" y="786387"/>
          <a:ext cx="2662239" cy="798671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614" tIns="98614" rIns="98614" bIns="9861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Implementation model</a:t>
          </a:r>
        </a:p>
      </dsp:txBody>
      <dsp:txXfrm>
        <a:off x="8080850" y="786387"/>
        <a:ext cx="2183037" cy="798671"/>
      </dsp:txXfrm>
    </dsp:sp>
    <dsp:sp modelId="{99F6AC7D-2E56-476D-AA8C-D657A8D2E1F9}">
      <dsp:nvSpPr>
        <dsp:cNvPr id="0" name=""/>
        <dsp:cNvSpPr/>
      </dsp:nvSpPr>
      <dsp:spPr>
        <a:xfrm>
          <a:off x="7841249" y="1585059"/>
          <a:ext cx="2422638" cy="198607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1442" tIns="191442" rIns="191442" bIns="38288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The interface look &amp; feel along with supporting information (books, manuals, videotapes etc.) showing interface semantics.</a:t>
          </a:r>
        </a:p>
      </dsp:txBody>
      <dsp:txXfrm>
        <a:off x="7841249" y="1585059"/>
        <a:ext cx="2422638" cy="19860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F4BB7B-ACB5-40AD-86BC-2C78C1CFC3D3}">
      <dsp:nvSpPr>
        <dsp:cNvPr id="0" name=""/>
        <dsp:cNvSpPr/>
      </dsp:nvSpPr>
      <dsp:spPr>
        <a:xfrm>
          <a:off x="788669" y="0"/>
          <a:ext cx="8938260" cy="4357524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4BBF73-4921-4914-8385-FC78826E3B2B}">
      <dsp:nvSpPr>
        <dsp:cNvPr id="0" name=""/>
        <dsp:cNvSpPr/>
      </dsp:nvSpPr>
      <dsp:spPr>
        <a:xfrm>
          <a:off x="4621" y="1307257"/>
          <a:ext cx="2020453" cy="17430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Segregate human-oriented and computer-oriented tasks</a:t>
          </a:r>
        </a:p>
      </dsp:txBody>
      <dsp:txXfrm>
        <a:off x="89708" y="1392344"/>
        <a:ext cx="1850279" cy="1572835"/>
      </dsp:txXfrm>
    </dsp:sp>
    <dsp:sp modelId="{655370EF-DB8E-465D-ABAE-EBEBD3B8ACE0}">
      <dsp:nvSpPr>
        <dsp:cNvPr id="0" name=""/>
        <dsp:cNvSpPr/>
      </dsp:nvSpPr>
      <dsp:spPr>
        <a:xfrm>
          <a:off x="2126097" y="1307257"/>
          <a:ext cx="2020453" cy="174300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Think of design issues for UI design</a:t>
          </a:r>
          <a:endParaRPr lang="en-US" sz="2000" kern="1200" dirty="0"/>
        </a:p>
      </dsp:txBody>
      <dsp:txXfrm>
        <a:off x="2211184" y="1392344"/>
        <a:ext cx="1850279" cy="1572835"/>
      </dsp:txXfrm>
    </dsp:sp>
    <dsp:sp modelId="{70D491EF-C747-4A2C-9A5E-5AF084812AB2}">
      <dsp:nvSpPr>
        <dsp:cNvPr id="0" name=""/>
        <dsp:cNvSpPr/>
      </dsp:nvSpPr>
      <dsp:spPr>
        <a:xfrm>
          <a:off x="4247573" y="1307257"/>
          <a:ext cx="2020453" cy="174300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Tools are used to prototype</a:t>
          </a:r>
          <a:endParaRPr lang="en-US" sz="2000" kern="1200" dirty="0"/>
        </a:p>
      </dsp:txBody>
      <dsp:txXfrm>
        <a:off x="4332660" y="1392344"/>
        <a:ext cx="1850279" cy="1572835"/>
      </dsp:txXfrm>
    </dsp:sp>
    <dsp:sp modelId="{F01266CF-7CF2-491B-9DE4-7847CE984421}">
      <dsp:nvSpPr>
        <dsp:cNvPr id="0" name=""/>
        <dsp:cNvSpPr/>
      </dsp:nvSpPr>
      <dsp:spPr>
        <a:xfrm>
          <a:off x="6369049" y="1307257"/>
          <a:ext cx="2020453" cy="17430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 design model</a:t>
          </a:r>
          <a:endParaRPr lang="en-US" sz="2000" kern="1200" dirty="0"/>
        </a:p>
      </dsp:txBody>
      <dsp:txXfrm>
        <a:off x="6454136" y="1392344"/>
        <a:ext cx="1850279" cy="1572835"/>
      </dsp:txXfrm>
    </dsp:sp>
    <dsp:sp modelId="{44FEFD31-B6D6-4C54-B67D-5A7CAF7CA73A}">
      <dsp:nvSpPr>
        <dsp:cNvPr id="0" name=""/>
        <dsp:cNvSpPr/>
      </dsp:nvSpPr>
      <dsp:spPr>
        <a:xfrm>
          <a:off x="8490525" y="1307257"/>
          <a:ext cx="2020453" cy="174300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Users evaluate the design quality</a:t>
          </a:r>
          <a:endParaRPr lang="en-US" sz="2000" kern="1200" dirty="0"/>
        </a:p>
      </dsp:txBody>
      <dsp:txXfrm>
        <a:off x="8575612" y="1392344"/>
        <a:ext cx="1850279" cy="15728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4370F-E492-4939-AF84-E19C970F962E}">
      <dsp:nvSpPr>
        <dsp:cNvPr id="0" name=""/>
        <dsp:cNvSpPr/>
      </dsp:nvSpPr>
      <dsp:spPr>
        <a:xfrm>
          <a:off x="3740" y="169188"/>
          <a:ext cx="2139498" cy="641849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51" tIns="79251" rIns="79251" bIns="79251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Anticipation</a:t>
          </a:r>
        </a:p>
      </dsp:txBody>
      <dsp:txXfrm>
        <a:off x="196295" y="169188"/>
        <a:ext cx="1754388" cy="641849"/>
      </dsp:txXfrm>
    </dsp:sp>
    <dsp:sp modelId="{B0BBF7E8-6034-4BD4-9200-114DB9F85C94}">
      <dsp:nvSpPr>
        <dsp:cNvPr id="0" name=""/>
        <dsp:cNvSpPr/>
      </dsp:nvSpPr>
      <dsp:spPr>
        <a:xfrm>
          <a:off x="3740" y="811038"/>
          <a:ext cx="1946943" cy="296864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852" tIns="153852" rIns="153852" bIns="30770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Application must depicts the user’s expected move.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E.g., </a:t>
          </a:r>
          <a:r>
            <a:rPr lang="en-US" sz="1400" b="1" kern="1200" dirty="0"/>
            <a:t>software installation procedures are defined in a way to predict next step for users</a:t>
          </a:r>
          <a:r>
            <a:rPr lang="en-US" sz="1400" kern="1200" dirty="0"/>
            <a:t>. They don’t need to search for the next work.</a:t>
          </a:r>
        </a:p>
      </dsp:txBody>
      <dsp:txXfrm>
        <a:off x="3740" y="811038"/>
        <a:ext cx="1946943" cy="2968648"/>
      </dsp:txXfrm>
    </dsp:sp>
    <dsp:sp modelId="{ECDB9143-BA2F-449B-A35D-3652BC9D2E68}">
      <dsp:nvSpPr>
        <dsp:cNvPr id="0" name=""/>
        <dsp:cNvSpPr/>
      </dsp:nvSpPr>
      <dsp:spPr>
        <a:xfrm>
          <a:off x="2090763" y="169188"/>
          <a:ext cx="2139498" cy="641849"/>
        </a:xfrm>
        <a:prstGeom prst="chevron">
          <a:avLst>
            <a:gd name="adj" fmla="val 3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51" tIns="79251" rIns="79251" bIns="79251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Communication</a:t>
          </a:r>
        </a:p>
      </dsp:txBody>
      <dsp:txXfrm>
        <a:off x="2283318" y="169188"/>
        <a:ext cx="1754388" cy="641849"/>
      </dsp:txXfrm>
    </dsp:sp>
    <dsp:sp modelId="{BC1C915D-DFB4-4F8B-AF6D-8296FF193C5D}">
      <dsp:nvSpPr>
        <dsp:cNvPr id="0" name=""/>
        <dsp:cNvSpPr/>
      </dsp:nvSpPr>
      <dsp:spPr>
        <a:xfrm>
          <a:off x="2090763" y="811038"/>
          <a:ext cx="1946943" cy="2968648"/>
        </a:xfrm>
        <a:prstGeom prst="rect">
          <a:avLst/>
        </a:prstGeom>
        <a:solidFill>
          <a:schemeClr val="accent5">
            <a:tint val="40000"/>
            <a:alpha val="90000"/>
            <a:hueOff val="-1684941"/>
            <a:satOff val="-5708"/>
            <a:lumOff val="-73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684941"/>
              <a:satOff val="-5708"/>
              <a:lumOff val="-7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852" tIns="153852" rIns="153852" bIns="30770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Application must show the status of an activity initiated by user.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E.g., </a:t>
          </a:r>
          <a:r>
            <a:rPr lang="en-US" sz="1400" b="1" kern="1200" dirty="0"/>
            <a:t>file copying shown via progress bar</a:t>
          </a:r>
        </a:p>
      </dsp:txBody>
      <dsp:txXfrm>
        <a:off x="2090763" y="811038"/>
        <a:ext cx="1946943" cy="2968648"/>
      </dsp:txXfrm>
    </dsp:sp>
    <dsp:sp modelId="{D175727B-2444-425D-85AD-0FC4BF98BB61}">
      <dsp:nvSpPr>
        <dsp:cNvPr id="0" name=""/>
        <dsp:cNvSpPr/>
      </dsp:nvSpPr>
      <dsp:spPr>
        <a:xfrm>
          <a:off x="4177786" y="169188"/>
          <a:ext cx="2139498" cy="641849"/>
        </a:xfrm>
        <a:prstGeom prst="chevron">
          <a:avLst>
            <a:gd name="adj" fmla="val 3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51" tIns="79251" rIns="79251" bIns="79251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Consistency</a:t>
          </a:r>
        </a:p>
      </dsp:txBody>
      <dsp:txXfrm>
        <a:off x="4370341" y="169188"/>
        <a:ext cx="1754388" cy="641849"/>
      </dsp:txXfrm>
    </dsp:sp>
    <dsp:sp modelId="{3A6E6FAF-4637-4CE9-9FF2-53D745C7220A}">
      <dsp:nvSpPr>
        <dsp:cNvPr id="0" name=""/>
        <dsp:cNvSpPr/>
      </dsp:nvSpPr>
      <dsp:spPr>
        <a:xfrm>
          <a:off x="4177786" y="811038"/>
          <a:ext cx="1946943" cy="2968648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852" tIns="153852" rIns="153852" bIns="30770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The navigation controls, menu, icons, aesthetics should be consistent throughout the application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E.g., like yellow triangle shows warning signs use them for warning messages only.</a:t>
          </a:r>
        </a:p>
      </dsp:txBody>
      <dsp:txXfrm>
        <a:off x="4177786" y="811038"/>
        <a:ext cx="1946943" cy="2968648"/>
      </dsp:txXfrm>
    </dsp:sp>
    <dsp:sp modelId="{C8B7D245-C934-403F-A1CC-FF8CD930943B}">
      <dsp:nvSpPr>
        <dsp:cNvPr id="0" name=""/>
        <dsp:cNvSpPr/>
      </dsp:nvSpPr>
      <dsp:spPr>
        <a:xfrm>
          <a:off x="6264809" y="169188"/>
          <a:ext cx="2139498" cy="641849"/>
        </a:xfrm>
        <a:prstGeom prst="chevron">
          <a:avLst>
            <a:gd name="adj" fmla="val 3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51" tIns="79251" rIns="79251" bIns="79251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Controlled autonomy</a:t>
          </a:r>
        </a:p>
      </dsp:txBody>
      <dsp:txXfrm>
        <a:off x="6457364" y="169188"/>
        <a:ext cx="1754388" cy="641849"/>
      </dsp:txXfrm>
    </dsp:sp>
    <dsp:sp modelId="{3C5CC8F8-ED1F-4664-9C69-2EA8ECA48D85}">
      <dsp:nvSpPr>
        <dsp:cNvPr id="0" name=""/>
        <dsp:cNvSpPr/>
      </dsp:nvSpPr>
      <dsp:spPr>
        <a:xfrm>
          <a:off x="6264809" y="811038"/>
          <a:ext cx="1946943" cy="2968648"/>
        </a:xfrm>
        <a:prstGeom prst="rect">
          <a:avLst/>
        </a:prstGeom>
        <a:solidFill>
          <a:schemeClr val="accent5">
            <a:tint val="40000"/>
            <a:alpha val="90000"/>
            <a:hueOff val="-5054821"/>
            <a:satOff val="-17124"/>
            <a:lumOff val="-21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054821"/>
              <a:satOff val="-17124"/>
              <a:lumOff val="-2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852" tIns="153852" rIns="153852" bIns="30770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Revising the golden rule that says place user in control but restrict the controls as per the user’s role.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Enforce id and password for no go options.</a:t>
          </a:r>
        </a:p>
      </dsp:txBody>
      <dsp:txXfrm>
        <a:off x="6264809" y="811038"/>
        <a:ext cx="1946943" cy="2968648"/>
      </dsp:txXfrm>
    </dsp:sp>
    <dsp:sp modelId="{1BAE974D-74C6-4771-9821-5ADFD5F3D10E}">
      <dsp:nvSpPr>
        <dsp:cNvPr id="0" name=""/>
        <dsp:cNvSpPr/>
      </dsp:nvSpPr>
      <dsp:spPr>
        <a:xfrm>
          <a:off x="8351832" y="169188"/>
          <a:ext cx="2139498" cy="641849"/>
        </a:xfrm>
        <a:prstGeom prst="chevron">
          <a:avLst>
            <a:gd name="adj" fmla="val 3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251" tIns="79251" rIns="79251" bIns="79251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Efficiency</a:t>
          </a:r>
        </a:p>
      </dsp:txBody>
      <dsp:txXfrm>
        <a:off x="8544387" y="169188"/>
        <a:ext cx="1754388" cy="641849"/>
      </dsp:txXfrm>
    </dsp:sp>
    <dsp:sp modelId="{4BC499DF-2D5B-4795-9A1F-FE0AC4873631}">
      <dsp:nvSpPr>
        <dsp:cNvPr id="0" name=""/>
        <dsp:cNvSpPr/>
      </dsp:nvSpPr>
      <dsp:spPr>
        <a:xfrm>
          <a:off x="8351832" y="811038"/>
          <a:ext cx="1946943" cy="2968648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852" tIns="153852" rIns="153852" bIns="307704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Design of the application must work on user’s efficiency.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e.g., </a:t>
          </a:r>
          <a:r>
            <a:rPr lang="en-US" sz="1400" b="1" kern="1200" dirty="0"/>
            <a:t>input the CNIC or phone no without space </a:t>
          </a:r>
          <a:r>
            <a:rPr lang="en-US" sz="1400" kern="1200" dirty="0"/>
            <a:t>or hyphen will lead to less processing time at user end.</a:t>
          </a:r>
        </a:p>
      </dsp:txBody>
      <dsp:txXfrm>
        <a:off x="8351832" y="811038"/>
        <a:ext cx="1946943" cy="2968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4370F-E492-4939-AF84-E19C970F962E}">
      <dsp:nvSpPr>
        <dsp:cNvPr id="0" name=""/>
        <dsp:cNvSpPr/>
      </dsp:nvSpPr>
      <dsp:spPr>
        <a:xfrm>
          <a:off x="2745" y="295918"/>
          <a:ext cx="3534264" cy="1060279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Focus</a:t>
          </a:r>
        </a:p>
      </dsp:txBody>
      <dsp:txXfrm>
        <a:off x="320829" y="295918"/>
        <a:ext cx="2898096" cy="1060279"/>
      </dsp:txXfrm>
    </dsp:sp>
    <dsp:sp modelId="{B0BBF7E8-6034-4BD4-9200-114DB9F85C94}">
      <dsp:nvSpPr>
        <dsp:cNvPr id="0" name=""/>
        <dsp:cNvSpPr/>
      </dsp:nvSpPr>
      <dsp:spPr>
        <a:xfrm>
          <a:off x="8930" y="1356197"/>
          <a:ext cx="3216180" cy="229676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The interface should help user stay focused and give the relevant options and data first</a:t>
          </a:r>
        </a:p>
      </dsp:txBody>
      <dsp:txXfrm>
        <a:off x="8930" y="1356197"/>
        <a:ext cx="3216180" cy="2296760"/>
      </dsp:txXfrm>
    </dsp:sp>
    <dsp:sp modelId="{ECDB9143-BA2F-449B-A35D-3652BC9D2E68}">
      <dsp:nvSpPr>
        <dsp:cNvPr id="0" name=""/>
        <dsp:cNvSpPr/>
      </dsp:nvSpPr>
      <dsp:spPr>
        <a:xfrm>
          <a:off x="3490667" y="295918"/>
          <a:ext cx="3534264" cy="1060279"/>
        </a:xfrm>
        <a:prstGeom prst="chevron">
          <a:avLst>
            <a:gd name="adj" fmla="val 3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Fitt’s</a:t>
          </a:r>
          <a:r>
            <a:rPr lang="en-US" sz="1800" kern="1200" dirty="0"/>
            <a:t> Law</a:t>
          </a:r>
        </a:p>
      </dsp:txBody>
      <dsp:txXfrm>
        <a:off x="3808751" y="295918"/>
        <a:ext cx="2898096" cy="1060279"/>
      </dsp:txXfrm>
    </dsp:sp>
    <dsp:sp modelId="{BC1C915D-DFB4-4F8B-AF6D-8296FF193C5D}">
      <dsp:nvSpPr>
        <dsp:cNvPr id="0" name=""/>
        <dsp:cNvSpPr/>
      </dsp:nvSpPr>
      <dsp:spPr>
        <a:xfrm>
          <a:off x="3490667" y="1356197"/>
          <a:ext cx="3216180" cy="2296760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Law—“</a:t>
          </a:r>
          <a:r>
            <a:rPr lang="en-US" sz="1400" b="1" kern="1200" dirty="0"/>
            <a:t>The time to acquire a target is a function of the distance to the target and the size of the target</a:t>
          </a:r>
          <a:r>
            <a:rPr lang="en-US" sz="1400" kern="1200" dirty="0"/>
            <a:t>.”</a:t>
          </a:r>
          <a:endParaRPr lang="en-US" sz="1400" b="1" kern="1200" dirty="0"/>
        </a:p>
      </dsp:txBody>
      <dsp:txXfrm>
        <a:off x="3490667" y="1356197"/>
        <a:ext cx="3216180" cy="2296760"/>
      </dsp:txXfrm>
    </dsp:sp>
    <dsp:sp modelId="{D175727B-2444-425D-85AD-0FC4BF98BB61}">
      <dsp:nvSpPr>
        <dsp:cNvPr id="0" name=""/>
        <dsp:cNvSpPr/>
      </dsp:nvSpPr>
      <dsp:spPr>
        <a:xfrm>
          <a:off x="6972405" y="295918"/>
          <a:ext cx="3534264" cy="1060279"/>
        </a:xfrm>
        <a:prstGeom prst="chevron">
          <a:avLst>
            <a:gd name="adj" fmla="val 3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Latency Reduction</a:t>
          </a:r>
        </a:p>
      </dsp:txBody>
      <dsp:txXfrm>
        <a:off x="7290489" y="295918"/>
        <a:ext cx="2898096" cy="1060279"/>
      </dsp:txXfrm>
    </dsp:sp>
    <dsp:sp modelId="{3A6E6FAF-4637-4CE9-9FF2-53D745C7220A}">
      <dsp:nvSpPr>
        <dsp:cNvPr id="0" name=""/>
        <dsp:cNvSpPr/>
      </dsp:nvSpPr>
      <dsp:spPr>
        <a:xfrm>
          <a:off x="6972405" y="1356197"/>
          <a:ext cx="3216180" cy="2296760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Interface must do  multitasking rather than kept user waiting for an operation to complete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e.g., </a:t>
          </a:r>
          <a:r>
            <a:rPr lang="en-US" sz="1400" b="1" kern="1200" dirty="0"/>
            <a:t>display a progress bar to show the progress of the task like downloading or </a:t>
          </a:r>
          <a:r>
            <a:rPr lang="en-US" sz="1400" kern="1200" dirty="0"/>
            <a:t>Show and animated visuals to keep user focused.</a:t>
          </a:r>
          <a:endParaRPr lang="en-US" sz="1400" b="1" kern="1200" dirty="0"/>
        </a:p>
      </dsp:txBody>
      <dsp:txXfrm>
        <a:off x="6972405" y="1356197"/>
        <a:ext cx="3216180" cy="22967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4BD55-EC23-49B9-8422-FC5856EF9D1E}">
      <dsp:nvSpPr>
        <dsp:cNvPr id="0" name=""/>
        <dsp:cNvSpPr/>
      </dsp:nvSpPr>
      <dsp:spPr>
        <a:xfrm>
          <a:off x="5286" y="193477"/>
          <a:ext cx="2026480" cy="65536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Learnability</a:t>
          </a:r>
        </a:p>
      </dsp:txBody>
      <dsp:txXfrm>
        <a:off x="5286" y="193477"/>
        <a:ext cx="2026480" cy="655365"/>
      </dsp:txXfrm>
    </dsp:sp>
    <dsp:sp modelId="{504E3545-C1C2-43EE-96A1-F6D3D0FD26E0}">
      <dsp:nvSpPr>
        <dsp:cNvPr id="0" name=""/>
        <dsp:cNvSpPr/>
      </dsp:nvSpPr>
      <dsp:spPr>
        <a:xfrm>
          <a:off x="5286" y="848842"/>
          <a:ext cx="2026480" cy="38617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Minimize learning time by creating simple &amp; intuitive designs</a:t>
          </a:r>
        </a:p>
      </dsp:txBody>
      <dsp:txXfrm>
        <a:off x="5286" y="848842"/>
        <a:ext cx="2026480" cy="3861700"/>
      </dsp:txXfrm>
    </dsp:sp>
    <dsp:sp modelId="{A33DAC9B-9E2B-4389-A275-46660C79C954}">
      <dsp:nvSpPr>
        <dsp:cNvPr id="0" name=""/>
        <dsp:cNvSpPr/>
      </dsp:nvSpPr>
      <dsp:spPr>
        <a:xfrm>
          <a:off x="2315474" y="193477"/>
          <a:ext cx="2026480" cy="655365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Maintain work product integrity</a:t>
          </a:r>
        </a:p>
      </dsp:txBody>
      <dsp:txXfrm>
        <a:off x="2315474" y="193477"/>
        <a:ext cx="2026480" cy="655365"/>
      </dsp:txXfrm>
    </dsp:sp>
    <dsp:sp modelId="{2D47FF8F-0514-47BC-A34B-42ACF11372EE}">
      <dsp:nvSpPr>
        <dsp:cNvPr id="0" name=""/>
        <dsp:cNvSpPr/>
      </dsp:nvSpPr>
      <dsp:spPr>
        <a:xfrm>
          <a:off x="2315474" y="848842"/>
          <a:ext cx="2026480" cy="3861700"/>
        </a:xfrm>
        <a:prstGeom prst="rect">
          <a:avLst/>
        </a:prstGeom>
        <a:solidFill>
          <a:schemeClr val="accent2">
            <a:tint val="40000"/>
            <a:alpha val="90000"/>
            <a:hueOff val="-212306"/>
            <a:satOff val="-18836"/>
            <a:lumOff val="-19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2306"/>
              <a:satOff val="-18836"/>
              <a:lumOff val="-1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An interface should autosaved the user data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e.g., </a:t>
          </a:r>
          <a:r>
            <a:rPr lang="en-US" sz="1800" b="1" kern="1200" dirty="0"/>
            <a:t>filling out long forms and loosing data in case of an error in an input field.</a:t>
          </a:r>
          <a:r>
            <a:rPr lang="en-US" sz="1800" kern="1200" dirty="0"/>
            <a:t> This leads to frustration. So, the data should be saved for all the correct fields. </a:t>
          </a:r>
        </a:p>
      </dsp:txBody>
      <dsp:txXfrm>
        <a:off x="2315474" y="848842"/>
        <a:ext cx="2026480" cy="3861700"/>
      </dsp:txXfrm>
    </dsp:sp>
    <dsp:sp modelId="{9C02611E-54A0-43EE-886A-836B3BB1E16F}">
      <dsp:nvSpPr>
        <dsp:cNvPr id="0" name=""/>
        <dsp:cNvSpPr/>
      </dsp:nvSpPr>
      <dsp:spPr>
        <a:xfrm>
          <a:off x="4625661" y="193477"/>
          <a:ext cx="2026480" cy="655365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Readability</a:t>
          </a:r>
        </a:p>
      </dsp:txBody>
      <dsp:txXfrm>
        <a:off x="4625661" y="193477"/>
        <a:ext cx="2026480" cy="655365"/>
      </dsp:txXfrm>
    </dsp:sp>
    <dsp:sp modelId="{9B0473CC-7D5B-424D-852E-5C74FCD0C52F}">
      <dsp:nvSpPr>
        <dsp:cNvPr id="0" name=""/>
        <dsp:cNvSpPr/>
      </dsp:nvSpPr>
      <dsp:spPr>
        <a:xfrm>
          <a:off x="4625661" y="848842"/>
          <a:ext cx="2026480" cy="3861700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All information presented </a:t>
          </a:r>
          <a:r>
            <a:rPr lang="en-US" sz="1800" b="0" kern="1200" dirty="0"/>
            <a:t>should be </a:t>
          </a:r>
          <a:r>
            <a:rPr lang="en-US" sz="1800" b="1" kern="1200" dirty="0"/>
            <a:t>readable by all age group users</a:t>
          </a:r>
        </a:p>
      </dsp:txBody>
      <dsp:txXfrm>
        <a:off x="4625661" y="848842"/>
        <a:ext cx="2026480" cy="3861700"/>
      </dsp:txXfrm>
    </dsp:sp>
    <dsp:sp modelId="{8C1CED0B-0625-4ABE-AB13-8861AF98D473}">
      <dsp:nvSpPr>
        <dsp:cNvPr id="0" name=""/>
        <dsp:cNvSpPr/>
      </dsp:nvSpPr>
      <dsp:spPr>
        <a:xfrm>
          <a:off x="6935849" y="193477"/>
          <a:ext cx="2026480" cy="655365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Track state</a:t>
          </a:r>
        </a:p>
      </dsp:txBody>
      <dsp:txXfrm>
        <a:off x="6935849" y="193477"/>
        <a:ext cx="2026480" cy="655365"/>
      </dsp:txXfrm>
    </dsp:sp>
    <dsp:sp modelId="{DFB6F2B3-A068-4DC3-AE08-D5E6DDB80CDE}">
      <dsp:nvSpPr>
        <dsp:cNvPr id="0" name=""/>
        <dsp:cNvSpPr/>
      </dsp:nvSpPr>
      <dsp:spPr>
        <a:xfrm>
          <a:off x="6935849" y="848842"/>
          <a:ext cx="2026480" cy="3861700"/>
        </a:xfrm>
        <a:prstGeom prst="rect">
          <a:avLst/>
        </a:prstGeom>
        <a:solidFill>
          <a:schemeClr val="accent2">
            <a:tint val="40000"/>
            <a:alpha val="90000"/>
            <a:hueOff val="-636919"/>
            <a:satOff val="-56510"/>
            <a:lumOff val="-5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6919"/>
              <a:satOff val="-56510"/>
              <a:lumOff val="-5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Cookies can be used to </a:t>
          </a:r>
          <a:r>
            <a:rPr lang="en-US" sz="1800" b="1" kern="1200" dirty="0"/>
            <a:t>track user activities </a:t>
          </a:r>
          <a:r>
            <a:rPr lang="en-US" sz="1800" kern="1200" dirty="0"/>
            <a:t>so user </a:t>
          </a:r>
          <a:r>
            <a:rPr lang="en-US" sz="1800" b="1" kern="1200" dirty="0"/>
            <a:t>may logout </a:t>
          </a:r>
          <a:r>
            <a:rPr lang="en-US" sz="1800" kern="1200" dirty="0"/>
            <a:t>any time &amp; can </a:t>
          </a:r>
          <a:r>
            <a:rPr lang="en-US" sz="1800" b="1" kern="1200" dirty="0"/>
            <a:t>continue from the same state after logging in again</a:t>
          </a:r>
        </a:p>
      </dsp:txBody>
      <dsp:txXfrm>
        <a:off x="6935849" y="848842"/>
        <a:ext cx="2026480" cy="3861700"/>
      </dsp:txXfrm>
    </dsp:sp>
    <dsp:sp modelId="{D592FFD7-E08A-40CE-8D33-E7C7A26E74B8}">
      <dsp:nvSpPr>
        <dsp:cNvPr id="0" name=""/>
        <dsp:cNvSpPr/>
      </dsp:nvSpPr>
      <dsp:spPr>
        <a:xfrm>
          <a:off x="9246037" y="193477"/>
          <a:ext cx="2026480" cy="655365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Visible navigation</a:t>
          </a:r>
        </a:p>
      </dsp:txBody>
      <dsp:txXfrm>
        <a:off x="9246037" y="193477"/>
        <a:ext cx="2026480" cy="655365"/>
      </dsp:txXfrm>
    </dsp:sp>
    <dsp:sp modelId="{14DA9295-6658-44D1-AC7C-6189B6BE75FC}">
      <dsp:nvSpPr>
        <dsp:cNvPr id="0" name=""/>
        <dsp:cNvSpPr/>
      </dsp:nvSpPr>
      <dsp:spPr>
        <a:xfrm>
          <a:off x="9246037" y="848842"/>
          <a:ext cx="2026480" cy="386170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Obvious navigation bars mentioned on every interface of the application.</a:t>
          </a:r>
        </a:p>
      </dsp:txBody>
      <dsp:txXfrm>
        <a:off x="9246037" y="848842"/>
        <a:ext cx="2026480" cy="3861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9103D-768D-42A3-A1D2-40F43D7058D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B08B7-15D5-42F0-B313-9C8601675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dirty="0"/>
              <a:t>In interactive systems its important to complete tasks quickly so relevant options should be easily accessible and in larger size.</a:t>
            </a:r>
          </a:p>
          <a:p>
            <a:pPr lvl="0"/>
            <a:r>
              <a:rPr lang="en-US" sz="1200" b="0" dirty="0"/>
              <a:t>The important buttons should be made bigger to reduce accessibility time</a:t>
            </a:r>
          </a:p>
          <a:p>
            <a:pPr lvl="0"/>
            <a:r>
              <a:rPr lang="en-US" sz="1200" b="0" dirty="0"/>
              <a:t>And inter-related targets should be placed together to reduce time.</a:t>
            </a:r>
          </a:p>
          <a:p>
            <a:pPr lvl="0"/>
            <a:r>
              <a:rPr lang="en-US" sz="1200" b="0" dirty="0"/>
              <a:t>E.g., in </a:t>
            </a:r>
            <a:r>
              <a:rPr lang="en-US" sz="1200" b="0" dirty="0" err="1"/>
              <a:t>Youtube</a:t>
            </a:r>
            <a:r>
              <a:rPr lang="en-US" sz="1200" b="0" dirty="0"/>
              <a:t>, sound controls at bottom and near to video and subscribe button bigger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BBF4F2-2E21-4D8E-8C79-0BCD4118C33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33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CBBB-0207-467C-AFD0-CF9E14F52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2E635-D5D6-4861-B580-A9E26FC19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8C3CE-AC26-4826-BD0F-05FD9A15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70CC-AD62-41BC-AC20-16D693BF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96786-9DB3-42EC-9D1C-C1A8DD0BC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3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E8B9-FA65-4D1C-9A21-CABEA7A0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8769E-F357-4176-A844-CB0CC85BD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3456E-D2DE-47DD-B075-68DE16F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229C-FDE0-4771-B140-B06293B2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83513-AF81-4029-888A-A0024D99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9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257F-D93F-468C-AFE8-7EE30780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5771A-181C-4D6A-8362-B34774243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A6C40-0F0D-437F-8A1C-C1FE5212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C4DFB-912B-4151-8A2A-5B2155A6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A43B9-7B04-4B5B-987C-3D2D68BC0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6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4C8B-600B-45F6-8A5D-FCFE86AD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2ABA8-2DBF-4631-8D94-3D0F958D4B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9CFDA-3DFE-45C1-B38A-34AD0239F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B41DA-F968-4298-BA82-0EAFA17A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992C1-5535-4EEF-9D6A-20DB35D6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11CA9-39A1-4FD8-A56F-E1E1375A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76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99EA-4403-4771-85F3-BA5CCC472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BBABB-A4D6-4166-B0A6-472A05DDF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B3845-56DA-479E-A000-AE604A960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E16E3-4DA4-491A-B562-A66382993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28A48-5CA4-4420-87D0-5DCB9181B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CC2B4-2651-41F8-BA55-F36EBCD1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31851-9071-4D98-96B5-DDE6D13E1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2EABA-DA0D-40E7-8E4F-02B1E698A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11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550B-4FD9-4A61-A9DC-A9E2BD61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86DF8-FC91-46B6-88A5-1491BF6DF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1F0D8-1072-49AF-9D8C-74D07B45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CC44F-A956-4478-9C13-82366DD3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7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8FA2B7-B843-459A-ADD7-F9BC4B1A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4A741-BC42-476F-9EB4-BE287E92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3C74-1261-4EE2-95CB-51FF77E5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5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A685-3ED1-4AA0-8871-13D554CB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80C46-C0EF-468C-B151-D06E20569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0E423-4D7D-4B3D-B221-BE9025171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DF776-A95B-422E-A406-5F7ACCD9A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D96C0-1334-4B88-8A7C-23F3912A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57B85-B18D-484C-9D3E-21C8C31D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9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2A6E-707E-44DB-B60D-4266CB50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962C9-46B4-4F91-B939-3698A8973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77CA5-0E81-4220-B6D5-CF16CA6E8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82FDA-C3E1-4C18-92D4-A6B18EC1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ECE7A-3444-47CA-B300-B4EDC4340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3E684-3C2A-47DB-BF1A-D51A6D84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6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BED6-ECEC-4BDA-8607-476A7F81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1488F-D41C-4BA3-84A7-1B4E49306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940C-40AB-4EBA-BA7B-1C31A4AC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8FD6B-9E50-43FB-B973-3DE59983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A2FE-ED86-43A5-9EFB-5F9D662B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53A05-1867-4968-9F48-B05D3BA41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6D0EF-AED6-4280-8F8A-6F8426FAE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5B9BB-FE87-4145-A20F-08C01D6E8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B47EC-1BFB-4465-A992-26DCA33C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41CD4-E399-4135-B1A1-6C4156F2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2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B5296F-2F73-4697-8366-387DFD03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5B66D-BE93-43C7-92B9-3A1459A45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44052-AB23-4802-8852-69E39DEEB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D2504-D59A-49D4-8ADE-903BBF29AFD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F3FED-60C2-45A3-9990-481C74010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DEC01-F4C5-4622-B289-5468BCEBE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21109-8B90-4108-B8B3-36B4C2A67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7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ED529-C3D0-421E-B384-1843B227B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User Interface Design</a:t>
            </a:r>
          </a:p>
        </p:txBody>
      </p:sp>
    </p:spTree>
    <p:extLst>
      <p:ext uri="{BB962C8B-B14F-4D97-AF65-F5344CB8AC3E}">
        <p14:creationId xmlns:p14="http://schemas.microsoft.com/office/powerpoint/2010/main" val="360969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95B0C8-9362-4045-B934-7587EE443A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26" r="-2" b="13240"/>
          <a:stretch/>
        </p:blipFill>
        <p:spPr>
          <a:xfrm>
            <a:off x="621676" y="791552"/>
            <a:ext cx="3874124" cy="23083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5A7360-3B40-4DEE-92E3-1393983B3F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02" b="12699"/>
          <a:stretch/>
        </p:blipFill>
        <p:spPr>
          <a:xfrm>
            <a:off x="1345592" y="3586297"/>
            <a:ext cx="2426292" cy="2644860"/>
          </a:xfrm>
          <a:prstGeom prst="rect">
            <a:avLst/>
          </a:prstGeom>
        </p:spPr>
      </p:pic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n-US" sz="5400"/>
              <a:t>Interface Design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AE04A711-97BC-46A6-97AC-87C77493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505654" cy="2728198"/>
          </a:xfrm>
        </p:spPr>
        <p:txBody>
          <a:bodyPr anchor="t">
            <a:normAutofit/>
          </a:bodyPr>
          <a:lstStyle/>
          <a:p>
            <a:r>
              <a:rPr lang="en-US" sz="2400"/>
              <a:t>Initially users must adapt to complex systems</a:t>
            </a:r>
          </a:p>
          <a:p>
            <a:pPr lvl="1"/>
            <a:r>
              <a:rPr lang="en-US"/>
              <a:t>For being technical</a:t>
            </a:r>
          </a:p>
          <a:p>
            <a:r>
              <a:rPr lang="en-US" sz="2400"/>
              <a:t>Now technology must consider human ease </a:t>
            </a:r>
          </a:p>
          <a:p>
            <a:r>
              <a:rPr lang="en-US" sz="2400"/>
              <a:t>Usability matters a lot!!!!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309034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563613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 dirty="0"/>
              <a:t>Interface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FB86A-4499-4C29-9AFA-31067A165E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56" r="-4" b="-4"/>
          <a:stretch/>
        </p:blipFill>
        <p:spPr>
          <a:xfrm>
            <a:off x="1123356" y="2213361"/>
            <a:ext cx="5593638" cy="3837061"/>
          </a:xfrm>
          <a:prstGeom prst="rect">
            <a:avLst/>
          </a:prstGeom>
        </p:spPr>
      </p:pic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AE04A711-97BC-46A6-97AC-87C774936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7444" y="2831900"/>
            <a:ext cx="4428236" cy="2728198"/>
          </a:xfrm>
        </p:spPr>
        <p:txBody>
          <a:bodyPr anchor="t">
            <a:normAutofit fontScale="85000" lnSpcReduction="10000"/>
          </a:bodyPr>
          <a:lstStyle/>
          <a:p>
            <a:r>
              <a:rPr lang="en-US" sz="2400" dirty="0"/>
              <a:t>Set of golden rules defined</a:t>
            </a:r>
          </a:p>
          <a:p>
            <a:r>
              <a:rPr lang="en-US" sz="2400" dirty="0"/>
              <a:t>Interaction mechanism created</a:t>
            </a:r>
          </a:p>
          <a:p>
            <a:pPr lvl="1"/>
            <a:r>
              <a:rPr lang="en-US" b="1" dirty="0"/>
              <a:t>the window world</a:t>
            </a:r>
          </a:p>
          <a:p>
            <a:r>
              <a:rPr lang="en-US" sz="2400" dirty="0"/>
              <a:t>Issues observed in bad GUI designs:</a:t>
            </a:r>
          </a:p>
          <a:p>
            <a:pPr lvl="1"/>
            <a:r>
              <a:rPr lang="en-US" dirty="0"/>
              <a:t>Not user friendly</a:t>
            </a:r>
          </a:p>
          <a:p>
            <a:pPr lvl="1"/>
            <a:r>
              <a:rPr lang="en-US" dirty="0"/>
              <a:t>Confusing</a:t>
            </a:r>
          </a:p>
          <a:p>
            <a:pPr lvl="1"/>
            <a:r>
              <a:rPr lang="en-US" dirty="0"/>
              <a:t>Counterintuitive</a:t>
            </a:r>
          </a:p>
          <a:p>
            <a:pPr lvl="1"/>
            <a:r>
              <a:rPr lang="en-US" dirty="0"/>
              <a:t>frustrating</a:t>
            </a:r>
          </a:p>
        </p:txBody>
      </p:sp>
    </p:spTree>
    <p:extLst>
      <p:ext uri="{BB962C8B-B14F-4D97-AF65-F5344CB8AC3E}">
        <p14:creationId xmlns:p14="http://schemas.microsoft.com/office/powerpoint/2010/main" val="2088273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3600" dirty="0"/>
              <a:t>Golden rules for UI design (by Theo Mandel)</a:t>
            </a:r>
          </a:p>
        </p:txBody>
      </p:sp>
      <p:graphicFrame>
        <p:nvGraphicFramePr>
          <p:cNvPr id="65" name="Content Placeholder 2">
            <a:extLst>
              <a:ext uri="{FF2B5EF4-FFF2-40B4-BE49-F238E27FC236}">
                <a16:creationId xmlns:a16="http://schemas.microsoft.com/office/drawing/2014/main" id="{74679EC9-DA28-5F1A-240B-C57763D0E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4320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4046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ight Triangle 79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5100"/>
              <a:t>Principle 1: Allow users to maintain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6DFA-90B5-4D95-95DA-6AB78A55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775" y="2714625"/>
            <a:ext cx="9572625" cy="3011851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000" b="1" dirty="0"/>
              <a:t>Define interactive modes that allow the user to let them do whatever they want freely</a:t>
            </a:r>
          </a:p>
          <a:p>
            <a:pPr lvl="1"/>
            <a:r>
              <a:rPr lang="en-US" sz="2000" dirty="0"/>
              <a:t>Define different modes and allows easy switching between modes</a:t>
            </a:r>
          </a:p>
          <a:p>
            <a:pPr lvl="1"/>
            <a:r>
              <a:rPr lang="en-US" sz="2000" dirty="0"/>
              <a:t>E.g., spell check and editing modes in the word processor, read mode, browser modes, etc.</a:t>
            </a:r>
          </a:p>
          <a:p>
            <a:r>
              <a:rPr lang="en-US" sz="2000" b="1" dirty="0"/>
              <a:t>Allow flexible interaction</a:t>
            </a:r>
          </a:p>
          <a:p>
            <a:pPr lvl="1"/>
            <a:r>
              <a:rPr lang="en-US" sz="2000" dirty="0"/>
              <a:t>Allow users to interact via multiple ways like the mouse, keyboard, digitizer pen, voice inputs, multitouch inputs, etc.</a:t>
            </a:r>
          </a:p>
          <a:p>
            <a:r>
              <a:rPr lang="en-US" sz="2000" b="1" dirty="0"/>
              <a:t>Allow user interaction to be uninterruptable and undoable</a:t>
            </a:r>
          </a:p>
          <a:p>
            <a:pPr lvl="1"/>
            <a:r>
              <a:rPr lang="en-US" sz="2000" dirty="0"/>
              <a:t>Freely allows the user to quit a work and do another without losing changes</a:t>
            </a:r>
          </a:p>
          <a:p>
            <a:pPr lvl="1"/>
            <a:r>
              <a:rPr lang="en-US" sz="2000" dirty="0"/>
              <a:t>Undo/redo also allowed</a:t>
            </a:r>
          </a:p>
          <a:p>
            <a:pPr marL="0" indent="0">
              <a:buNone/>
            </a:pPr>
            <a:endParaRPr lang="en-US" sz="1100" dirty="0"/>
          </a:p>
          <a:p>
            <a:pPr lvl="1"/>
            <a:endParaRPr lang="en-US" sz="1100" dirty="0"/>
          </a:p>
          <a:p>
            <a:pPr lvl="1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2497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Principle 1: Allow users to maintain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6DFA-90B5-4D95-95DA-6AB78A55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9830435" cy="2800395"/>
          </a:xfrm>
        </p:spPr>
        <p:txBody>
          <a:bodyPr anchor="t">
            <a:noAutofit/>
          </a:bodyPr>
          <a:lstStyle/>
          <a:p>
            <a:r>
              <a:rPr lang="en-US" sz="1800" b="1" dirty="0"/>
              <a:t>Allow creating customized operations </a:t>
            </a:r>
          </a:p>
          <a:p>
            <a:pPr lvl="1"/>
            <a:r>
              <a:rPr lang="en-US" sz="1800" dirty="0"/>
              <a:t>Create macros for Frequently occurring operations(e.g., like in MS word)</a:t>
            </a:r>
          </a:p>
          <a:p>
            <a:pPr lvl="1"/>
            <a:r>
              <a:rPr lang="en-US" sz="1800" dirty="0"/>
              <a:t>For advanced users to customize UI</a:t>
            </a:r>
          </a:p>
          <a:p>
            <a:r>
              <a:rPr lang="en-US" sz="1800" b="1" dirty="0"/>
              <a:t>Hide technical internals from casual users</a:t>
            </a:r>
          </a:p>
          <a:p>
            <a:pPr lvl="1"/>
            <a:r>
              <a:rPr lang="en-US" sz="1800" dirty="0"/>
              <a:t>User is unaware of the underlying OS, file management operations and other complexities</a:t>
            </a:r>
          </a:p>
          <a:p>
            <a:pPr lvl="1"/>
            <a:r>
              <a:rPr lang="en-US" sz="1800" dirty="0"/>
              <a:t>E.g., in Application software, there is no need to give OS commands.</a:t>
            </a:r>
          </a:p>
          <a:p>
            <a:r>
              <a:rPr lang="en-US" sz="1800" b="1" dirty="0"/>
              <a:t>Design for direct interaction with on-screen objects</a:t>
            </a:r>
          </a:p>
          <a:p>
            <a:pPr lvl="1"/>
            <a:r>
              <a:rPr lang="en-US" sz="1800" dirty="0"/>
              <a:t>Icons or other objects could be dragged or scaled up or down as if they exist physically.</a:t>
            </a:r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33464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505" y="1029247"/>
            <a:ext cx="10439590" cy="1618489"/>
          </a:xfrm>
        </p:spPr>
        <p:txBody>
          <a:bodyPr anchor="ctr">
            <a:normAutofit/>
          </a:bodyPr>
          <a:lstStyle/>
          <a:p>
            <a:r>
              <a:rPr lang="en-US" sz="5000" dirty="0"/>
              <a:t>Principle 2: Reduce User’s memory load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6DFA-90B5-4D95-95DA-6AB78A55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10060784" cy="2800395"/>
          </a:xfrm>
        </p:spPr>
        <p:txBody>
          <a:bodyPr anchor="t">
            <a:noAutofit/>
          </a:bodyPr>
          <a:lstStyle/>
          <a:p>
            <a:pPr algn="just"/>
            <a:r>
              <a:rPr lang="en-US" sz="2000" b="1" dirty="0"/>
              <a:t>Well designed system doesn’t test user’s memory</a:t>
            </a:r>
          </a:p>
          <a:p>
            <a:pPr lvl="1" algn="just"/>
            <a:r>
              <a:rPr lang="en-US" sz="2000" dirty="0"/>
              <a:t>E.g., Use list boxes or checkbox inputs rather than text boxes. </a:t>
            </a:r>
          </a:p>
          <a:p>
            <a:pPr algn="just"/>
            <a:r>
              <a:rPr lang="en-US" sz="2000" b="1" dirty="0"/>
              <a:t>Reduce demand to learn more</a:t>
            </a:r>
          </a:p>
          <a:p>
            <a:pPr lvl="1" algn="just"/>
            <a:r>
              <a:rPr lang="en-US" sz="2000" dirty="0"/>
              <a:t>Users should not have to recall past inputs, rather they are saved and shown using visuals.</a:t>
            </a:r>
          </a:p>
          <a:p>
            <a:pPr algn="just"/>
            <a:r>
              <a:rPr lang="en-US" sz="2000" b="1" dirty="0"/>
              <a:t>Establish meaningful defaults</a:t>
            </a:r>
          </a:p>
          <a:p>
            <a:pPr lvl="1" algn="just"/>
            <a:r>
              <a:rPr lang="en-US" sz="2000" dirty="0"/>
              <a:t>User should have a preference to customize layout or change the default settings.</a:t>
            </a:r>
          </a:p>
          <a:p>
            <a:pPr lvl="1" algn="just"/>
            <a:r>
              <a:rPr lang="en-US" sz="2000" dirty="0"/>
              <a:t>However, reset could change them to defaults again.</a:t>
            </a:r>
          </a:p>
          <a:p>
            <a:pPr marL="457200" lvl="1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107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Principle 2: Reduce User’s memory load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6DFA-90B5-4D95-95DA-6AB78A55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24125"/>
            <a:ext cx="9716135" cy="3245739"/>
          </a:xfrm>
        </p:spPr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endParaRPr lang="en-US" sz="1300" dirty="0"/>
          </a:p>
          <a:p>
            <a:r>
              <a:rPr lang="en-US" sz="2100" b="1" dirty="0"/>
              <a:t>Define intuitive shortcuts</a:t>
            </a:r>
          </a:p>
          <a:p>
            <a:pPr lvl="1"/>
            <a:r>
              <a:rPr lang="en-US" sz="2100" dirty="0"/>
              <a:t>Bind shortcuts that are easy to remember like </a:t>
            </a:r>
            <a:r>
              <a:rPr lang="en-US" sz="2100" dirty="0" err="1"/>
              <a:t>ctrl+</a:t>
            </a:r>
            <a:r>
              <a:rPr lang="en-US" sz="2100" b="1" dirty="0" err="1"/>
              <a:t>p</a:t>
            </a:r>
            <a:r>
              <a:rPr lang="en-US" sz="2100" dirty="0"/>
              <a:t> for </a:t>
            </a:r>
            <a:r>
              <a:rPr lang="en-US" sz="2100" b="1" dirty="0"/>
              <a:t>print</a:t>
            </a:r>
          </a:p>
          <a:p>
            <a:r>
              <a:rPr lang="en-US" sz="2100" b="1" dirty="0"/>
              <a:t>Visual layout should be near to real-time systems</a:t>
            </a:r>
          </a:p>
          <a:p>
            <a:pPr lvl="1"/>
            <a:r>
              <a:rPr lang="en-US" sz="2100" dirty="0"/>
              <a:t>E.g., the bill paying process should be the same as in real life. </a:t>
            </a:r>
          </a:p>
          <a:p>
            <a:pPr lvl="1"/>
            <a:r>
              <a:rPr lang="en-US" sz="2100" dirty="0"/>
              <a:t>All steps must be fulfilled.</a:t>
            </a:r>
          </a:p>
          <a:p>
            <a:r>
              <a:rPr lang="en-US" sz="2100" b="1" dirty="0"/>
              <a:t>Disclose information in a progressive fashion</a:t>
            </a:r>
          </a:p>
          <a:p>
            <a:pPr lvl="1"/>
            <a:r>
              <a:rPr lang="en-US" sz="2100" dirty="0"/>
              <a:t>Information displayed on multiple levels.</a:t>
            </a:r>
          </a:p>
          <a:p>
            <a:pPr lvl="1"/>
            <a:r>
              <a:rPr lang="en-US" sz="2100" dirty="0"/>
              <a:t>E.g.,  E-commerce websites have just pictures. Click that to show detailed information, different underline options shown when clicked on the list further</a:t>
            </a:r>
          </a:p>
          <a:p>
            <a:pPr lvl="1"/>
            <a:endParaRPr lang="en-US" sz="1300" dirty="0"/>
          </a:p>
          <a:p>
            <a:endParaRPr lang="en-US" sz="1300" dirty="0"/>
          </a:p>
          <a:p>
            <a:pPr marL="457200" lvl="1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7653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Principle 3: Make consistent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6DFA-90B5-4D95-95DA-6AB78A55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43175"/>
            <a:ext cx="9897110" cy="3226689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endParaRPr lang="en-US" sz="1100" dirty="0"/>
          </a:p>
          <a:p>
            <a:r>
              <a:rPr lang="en-US" sz="2300" b="1" dirty="0"/>
              <a:t>Allow users to put tasks in meaningful context</a:t>
            </a:r>
          </a:p>
          <a:p>
            <a:pPr lvl="1"/>
            <a:r>
              <a:rPr lang="en-US" sz="2300" dirty="0"/>
              <a:t>User should have an idea of the work they are doing</a:t>
            </a:r>
          </a:p>
          <a:p>
            <a:pPr lvl="1"/>
            <a:r>
              <a:rPr lang="en-US" sz="2300" b="1" dirty="0"/>
              <a:t>Like windows should be labeled with titles, consistent color coding should be used for the same tasks etc.</a:t>
            </a:r>
          </a:p>
          <a:p>
            <a:r>
              <a:rPr lang="en-US" sz="2300" b="1" dirty="0"/>
              <a:t>Maintain consistency across a family of applications</a:t>
            </a:r>
          </a:p>
          <a:p>
            <a:pPr lvl="1"/>
            <a:r>
              <a:rPr lang="en-US" sz="2300" dirty="0"/>
              <a:t>A set of applications must follow a particular pattern </a:t>
            </a:r>
          </a:p>
          <a:p>
            <a:pPr lvl="1"/>
            <a:r>
              <a:rPr lang="en-US" sz="2300" dirty="0"/>
              <a:t>As the front and the back view is same in whole MS office.</a:t>
            </a:r>
          </a:p>
          <a:p>
            <a:r>
              <a:rPr lang="en-US" sz="2300" b="1" dirty="0"/>
              <a:t>Don’t make changes in system against user’s previous habits, until you are compelled to do so</a:t>
            </a:r>
          </a:p>
          <a:p>
            <a:pPr lvl="1"/>
            <a:r>
              <a:rPr lang="en-US" sz="2300" dirty="0"/>
              <a:t>Don’t redefine the user’s past experiences in UI</a:t>
            </a:r>
          </a:p>
          <a:p>
            <a:pPr lvl="1"/>
            <a:r>
              <a:rPr lang="en-US" sz="2300" dirty="0"/>
              <a:t>For example, </a:t>
            </a:r>
            <a:r>
              <a:rPr lang="en-US" sz="2300" dirty="0" err="1"/>
              <a:t>Ctrl+S</a:t>
            </a:r>
            <a:r>
              <a:rPr lang="en-US" sz="2300" dirty="0"/>
              <a:t> is used for save. Don’t bind it with scaling. As user is expecting on his past experience that it’ll save the file</a:t>
            </a:r>
            <a:r>
              <a:rPr lang="en-US" sz="1100" dirty="0"/>
              <a:t>. </a:t>
            </a:r>
          </a:p>
          <a:p>
            <a:endParaRPr lang="en-US" sz="1100" dirty="0"/>
          </a:p>
          <a:p>
            <a:pPr marL="457200" lvl="1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9215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/>
              <a:t>UI Design models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B210DBE-18B4-41F3-B060-88D756D63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75328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755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/>
              <a:t>UI Design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/>
              <a:t>Hence, an effective design is one in which the user mental model and implementation model coincides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2676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BB3B7E-171D-48E6-A0F7-7AF2A1E81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/>
              <a:t>UI Analysis &amp; design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B210DBE-18B4-41F3-B060-88D756D63F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897735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2223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3" name="Right Triangle 103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 b="1"/>
              <a:t>UI analysis &amp; design Process</a:t>
            </a:r>
          </a:p>
        </p:txBody>
      </p:sp>
      <p:pic>
        <p:nvPicPr>
          <p:cNvPr id="1026" name="Picture 2" descr="Software Engineering-User Interface Design - Best Online Tutorials | Source  codes | Programming Languages">
            <a:extLst>
              <a:ext uri="{FF2B5EF4-FFF2-40B4-BE49-F238E27FC236}">
                <a16:creationId xmlns:a16="http://schemas.microsoft.com/office/drawing/2014/main" id="{6BBFD22D-C1FF-45F7-BC00-BF33F9FBB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3194" y="2304662"/>
            <a:ext cx="4653189" cy="392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174" y="2604837"/>
            <a:ext cx="5813383" cy="2728198"/>
          </a:xfrm>
        </p:spPr>
        <p:txBody>
          <a:bodyPr anchor="t">
            <a:normAutofit lnSpcReduction="10000"/>
          </a:bodyPr>
          <a:lstStyle/>
          <a:p>
            <a:r>
              <a:rPr lang="en-US" sz="1800" dirty="0"/>
              <a:t>Iterative process – It uses the spiral process model</a:t>
            </a:r>
          </a:p>
          <a:p>
            <a:r>
              <a:rPr lang="en-US" sz="1800" dirty="0"/>
              <a:t>Four steps are:</a:t>
            </a:r>
          </a:p>
          <a:p>
            <a:pPr lvl="1"/>
            <a:r>
              <a:rPr lang="en-US" sz="1800" dirty="0"/>
              <a:t>Interface analysis</a:t>
            </a:r>
          </a:p>
          <a:p>
            <a:pPr lvl="1"/>
            <a:r>
              <a:rPr lang="en-US" sz="1800" dirty="0"/>
              <a:t>Interface design</a:t>
            </a:r>
          </a:p>
          <a:p>
            <a:pPr lvl="1"/>
            <a:r>
              <a:rPr lang="en-US" sz="1800" dirty="0"/>
              <a:t>Interface implementation/construction involves a prototyping approach</a:t>
            </a:r>
          </a:p>
          <a:p>
            <a:pPr lvl="1"/>
            <a:r>
              <a:rPr lang="en-US" sz="1800" dirty="0"/>
              <a:t>Interface validation </a:t>
            </a:r>
          </a:p>
          <a:p>
            <a:r>
              <a:rPr lang="en-US" sz="1800" dirty="0"/>
              <a:t>Since it’s spiral model so these steps need to be processed again and again for design betterment.</a:t>
            </a:r>
          </a:p>
          <a:p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46936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b="1"/>
              <a:t>Interface Analysis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09935"/>
            <a:ext cx="8074815" cy="3259929"/>
          </a:xfrm>
        </p:spPr>
        <p:txBody>
          <a:bodyPr anchor="t">
            <a:normAutofit/>
          </a:bodyPr>
          <a:lstStyle/>
          <a:p>
            <a:r>
              <a:rPr lang="en-US" sz="2000" i="1" u="sng" dirty="0"/>
              <a:t>User Analysis:</a:t>
            </a:r>
          </a:p>
          <a:p>
            <a:r>
              <a:rPr lang="en-US" sz="2000" dirty="0"/>
              <a:t>Understand problem before designing the solution.</a:t>
            </a:r>
          </a:p>
          <a:p>
            <a:pPr lvl="1"/>
            <a:r>
              <a:rPr lang="en-US" sz="2000" dirty="0"/>
              <a:t>Understand users of the system, </a:t>
            </a:r>
          </a:p>
          <a:p>
            <a:pPr lvl="1"/>
            <a:r>
              <a:rPr lang="en-US" sz="2000" dirty="0"/>
              <a:t>the system goals (tasks), </a:t>
            </a:r>
          </a:p>
          <a:p>
            <a:pPr lvl="1"/>
            <a:r>
              <a:rPr lang="en-US" sz="2000" dirty="0"/>
              <a:t>the displayed content, </a:t>
            </a:r>
          </a:p>
          <a:p>
            <a:pPr lvl="1"/>
            <a:r>
              <a:rPr lang="en-US" sz="2000" dirty="0"/>
              <a:t>the environment in which tasks is conducted.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The mental image and the </a:t>
            </a:r>
            <a:r>
              <a:rPr lang="en-US" sz="2000" dirty="0" err="1">
                <a:solidFill>
                  <a:srgbClr val="FF0000"/>
                </a:solidFill>
              </a:rPr>
              <a:t>implemntation</a:t>
            </a:r>
            <a:r>
              <a:rPr lang="en-US" sz="2000" dirty="0">
                <a:solidFill>
                  <a:srgbClr val="FF0000"/>
                </a:solidFill>
              </a:rPr>
              <a:t> model must converge.</a:t>
            </a:r>
          </a:p>
          <a:p>
            <a:pPr lvl="1"/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Can be achieved by understanding the users and how they use the system</a:t>
            </a:r>
          </a:p>
          <a:p>
            <a:endParaRPr lang="en-US" sz="2000" dirty="0"/>
          </a:p>
          <a:p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pic>
        <p:nvPicPr>
          <p:cNvPr id="7" name="Picture 2" descr="Software Engineering-User Interface Design - Best Online Tutorials | Source  codes | Programming Languages">
            <a:extLst>
              <a:ext uri="{FF2B5EF4-FFF2-40B4-BE49-F238E27FC236}">
                <a16:creationId xmlns:a16="http://schemas.microsoft.com/office/drawing/2014/main" id="{6BBFD22D-C1FF-45F7-BC00-BF33F9FBBF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80" b="49023"/>
          <a:stretch/>
        </p:blipFill>
        <p:spPr bwMode="auto">
          <a:xfrm>
            <a:off x="7525441" y="2509935"/>
            <a:ext cx="3218284" cy="193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432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b="1"/>
              <a:t>Interface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47257"/>
            <a:ext cx="9113982" cy="3222607"/>
          </a:xfrm>
        </p:spPr>
        <p:txBody>
          <a:bodyPr anchor="t">
            <a:normAutofit/>
          </a:bodyPr>
          <a:lstStyle/>
          <a:p>
            <a:r>
              <a:rPr lang="en-US" sz="1800" dirty="0"/>
              <a:t>Information for system understanding can be obtained by:</a:t>
            </a:r>
          </a:p>
          <a:p>
            <a:pPr lvl="1"/>
            <a:r>
              <a:rPr lang="en-US" sz="1800" i="1" dirty="0"/>
              <a:t>User interviews</a:t>
            </a:r>
          </a:p>
          <a:p>
            <a:pPr lvl="2"/>
            <a:r>
              <a:rPr lang="en-US" sz="1800" dirty="0"/>
              <a:t>development team members met with end users to identify their needs and work culture. </a:t>
            </a:r>
          </a:p>
          <a:p>
            <a:pPr lvl="1"/>
            <a:r>
              <a:rPr lang="en-US" sz="1800" i="1" dirty="0"/>
              <a:t>Marketing &amp; sales input</a:t>
            </a:r>
          </a:p>
          <a:p>
            <a:pPr lvl="2"/>
            <a:r>
              <a:rPr lang="en-US" sz="1800" dirty="0"/>
              <a:t>Take the market survey and check in how many ways the product(application) could come handy.</a:t>
            </a:r>
          </a:p>
          <a:p>
            <a:pPr lvl="1"/>
            <a:r>
              <a:rPr lang="en-US" sz="1800" i="1" dirty="0"/>
              <a:t>Support input</a:t>
            </a:r>
          </a:p>
          <a:p>
            <a:pPr lvl="2" algn="just"/>
            <a:r>
              <a:rPr lang="en-US" sz="1800" dirty="0"/>
              <a:t>Support staff takes feedback of the what work or what not. Which features are easy to use or not etc.</a:t>
            </a:r>
          </a:p>
          <a:p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73130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3600" b="1"/>
              <a:t>User Analysis questions for better user categorization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609" y="457201"/>
            <a:ext cx="7212338" cy="6079066"/>
          </a:xfrm>
        </p:spPr>
        <p:txBody>
          <a:bodyPr anchor="ctr">
            <a:normAutofit/>
          </a:bodyPr>
          <a:lstStyle/>
          <a:p>
            <a:pPr>
              <a:spcBef>
                <a:spcPts val="300"/>
              </a:spcBef>
            </a:pPr>
            <a:r>
              <a:rPr lang="en-US" altLang="en-US" sz="1400" dirty="0"/>
              <a:t>Are </a:t>
            </a:r>
            <a:r>
              <a:rPr lang="en-US" altLang="en-US" sz="1400" b="1" dirty="0"/>
              <a:t>users trained professionals, technician, clerical, or manufacturing workers</a:t>
            </a:r>
            <a:r>
              <a:rPr lang="en-US" altLang="en-US" sz="1400" dirty="0"/>
              <a:t>?</a:t>
            </a:r>
          </a:p>
          <a:p>
            <a:r>
              <a:rPr lang="en-US" altLang="en-US" sz="1400" b="1" dirty="0"/>
              <a:t>Level of formal education</a:t>
            </a:r>
            <a:r>
              <a:rPr lang="en-US" altLang="en-US" sz="1400" dirty="0"/>
              <a:t> of an average user?</a:t>
            </a:r>
          </a:p>
          <a:p>
            <a:r>
              <a:rPr lang="en-US" altLang="en-US" sz="1400" dirty="0"/>
              <a:t>Are the users capable of learning from written materials or have they expressed a desire for classroom training?</a:t>
            </a:r>
          </a:p>
          <a:p>
            <a:r>
              <a:rPr lang="en-US" altLang="en-US" sz="1400" dirty="0"/>
              <a:t>users' </a:t>
            </a:r>
            <a:r>
              <a:rPr lang="en-US" altLang="en-US" sz="1400" b="1" dirty="0"/>
              <a:t>expert typists / keyboard phobic</a:t>
            </a:r>
            <a:r>
              <a:rPr lang="en-US" altLang="en-US" sz="1400" dirty="0"/>
              <a:t>?</a:t>
            </a:r>
          </a:p>
          <a:p>
            <a:r>
              <a:rPr lang="en-US" altLang="en-US" sz="1400" b="1" dirty="0"/>
              <a:t>age range </a:t>
            </a:r>
            <a:r>
              <a:rPr lang="en-US" altLang="en-US" sz="1400" dirty="0"/>
              <a:t>of the user community?</a:t>
            </a:r>
          </a:p>
          <a:p>
            <a:r>
              <a:rPr lang="en-US" altLang="en-US" sz="1400" dirty="0"/>
              <a:t>User’s </a:t>
            </a:r>
            <a:r>
              <a:rPr lang="en-US" altLang="en-US" sz="1400" b="1" dirty="0"/>
              <a:t>gender</a:t>
            </a:r>
            <a:r>
              <a:rPr lang="en-US" altLang="en-US" sz="1400" dirty="0"/>
              <a:t>?</a:t>
            </a:r>
          </a:p>
          <a:p>
            <a:r>
              <a:rPr lang="en-US" altLang="en-US" sz="1400" dirty="0"/>
              <a:t>How are users compensated for the work they perform? </a:t>
            </a:r>
          </a:p>
          <a:p>
            <a:r>
              <a:rPr lang="en-US" altLang="en-US" sz="1400" b="1" dirty="0"/>
              <a:t>Working hours</a:t>
            </a:r>
            <a:r>
              <a:rPr lang="en-US" altLang="en-US" sz="1400" dirty="0"/>
              <a:t>: normal office hours / until the job is done?</a:t>
            </a:r>
          </a:p>
          <a:p>
            <a:r>
              <a:rPr lang="en-US" altLang="en-US" sz="1400" b="1" dirty="0"/>
              <a:t>Software usage frequency </a:t>
            </a:r>
            <a:r>
              <a:rPr lang="en-US" altLang="en-US" sz="1400" dirty="0"/>
              <a:t>? (mostly/occasionally)</a:t>
            </a:r>
          </a:p>
          <a:p>
            <a:r>
              <a:rPr lang="en-US" altLang="en-US" sz="1400" b="1" dirty="0"/>
              <a:t>primary spoken language among users</a:t>
            </a:r>
            <a:r>
              <a:rPr lang="en-US" altLang="en-US" sz="1400" dirty="0"/>
              <a:t>?</a:t>
            </a:r>
          </a:p>
          <a:p>
            <a:r>
              <a:rPr lang="en-US" altLang="en-US" sz="1400" b="1" dirty="0"/>
              <a:t>consequences of a user’s mistake while using the system</a:t>
            </a:r>
            <a:r>
              <a:rPr lang="en-US" altLang="en-US" sz="1400" dirty="0"/>
              <a:t>?</a:t>
            </a:r>
          </a:p>
          <a:p>
            <a:r>
              <a:rPr lang="en-US" altLang="en-US" sz="1400" dirty="0"/>
              <a:t>Are users experts in the subject matter that is addressed by the system?</a:t>
            </a:r>
          </a:p>
          <a:p>
            <a:r>
              <a:rPr lang="en-US" altLang="en-US" sz="1400" dirty="0"/>
              <a:t>Are users interested in learning about the technology that sits behind the interface?</a:t>
            </a:r>
          </a:p>
          <a:p>
            <a:endParaRPr lang="en-US" sz="800" dirty="0"/>
          </a:p>
          <a:p>
            <a:pPr marL="457200" lvl="1" indent="0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2434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3" name="Right Triangle 1032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56" y="1188637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 b="1"/>
              <a:t>UI analysis &amp; design Process</a:t>
            </a:r>
          </a:p>
        </p:txBody>
      </p:sp>
      <p:pic>
        <p:nvPicPr>
          <p:cNvPr id="1026" name="Picture 2" descr="Software Engineering-User Interface Design - Best Online Tutorials | Source  codes | Programming Languages">
            <a:extLst>
              <a:ext uri="{FF2B5EF4-FFF2-40B4-BE49-F238E27FC236}">
                <a16:creationId xmlns:a16="http://schemas.microsoft.com/office/drawing/2014/main" id="{6BBFD22D-C1FF-45F7-BC00-BF33F9FBB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23357" y="3291308"/>
            <a:ext cx="3533985" cy="218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575249"/>
            <a:ext cx="5852711" cy="3151227"/>
          </a:xfrm>
        </p:spPr>
        <p:txBody>
          <a:bodyPr anchor="t">
            <a:normAutofit/>
          </a:bodyPr>
          <a:lstStyle/>
          <a:p>
            <a:r>
              <a:rPr lang="en-US" sz="1800" dirty="0"/>
              <a:t>task analysis:</a:t>
            </a:r>
          </a:p>
          <a:p>
            <a:pPr lvl="1"/>
            <a:r>
              <a:rPr lang="en-US" sz="1800" dirty="0"/>
              <a:t>Detailed task analysis done after user analysis.</a:t>
            </a:r>
          </a:p>
          <a:p>
            <a:pPr lvl="1"/>
            <a:r>
              <a:rPr lang="en-US" sz="1800" dirty="0"/>
              <a:t>The tasks that users will perform to accomplish system goals.</a:t>
            </a:r>
          </a:p>
          <a:p>
            <a:r>
              <a:rPr lang="en-US" sz="1800" dirty="0"/>
              <a:t>User environment analysis:</a:t>
            </a:r>
          </a:p>
          <a:p>
            <a:pPr lvl="1"/>
            <a:r>
              <a:rPr lang="en-US" sz="1800" dirty="0"/>
              <a:t>done to check if the current physical environment be able to cater the system needs?</a:t>
            </a:r>
          </a:p>
          <a:p>
            <a:r>
              <a:rPr lang="en-US" sz="1800" dirty="0"/>
              <a:t>Output: Analysis model for interface</a:t>
            </a:r>
          </a:p>
          <a:p>
            <a:pPr lvl="1"/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78493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100" b="1"/>
              <a:t>Interface Analysis 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7" y="718457"/>
            <a:ext cx="7214258" cy="5512699"/>
          </a:xfrm>
        </p:spPr>
        <p:txBody>
          <a:bodyPr anchor="ctr">
            <a:normAutofit/>
          </a:bodyPr>
          <a:lstStyle/>
          <a:p>
            <a:r>
              <a:rPr lang="en-US" sz="1600" i="1" u="sng" dirty="0"/>
              <a:t>Task Analysis &amp; Modelling</a:t>
            </a:r>
          </a:p>
          <a:p>
            <a:r>
              <a:rPr lang="en-US" altLang="en-US" sz="1600" dirty="0"/>
              <a:t>answer the given questions …</a:t>
            </a:r>
          </a:p>
          <a:p>
            <a:pPr lvl="1">
              <a:spcBef>
                <a:spcPts val="300"/>
              </a:spcBef>
            </a:pPr>
            <a:r>
              <a:rPr lang="en-US" altLang="en-US" sz="1600" dirty="0"/>
              <a:t>Task identification in specific circumstances.</a:t>
            </a:r>
          </a:p>
          <a:p>
            <a:pPr lvl="1"/>
            <a:r>
              <a:rPr lang="en-US" altLang="en-US" sz="1600" dirty="0"/>
              <a:t>Tasks and sub tasks performed by user</a:t>
            </a:r>
          </a:p>
          <a:p>
            <a:pPr lvl="1"/>
            <a:r>
              <a:rPr lang="en-US" altLang="en-US" sz="1600" dirty="0"/>
              <a:t>sequence of work tasks—the workflow</a:t>
            </a:r>
          </a:p>
          <a:p>
            <a:r>
              <a:rPr lang="en-US" altLang="en-US" sz="1600" dirty="0"/>
              <a:t>Use-cases:</a:t>
            </a:r>
          </a:p>
          <a:p>
            <a:pPr lvl="1"/>
            <a:r>
              <a:rPr lang="en-US" altLang="en-US" sz="1600" dirty="0"/>
              <a:t> define basic interaction of actor and system</a:t>
            </a:r>
          </a:p>
          <a:p>
            <a:pPr lvl="1"/>
            <a:r>
              <a:rPr lang="en-US" altLang="en-US" sz="1600" dirty="0"/>
              <a:t> written using informal paragraphs.</a:t>
            </a:r>
          </a:p>
          <a:p>
            <a:pPr lvl="1"/>
            <a:r>
              <a:rPr lang="en-US" altLang="en-US" sz="1600" dirty="0"/>
              <a:t>Can be used to derive tasks, sub tasks and interfaces</a:t>
            </a:r>
          </a:p>
          <a:p>
            <a:r>
              <a:rPr lang="en-US" altLang="en-US" sz="1600" dirty="0"/>
              <a:t>Task elaboration:</a:t>
            </a:r>
          </a:p>
          <a:p>
            <a:pPr lvl="1"/>
            <a:r>
              <a:rPr lang="en-US" altLang="en-US" sz="1600" dirty="0"/>
              <a:t>Stepwise elaboration or task refinement of interactive tasks</a:t>
            </a:r>
          </a:p>
          <a:p>
            <a:pPr lvl="1"/>
            <a:r>
              <a:rPr lang="en-US" altLang="en-US" sz="1600" dirty="0"/>
              <a:t>Derive either manually or use a preexisting system to identify them </a:t>
            </a:r>
          </a:p>
          <a:p>
            <a:r>
              <a:rPr lang="en-US" altLang="en-US" sz="1600" dirty="0"/>
              <a:t>Object elaboration:</a:t>
            </a:r>
          </a:p>
          <a:p>
            <a:pPr lvl="1"/>
            <a:r>
              <a:rPr lang="en-US" altLang="en-US" sz="1600" dirty="0"/>
              <a:t>extract physical objects from system to define their classes and behavior </a:t>
            </a:r>
          </a:p>
          <a:p>
            <a:r>
              <a:rPr lang="en-US" altLang="en-US" sz="1600" dirty="0"/>
              <a:t>Workflow analysis:</a:t>
            </a:r>
          </a:p>
          <a:p>
            <a:pPr lvl="1"/>
            <a:r>
              <a:rPr lang="en-US" altLang="en-US" sz="1600" dirty="0"/>
              <a:t>How  defines how a work process is</a:t>
            </a:r>
          </a:p>
          <a:p>
            <a:pPr lvl="1"/>
            <a:r>
              <a:rPr lang="en-US" altLang="en-US" sz="1600" dirty="0"/>
              <a:t>a work process is  completed when several people (and roles) are involved </a:t>
            </a:r>
          </a:p>
          <a:p>
            <a:pPr lvl="1"/>
            <a:r>
              <a:rPr lang="en-US" sz="1600" dirty="0"/>
              <a:t>Shown using UML swim line diagram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33655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32" y="142798"/>
            <a:ext cx="9984615" cy="1597228"/>
          </a:xfrm>
        </p:spPr>
        <p:txBody>
          <a:bodyPr>
            <a:normAutofit/>
          </a:bodyPr>
          <a:lstStyle/>
          <a:p>
            <a:r>
              <a:rPr lang="en-US" sz="6000" b="1" dirty="0"/>
              <a:t>Interface Analysis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D2803-3E7B-4901-A763-2446C589D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2" y="1623527"/>
            <a:ext cx="11896531" cy="5467738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571" y="1174418"/>
            <a:ext cx="4238257" cy="2728198"/>
          </a:xfrm>
        </p:spPr>
        <p:txBody>
          <a:bodyPr anchor="t">
            <a:normAutofit/>
          </a:bodyPr>
          <a:lstStyle/>
          <a:p>
            <a:r>
              <a:rPr lang="en-US" sz="2000" i="1" u="sng" dirty="0"/>
              <a:t>Task Analysis &amp; Modelling</a:t>
            </a:r>
          </a:p>
          <a:p>
            <a:pPr marL="457200" lvl="1" indent="0">
              <a:buNone/>
            </a:pPr>
            <a:r>
              <a:rPr lang="en-US" sz="2000" dirty="0"/>
              <a:t>Swim line diagram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4671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b="1"/>
              <a:t>Interface Analysis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700" i="1" u="sng" dirty="0"/>
              <a:t>Analysis of Display Content</a:t>
            </a:r>
          </a:p>
          <a:p>
            <a:pPr lvl="1"/>
            <a:r>
              <a:rPr lang="en-US" sz="1700" dirty="0"/>
              <a:t>Format of the content, Aesthetics</a:t>
            </a:r>
          </a:p>
          <a:p>
            <a:pPr lvl="1"/>
            <a:r>
              <a:rPr lang="en-US" sz="1700" dirty="0"/>
              <a:t>Content displayed using stepwise refinement approach</a:t>
            </a:r>
          </a:p>
          <a:p>
            <a:pPr marL="457200" lvl="1" indent="0">
              <a:buNone/>
            </a:pPr>
            <a:endParaRPr lang="en-US" sz="1700" dirty="0"/>
          </a:p>
          <a:p>
            <a:r>
              <a:rPr lang="en-US" sz="1700" i="1" u="sng" dirty="0"/>
              <a:t>Analysis of Physical Work Environment</a:t>
            </a:r>
          </a:p>
          <a:p>
            <a:pPr lvl="1"/>
            <a:r>
              <a:rPr lang="en-US" sz="1700" dirty="0"/>
              <a:t>Work environment should be helpful in proper operation and concentration .</a:t>
            </a:r>
          </a:p>
          <a:p>
            <a:pPr lvl="1"/>
            <a:r>
              <a:rPr lang="en-US" sz="1700" dirty="0"/>
              <a:t>Must co-relate with the designed software aesthetics.</a:t>
            </a:r>
          </a:p>
          <a:p>
            <a:pPr marL="457200" lvl="1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342036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900"/>
              <a:t>UI Design models state that:</a:t>
            </a:r>
          </a:p>
          <a:p>
            <a:pPr lvl="1"/>
            <a:r>
              <a:rPr lang="en-US" sz="1900"/>
              <a:t>Using information developed during interface analysis, </a:t>
            </a:r>
          </a:p>
          <a:p>
            <a:pPr lvl="2"/>
            <a:r>
              <a:rPr lang="en-US" sz="1900" u="sng"/>
              <a:t>define interface objects (buttons, text fields, video etc.) and operations (tasks) </a:t>
            </a:r>
          </a:p>
          <a:p>
            <a:pPr lvl="2"/>
            <a:r>
              <a:rPr lang="en-US" sz="1900" u="sng"/>
              <a:t>Define events </a:t>
            </a:r>
            <a:r>
              <a:rPr lang="en-US" sz="1900"/>
              <a:t>(user actions) that will change the state of the UI.</a:t>
            </a:r>
          </a:p>
          <a:p>
            <a:pPr lvl="2"/>
            <a:r>
              <a:rPr lang="en-US" sz="1900" u="sng"/>
              <a:t>Depict each interface state as it will actually look to the end-user</a:t>
            </a:r>
            <a:r>
              <a:rPr lang="en-US" sz="1900"/>
              <a:t>. (using sketches).</a:t>
            </a:r>
          </a:p>
          <a:p>
            <a:pPr lvl="2"/>
            <a:r>
              <a:rPr lang="en-US" sz="1900"/>
              <a:t>Show </a:t>
            </a:r>
            <a:r>
              <a:rPr lang="en-US" sz="1900" u="sng"/>
              <a:t>how the user infer the System state from information provided through the interface.</a:t>
            </a:r>
          </a:p>
          <a:p>
            <a:pPr marL="457200" lvl="1" indent="0">
              <a:buNone/>
            </a:pPr>
            <a:endParaRPr lang="en-US" sz="1900"/>
          </a:p>
          <a:p>
            <a:pPr marL="457200" lvl="1" indent="0">
              <a:buNone/>
            </a:pPr>
            <a:endParaRPr lang="en-US" sz="1900"/>
          </a:p>
        </p:txBody>
      </p:sp>
      <p:pic>
        <p:nvPicPr>
          <p:cNvPr id="7" name="Picture 2" descr="Software Engineering-User Interface Design - Best Online Tutorials | Source  codes | Programming Languages">
            <a:extLst>
              <a:ext uri="{FF2B5EF4-FFF2-40B4-BE49-F238E27FC236}">
                <a16:creationId xmlns:a16="http://schemas.microsoft.com/office/drawing/2014/main" id="{6BBFD22D-C1FF-45F7-BC00-BF33F9FBBF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4" t="45499"/>
          <a:stretch/>
        </p:blipFill>
        <p:spPr bwMode="auto">
          <a:xfrm>
            <a:off x="8699911" y="2417774"/>
            <a:ext cx="2466320" cy="195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591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239347"/>
            <a:ext cx="9780866" cy="3530517"/>
          </a:xfrm>
        </p:spPr>
        <p:txBody>
          <a:bodyPr anchor="t">
            <a:normAutofit/>
          </a:bodyPr>
          <a:lstStyle/>
          <a:p>
            <a:r>
              <a:rPr lang="en-US" sz="1800" dirty="0"/>
              <a:t>Apply interface design steps</a:t>
            </a:r>
          </a:p>
          <a:p>
            <a:pPr lvl="1"/>
            <a:r>
              <a:rPr lang="en-US" sz="1800" dirty="0"/>
              <a:t>Define the use-case:</a:t>
            </a:r>
          </a:p>
          <a:p>
            <a:pPr lvl="2"/>
            <a:r>
              <a:rPr lang="en-US" sz="1800" dirty="0"/>
              <a:t>Create the list of objects and actions</a:t>
            </a:r>
          </a:p>
          <a:p>
            <a:pPr lvl="2"/>
            <a:r>
              <a:rPr lang="en-US" sz="1800" dirty="0"/>
              <a:t>These objects &amp; actions are categorized into different type. </a:t>
            </a:r>
          </a:p>
          <a:p>
            <a:pPr lvl="2"/>
            <a:r>
              <a:rPr lang="en-US" sz="1800" dirty="0"/>
              <a:t>Identify which are source (e.g., printer icon), target (e.g., paper) and application objects(e.g., screen, entity/</a:t>
            </a:r>
            <a:r>
              <a:rPr lang="en-US" sz="1800" dirty="0" err="1"/>
              <a:t>db</a:t>
            </a:r>
            <a:r>
              <a:rPr lang="en-US" sz="1800" dirty="0"/>
              <a:t> table).</a:t>
            </a:r>
          </a:p>
          <a:p>
            <a:r>
              <a:rPr lang="en-US" sz="1800" dirty="0"/>
              <a:t>Use UI design patterns</a:t>
            </a:r>
          </a:p>
          <a:p>
            <a:pPr lvl="1"/>
            <a:r>
              <a:rPr lang="en-US" sz="1800" dirty="0"/>
              <a:t>As specific deign pattern is formulated for a well bounded solution.</a:t>
            </a:r>
          </a:p>
          <a:p>
            <a:pPr lvl="2"/>
            <a:r>
              <a:rPr lang="en-US" sz="1800" dirty="0"/>
              <a:t>E.g., </a:t>
            </a:r>
            <a:r>
              <a:rPr lang="en-US" sz="1800" b="1" u="sng" dirty="0"/>
              <a:t>for a calendar UI</a:t>
            </a:r>
            <a:r>
              <a:rPr lang="en-US" sz="1800" dirty="0"/>
              <a:t>, a </a:t>
            </a:r>
            <a:r>
              <a:rPr lang="en-US" sz="1800" u="sng" dirty="0"/>
              <a:t>Calendar Strip </a:t>
            </a:r>
            <a:r>
              <a:rPr lang="en-US" sz="1800" dirty="0"/>
              <a:t>is created that allows to traverse in future dates, marking the current one.</a:t>
            </a:r>
          </a:p>
          <a:p>
            <a:pPr marL="914400" lvl="2" indent="0">
              <a:buNone/>
            </a:pPr>
            <a:r>
              <a:rPr lang="en-US" sz="1800" dirty="0"/>
              <a:t>   </a:t>
            </a:r>
          </a:p>
          <a:p>
            <a:pPr marL="45720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3925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Design Issues</a:t>
            </a:r>
          </a:p>
          <a:p>
            <a:pPr lvl="1"/>
            <a:r>
              <a:rPr lang="en-US" dirty="0"/>
              <a:t>Some of the issues in interactive systems are:</a:t>
            </a:r>
          </a:p>
          <a:p>
            <a:pPr lvl="2"/>
            <a:r>
              <a:rPr lang="en-US" sz="2400" dirty="0"/>
              <a:t>System Response time</a:t>
            </a:r>
          </a:p>
          <a:p>
            <a:pPr lvl="2"/>
            <a:r>
              <a:rPr lang="en-US" sz="2400" dirty="0"/>
              <a:t>Help facilities</a:t>
            </a:r>
          </a:p>
          <a:p>
            <a:pPr lvl="2"/>
            <a:r>
              <a:rPr lang="en-US" sz="2400" dirty="0"/>
              <a:t>Error handling</a:t>
            </a:r>
          </a:p>
          <a:p>
            <a:pPr lvl="2"/>
            <a:r>
              <a:rPr lang="en-US" sz="2400" dirty="0"/>
              <a:t>Menu &amp; command labelling</a:t>
            </a:r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4361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000" dirty="0"/>
              <a:t>Design Issue 1: System Response time</a:t>
            </a:r>
          </a:p>
          <a:p>
            <a:pPr lvl="1"/>
            <a:r>
              <a:rPr lang="en-US" sz="2000" dirty="0"/>
              <a:t>Primary complaint for almost every interactive system</a:t>
            </a:r>
          </a:p>
          <a:p>
            <a:pPr lvl="1"/>
            <a:r>
              <a:rPr lang="en-US" sz="2000" dirty="0"/>
              <a:t>Two characteristics:</a:t>
            </a:r>
          </a:p>
          <a:p>
            <a:pPr lvl="2"/>
            <a:r>
              <a:rPr lang="en-US" u="sng" dirty="0"/>
              <a:t>Length: </a:t>
            </a:r>
            <a:r>
              <a:rPr lang="en-US" dirty="0"/>
              <a:t>longer response times are not appreciated, led to user frustration</a:t>
            </a:r>
          </a:p>
          <a:p>
            <a:pPr lvl="2"/>
            <a:r>
              <a:rPr lang="en-US" u="sng" dirty="0"/>
              <a:t>Variability:</a:t>
            </a:r>
            <a:r>
              <a:rPr lang="en-US" dirty="0"/>
              <a:t> varying response time led to user confusion, like whether something went wrong at backend which is leading to a different response time than average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872712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05" y="97313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 dirty="0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855" y="1192314"/>
            <a:ext cx="4731026" cy="4962301"/>
          </a:xfrm>
        </p:spPr>
        <p:txBody>
          <a:bodyPr anchor="t">
            <a:normAutofit/>
          </a:bodyPr>
          <a:lstStyle/>
          <a:p>
            <a:r>
              <a:rPr lang="en-US" sz="1800" dirty="0"/>
              <a:t>Design Issue 2: Help Facilitates</a:t>
            </a:r>
          </a:p>
          <a:p>
            <a:pPr lvl="1"/>
            <a:r>
              <a:rPr lang="en-US" sz="1800" u="sng" dirty="0"/>
              <a:t>Online helpdesk</a:t>
            </a:r>
          </a:p>
          <a:p>
            <a:pPr lvl="1"/>
            <a:r>
              <a:rPr lang="en-US" sz="1800" dirty="0"/>
              <a:t>Detailed </a:t>
            </a:r>
            <a:r>
              <a:rPr lang="en-US" sz="1800" u="sng" dirty="0"/>
              <a:t>user manuals</a:t>
            </a:r>
          </a:p>
          <a:p>
            <a:pPr lvl="1"/>
            <a:r>
              <a:rPr lang="en-US" sz="1800" dirty="0"/>
              <a:t>Design issues while providing Help facilities </a:t>
            </a:r>
          </a:p>
          <a:p>
            <a:pPr lvl="2"/>
            <a:r>
              <a:rPr lang="en-US" sz="1800" b="1" dirty="0"/>
              <a:t>Help availability</a:t>
            </a:r>
            <a:r>
              <a:rPr lang="en-US" sz="1800" dirty="0"/>
              <a:t> for all functionalities?</a:t>
            </a:r>
          </a:p>
          <a:p>
            <a:pPr lvl="2"/>
            <a:r>
              <a:rPr lang="en-US" sz="1800" b="1" dirty="0"/>
              <a:t>How will user demand help</a:t>
            </a:r>
            <a:r>
              <a:rPr lang="en-US" sz="1800" dirty="0"/>
              <a:t>?</a:t>
            </a:r>
          </a:p>
          <a:p>
            <a:pPr marL="914400" lvl="2" indent="0">
              <a:buNone/>
            </a:pPr>
            <a:r>
              <a:rPr lang="en-US" sz="1800" dirty="0"/>
              <a:t>(give menu for that or a function key mapped to that)</a:t>
            </a:r>
          </a:p>
          <a:p>
            <a:pPr lvl="2"/>
            <a:r>
              <a:rPr lang="en-US" sz="1800" b="1" dirty="0"/>
              <a:t>How is help presented</a:t>
            </a:r>
            <a:r>
              <a:rPr lang="en-US" sz="1800" dirty="0"/>
              <a:t>? (via another window or a printed manual)</a:t>
            </a:r>
          </a:p>
          <a:p>
            <a:pPr lvl="2"/>
            <a:r>
              <a:rPr lang="en-US" sz="1800" b="1" dirty="0"/>
              <a:t>How to return to normal UI after consulting help</a:t>
            </a:r>
          </a:p>
          <a:p>
            <a:pPr marL="914400" lvl="2" indent="0">
              <a:buNone/>
            </a:pPr>
            <a:endParaRPr lang="en-US" sz="1800" dirty="0"/>
          </a:p>
          <a:p>
            <a:pPr lvl="2"/>
            <a:endParaRPr 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856" y="1380013"/>
            <a:ext cx="6713852" cy="528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98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453951"/>
            <a:ext cx="8074815" cy="3315913"/>
          </a:xfrm>
        </p:spPr>
        <p:txBody>
          <a:bodyPr anchor="t">
            <a:normAutofit/>
          </a:bodyPr>
          <a:lstStyle/>
          <a:p>
            <a:r>
              <a:rPr lang="en-US" sz="1800" dirty="0"/>
              <a:t>Design Issue 3: Error Handling</a:t>
            </a:r>
          </a:p>
          <a:p>
            <a:pPr lvl="1"/>
            <a:r>
              <a:rPr lang="en-US" sz="1800" dirty="0"/>
              <a:t>Error messages &amp; warnings are bad news to users when something went wrong.</a:t>
            </a:r>
          </a:p>
          <a:p>
            <a:pPr lvl="1"/>
            <a:r>
              <a:rPr lang="en-US" sz="1800" dirty="0"/>
              <a:t>Error message must be </a:t>
            </a:r>
            <a:r>
              <a:rPr lang="en-US" sz="1800" b="1" dirty="0"/>
              <a:t>explanatory </a:t>
            </a:r>
            <a:r>
              <a:rPr lang="en-US" sz="1800" dirty="0"/>
              <a:t>and should </a:t>
            </a:r>
            <a:r>
              <a:rPr lang="en-US" sz="1800" b="1" dirty="0"/>
              <a:t>include some remedies</a:t>
            </a:r>
            <a:r>
              <a:rPr lang="en-US" sz="1800" dirty="0"/>
              <a:t> for that (via hyperlinks)</a:t>
            </a:r>
          </a:p>
          <a:p>
            <a:pPr lvl="1"/>
            <a:r>
              <a:rPr lang="en-US" sz="1800" dirty="0"/>
              <a:t>A </a:t>
            </a:r>
            <a:r>
              <a:rPr lang="en-US" sz="1800" b="1" dirty="0"/>
              <a:t>good error message </a:t>
            </a:r>
            <a:r>
              <a:rPr lang="en-US" sz="1800" dirty="0"/>
              <a:t>includes:</a:t>
            </a:r>
          </a:p>
          <a:p>
            <a:pPr lvl="2"/>
            <a:r>
              <a:rPr lang="en-US" sz="1800" dirty="0"/>
              <a:t>Describe problem simply</a:t>
            </a:r>
          </a:p>
          <a:p>
            <a:pPr lvl="2"/>
            <a:r>
              <a:rPr lang="en-US" sz="1800" dirty="0"/>
              <a:t>Provide valuable advice</a:t>
            </a:r>
          </a:p>
          <a:p>
            <a:pPr lvl="2"/>
            <a:r>
              <a:rPr lang="en-US" sz="1800" dirty="0"/>
              <a:t>List the negative consequences of the error</a:t>
            </a:r>
          </a:p>
          <a:p>
            <a:pPr lvl="2"/>
            <a:r>
              <a:rPr lang="en-US" sz="1800" dirty="0"/>
              <a:t>Message must prompt visually using a color scheme that easily categorize it as an error.</a:t>
            </a:r>
          </a:p>
          <a:p>
            <a:pPr lvl="2"/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lvl="2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2633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85" y="137766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 dirty="0"/>
              <a:t>Interface Design Steps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240" y="1315892"/>
            <a:ext cx="6849687" cy="491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16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700" b="1" dirty="0"/>
              <a:t>Interface Design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23323"/>
            <a:ext cx="10014131" cy="3446542"/>
          </a:xfrm>
        </p:spPr>
        <p:txBody>
          <a:bodyPr anchor="t">
            <a:normAutofit/>
          </a:bodyPr>
          <a:lstStyle/>
          <a:p>
            <a:pPr algn="just"/>
            <a:r>
              <a:rPr lang="en-US" sz="1800" dirty="0"/>
              <a:t>Design Issue 4: Menu &amp; Command labeling</a:t>
            </a:r>
          </a:p>
          <a:p>
            <a:pPr lvl="2" algn="just"/>
            <a:r>
              <a:rPr lang="en-US" sz="1800" dirty="0"/>
              <a:t>Different styles like command oriented arch and UI based arch.</a:t>
            </a:r>
          </a:p>
          <a:p>
            <a:pPr lvl="2" algn="just"/>
            <a:r>
              <a:rPr lang="en-US" sz="1800" dirty="0"/>
              <a:t>Both are used frequently</a:t>
            </a:r>
          </a:p>
          <a:p>
            <a:pPr lvl="2" algn="just"/>
            <a:r>
              <a:rPr lang="en-US" sz="1800" dirty="0"/>
              <a:t>How commands are assigned to each menu item so that it may run without UI as well.</a:t>
            </a:r>
          </a:p>
          <a:p>
            <a:pPr algn="just"/>
            <a:r>
              <a:rPr lang="en-US" sz="1800" dirty="0"/>
              <a:t>Design Issue 5: Application Accessibility</a:t>
            </a:r>
          </a:p>
          <a:p>
            <a:pPr lvl="2" algn="just"/>
            <a:r>
              <a:rPr lang="en-US" sz="1800" dirty="0"/>
              <a:t>UI should cater the needs of the physically challenged persons as well (</a:t>
            </a:r>
            <a:r>
              <a:rPr lang="en-US" sz="1800" u="sng" dirty="0"/>
              <a:t>like some sort of voice inputs could be accepted to facilitate handicapped</a:t>
            </a:r>
            <a:r>
              <a:rPr lang="en-US" sz="1800" dirty="0"/>
              <a:t>)</a:t>
            </a:r>
          </a:p>
          <a:p>
            <a:pPr algn="just"/>
            <a:r>
              <a:rPr lang="en-US" sz="1800" dirty="0"/>
              <a:t>Design Issue 6: internationalization</a:t>
            </a:r>
          </a:p>
          <a:p>
            <a:pPr lvl="2" algn="just"/>
            <a:r>
              <a:rPr lang="en-US" sz="1800" dirty="0"/>
              <a:t>UI must target the global market</a:t>
            </a:r>
          </a:p>
          <a:p>
            <a:pPr lvl="2" algn="just"/>
            <a:r>
              <a:rPr lang="en-US" sz="1800" dirty="0"/>
              <a:t>Follow global design standards &amp;</a:t>
            </a:r>
            <a:r>
              <a:rPr lang="en-US" sz="1800" u="sng" dirty="0"/>
              <a:t> facilitate multiple languages.</a:t>
            </a:r>
          </a:p>
          <a:p>
            <a:pPr marL="914400" lvl="2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914400" lvl="2" indent="0" algn="just">
              <a:buNone/>
            </a:pPr>
            <a:endParaRPr lang="en-US" sz="1800" dirty="0"/>
          </a:p>
          <a:p>
            <a:pPr lvl="2"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0994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2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 dirty="0"/>
              <a:t>Revised Interface Design Guidelines</a:t>
            </a:r>
            <a:br>
              <a:rPr lang="en-US" sz="4200" b="1" dirty="0"/>
            </a:br>
            <a:endParaRPr lang="en-US" sz="4200" b="1" dirty="0"/>
          </a:p>
        </p:txBody>
      </p:sp>
      <p:sp>
        <p:nvSpPr>
          <p:cNvPr id="8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3491B9D-C071-47E5-AB94-2BBF5C91A6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695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b="1" dirty="0"/>
              <a:t>Revised Interface </a:t>
            </a:r>
            <a:r>
              <a:rPr lang="en-US" sz="4200" b="1"/>
              <a:t>Design Guidelines</a:t>
            </a:r>
            <a:endParaRPr lang="en-US" sz="4200" b="1" dirty="0"/>
          </a:p>
        </p:txBody>
      </p:sp>
      <p:sp>
        <p:nvSpPr>
          <p:cNvPr id="8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C3491B9D-C071-47E5-AB94-2BBF5C91A6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74019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098" y="177476"/>
            <a:ext cx="11490914" cy="128917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Revised Interface Design Guidelines for a Web App</a:t>
            </a:r>
          </a:p>
        </p:txBody>
      </p:sp>
      <p:sp>
        <p:nvSpPr>
          <p:cNvPr id="7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D2A37F6-203F-4701-BD3A-1F2BACF0DE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098" y="1644128"/>
          <a:ext cx="11277804" cy="4904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4396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600" b="1"/>
              <a:t>Interface Design Workflow: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A11EB-2B90-4A87-BC2B-DB82CC7A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32653"/>
            <a:ext cx="9249021" cy="3437211"/>
          </a:xfrm>
        </p:spPr>
        <p:txBody>
          <a:bodyPr anchor="t">
            <a:normAutofit fontScale="92500" lnSpcReduction="10000"/>
          </a:bodyPr>
          <a:lstStyle/>
          <a:p>
            <a:r>
              <a:rPr lang="en-US" sz="2000" u="sng" dirty="0"/>
              <a:t>Derive and refine information</a:t>
            </a:r>
            <a:r>
              <a:rPr lang="en-US" sz="2000" dirty="0"/>
              <a:t> from requirements</a:t>
            </a:r>
          </a:p>
          <a:p>
            <a:r>
              <a:rPr lang="en-US" sz="2000" u="sng" dirty="0"/>
              <a:t>Develop rough layout sketch</a:t>
            </a:r>
          </a:p>
          <a:p>
            <a:r>
              <a:rPr lang="en-US" sz="2000" u="sng" dirty="0"/>
              <a:t>Map user objective to actions </a:t>
            </a:r>
            <a:r>
              <a:rPr lang="en-US" sz="2000" dirty="0"/>
              <a:t>(like Home, Contact, booking, </a:t>
            </a:r>
            <a:r>
              <a:rPr lang="en-US" sz="2000" dirty="0" err="1"/>
              <a:t>facililities</a:t>
            </a:r>
            <a:r>
              <a:rPr lang="en-US" sz="2000" dirty="0"/>
              <a:t>, </a:t>
            </a:r>
            <a:r>
              <a:rPr lang="en-US" sz="2000" dirty="0" err="1"/>
              <a:t>etc</a:t>
            </a:r>
            <a:r>
              <a:rPr lang="en-US" sz="2000" dirty="0"/>
              <a:t>….)</a:t>
            </a:r>
          </a:p>
          <a:p>
            <a:r>
              <a:rPr lang="en-US" sz="2000" u="sng" dirty="0"/>
              <a:t>Create storyboard screen images for every interface</a:t>
            </a:r>
          </a:p>
          <a:p>
            <a:r>
              <a:rPr lang="en-US" sz="2000" dirty="0"/>
              <a:t>Refine layouts by </a:t>
            </a:r>
            <a:r>
              <a:rPr lang="en-US" sz="2000" u="sng" dirty="0"/>
              <a:t>improving aesthetics</a:t>
            </a:r>
          </a:p>
          <a:p>
            <a:r>
              <a:rPr lang="en-US" sz="2000" dirty="0"/>
              <a:t>Develop an </a:t>
            </a:r>
            <a:r>
              <a:rPr lang="en-US" sz="2000" u="sng" dirty="0"/>
              <a:t>activity diagram</a:t>
            </a:r>
            <a:r>
              <a:rPr lang="en-US" sz="2000" dirty="0"/>
              <a:t> to show the </a:t>
            </a:r>
            <a:r>
              <a:rPr lang="en-US" sz="2000" u="sng" dirty="0"/>
              <a:t>design flow</a:t>
            </a:r>
          </a:p>
          <a:p>
            <a:r>
              <a:rPr lang="en-US" sz="2000" dirty="0"/>
              <a:t>Develop </a:t>
            </a:r>
            <a:r>
              <a:rPr lang="en-US" sz="2000" u="sng" dirty="0"/>
              <a:t>state diagrams to show changes in state after transitions</a:t>
            </a:r>
          </a:p>
          <a:p>
            <a:r>
              <a:rPr lang="en-US" sz="2000" dirty="0"/>
              <a:t>Describe </a:t>
            </a:r>
            <a:r>
              <a:rPr lang="en-US" sz="2000" u="sng" dirty="0"/>
              <a:t>interface layout for every state</a:t>
            </a:r>
          </a:p>
          <a:p>
            <a:r>
              <a:rPr lang="en-US" sz="2000" u="sng" dirty="0"/>
              <a:t>Refine &amp; review the model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914400" lvl="2" indent="0">
              <a:buNone/>
            </a:pPr>
            <a:endParaRPr lang="en-US" dirty="0"/>
          </a:p>
          <a:p>
            <a:endParaRPr lang="en-US" sz="2000" dirty="0"/>
          </a:p>
          <a:p>
            <a:pPr marL="914400" lvl="2" indent="0">
              <a:buNone/>
            </a:pP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98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ight Triangle 7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6344906-E913-4992-8441-5E7083A0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424763"/>
            <a:ext cx="3689096" cy="35143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Interface Design Evolution</a:t>
            </a:r>
          </a:p>
        </p:txBody>
      </p:sp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48622F2E-ACC5-4C61-9B3D-67C6572C8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159" y="1424763"/>
            <a:ext cx="6260841" cy="460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09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2297</Words>
  <Application>Microsoft Office PowerPoint</Application>
  <PresentationFormat>Widescreen</PresentationFormat>
  <Paragraphs>292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Office Theme</vt:lpstr>
      <vt:lpstr>User Interface Design</vt:lpstr>
      <vt:lpstr>Interface Design</vt:lpstr>
      <vt:lpstr>Interface Design</vt:lpstr>
      <vt:lpstr>Golden rules for UI design (by Theo Mandel)</vt:lpstr>
      <vt:lpstr>Principle 1: Allow users to maintain control</vt:lpstr>
      <vt:lpstr>Principle 1: Allow users to maintain control</vt:lpstr>
      <vt:lpstr>Principle 2: Reduce User’s memory load</vt:lpstr>
      <vt:lpstr>Principle 2: Reduce User’s memory load</vt:lpstr>
      <vt:lpstr>Principle 3: Make consistent interface</vt:lpstr>
      <vt:lpstr>UI Design models</vt:lpstr>
      <vt:lpstr>UI Design models</vt:lpstr>
      <vt:lpstr>UI Analysis &amp; design</vt:lpstr>
      <vt:lpstr>UI analysis &amp; design Process</vt:lpstr>
      <vt:lpstr>Interface Analysis </vt:lpstr>
      <vt:lpstr>Interface Analysis</vt:lpstr>
      <vt:lpstr>User Analysis questions for better user categorization</vt:lpstr>
      <vt:lpstr>UI analysis &amp; design Process</vt:lpstr>
      <vt:lpstr>Interface Analysis </vt:lpstr>
      <vt:lpstr>Interface Analysis </vt:lpstr>
      <vt:lpstr>Interface Analysis </vt:lpstr>
      <vt:lpstr>Interface Design Steps</vt:lpstr>
      <vt:lpstr>Interface Design Steps</vt:lpstr>
      <vt:lpstr>Interface Design Steps</vt:lpstr>
      <vt:lpstr>Interface Design Steps</vt:lpstr>
      <vt:lpstr>Interface Design Steps</vt:lpstr>
      <vt:lpstr>Interface Design Steps</vt:lpstr>
      <vt:lpstr>Interface Design Steps</vt:lpstr>
      <vt:lpstr>Interface Design Steps</vt:lpstr>
      <vt:lpstr>Revised Interface Design Guidelines </vt:lpstr>
      <vt:lpstr>Revised Interface Design Guidelines</vt:lpstr>
      <vt:lpstr>Revised Interface Design Guidelines for a Web App</vt:lpstr>
      <vt:lpstr>Interface Design Workflow:</vt:lpstr>
      <vt:lpstr>Interface Design Evolution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 Design</dc:title>
  <dc:creator>Hajra  Ahmed</dc:creator>
  <cp:lastModifiedBy>Hajra  Ahmed</cp:lastModifiedBy>
  <cp:revision>12</cp:revision>
  <dcterms:created xsi:type="dcterms:W3CDTF">2022-03-31T15:20:05Z</dcterms:created>
  <dcterms:modified xsi:type="dcterms:W3CDTF">2026-03-17T03:28:47Z</dcterms:modified>
</cp:coreProperties>
</file>