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5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2258AF-F573-449A-94B3-7DD21198814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A5839C6-A0BC-4487-A0C7-83E38BB7F9FD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planning </a:t>
          </a:r>
        </a:p>
      </dgm:t>
    </dgm:pt>
    <dgm:pt modelId="{F955A8BE-2111-4287-AA4D-FD78ABBCC5A3}" type="parTrans" cxnId="{74077FC3-12C6-414F-B04C-E4337676705A}">
      <dgm:prSet/>
      <dgm:spPr/>
      <dgm:t>
        <a:bodyPr/>
        <a:lstStyle/>
        <a:p>
          <a:endParaRPr lang="en-US"/>
        </a:p>
      </dgm:t>
    </dgm:pt>
    <dgm:pt modelId="{C34B7DB7-0288-4B80-BA53-7C1312E69290}" type="sibTrans" cxnId="{74077FC3-12C6-414F-B04C-E4337676705A}">
      <dgm:prSet/>
      <dgm:spPr/>
      <dgm:t>
        <a:bodyPr/>
        <a:lstStyle/>
        <a:p>
          <a:endParaRPr lang="en-US"/>
        </a:p>
      </dgm:t>
    </dgm:pt>
    <dgm:pt modelId="{361EDF2D-D290-4D35-B2EB-35C58F3A1A53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Estimation</a:t>
          </a:r>
        </a:p>
      </dgm:t>
    </dgm:pt>
    <dgm:pt modelId="{F1F97B01-12FC-4E75-B55E-7F0071E28388}" type="parTrans" cxnId="{62AE868D-328E-466B-A233-848B5EB43F4C}">
      <dgm:prSet/>
      <dgm:spPr/>
      <dgm:t>
        <a:bodyPr/>
        <a:lstStyle/>
        <a:p>
          <a:endParaRPr lang="en-US"/>
        </a:p>
      </dgm:t>
    </dgm:pt>
    <dgm:pt modelId="{CC244ADD-9297-4F8D-BEED-F3F56B9A7384}" type="sibTrans" cxnId="{62AE868D-328E-466B-A233-848B5EB43F4C}">
      <dgm:prSet/>
      <dgm:spPr/>
      <dgm:t>
        <a:bodyPr/>
        <a:lstStyle/>
        <a:p>
          <a:endParaRPr lang="en-US"/>
        </a:p>
      </dgm:t>
    </dgm:pt>
    <dgm:pt modelId="{E5DF32A4-CA3C-49E4-8300-0304EAC0FE81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Scheduling</a:t>
          </a:r>
        </a:p>
      </dgm:t>
    </dgm:pt>
    <dgm:pt modelId="{5F700C69-D682-4BD8-B362-848FCBA7FEFC}" type="parTrans" cxnId="{00182A12-4AA2-4898-BFC0-25588A17187A}">
      <dgm:prSet/>
      <dgm:spPr/>
      <dgm:t>
        <a:bodyPr/>
        <a:lstStyle/>
        <a:p>
          <a:endParaRPr lang="en-US"/>
        </a:p>
      </dgm:t>
    </dgm:pt>
    <dgm:pt modelId="{00A9272F-33BC-4445-A49B-6399149F4BAD}" type="sibTrans" cxnId="{00182A12-4AA2-4898-BFC0-25588A17187A}">
      <dgm:prSet/>
      <dgm:spPr/>
      <dgm:t>
        <a:bodyPr/>
        <a:lstStyle/>
        <a:p>
          <a:endParaRPr lang="en-US"/>
        </a:p>
      </dgm:t>
    </dgm:pt>
    <dgm:pt modelId="{B6305255-3D51-4E9A-B72F-9743D7568CBB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Work breakdown structure</a:t>
          </a:r>
        </a:p>
      </dgm:t>
    </dgm:pt>
    <dgm:pt modelId="{43949BFF-7B91-4F5D-BBC2-02C71088022A}" type="parTrans" cxnId="{462C7BFE-7753-44FA-9931-4F27F0748684}">
      <dgm:prSet/>
      <dgm:spPr/>
      <dgm:t>
        <a:bodyPr/>
        <a:lstStyle/>
        <a:p>
          <a:endParaRPr lang="en-US"/>
        </a:p>
      </dgm:t>
    </dgm:pt>
    <dgm:pt modelId="{53C1888A-BB71-4C4C-A6DD-0F33E8892CA1}" type="sibTrans" cxnId="{462C7BFE-7753-44FA-9931-4F27F0748684}">
      <dgm:prSet/>
      <dgm:spPr/>
      <dgm:t>
        <a:bodyPr/>
        <a:lstStyle/>
        <a:p>
          <a:endParaRPr lang="en-US"/>
        </a:p>
      </dgm:t>
    </dgm:pt>
    <dgm:pt modelId="{43EA24F2-CD1A-4782-96C0-9A23B2CC6046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Wideband Delphi estimation</a:t>
          </a:r>
        </a:p>
      </dgm:t>
    </dgm:pt>
    <dgm:pt modelId="{FCF7A3AB-FC58-40D7-A102-FCDB1F92D074}" type="parTrans" cxnId="{3328B8F9-1190-460A-A19D-1A4B1E7E3231}">
      <dgm:prSet/>
      <dgm:spPr/>
      <dgm:t>
        <a:bodyPr/>
        <a:lstStyle/>
        <a:p>
          <a:endParaRPr lang="en-US"/>
        </a:p>
      </dgm:t>
    </dgm:pt>
    <dgm:pt modelId="{55AFD352-2ACE-4C6C-95FD-380D2C93C87C}" type="sibTrans" cxnId="{3328B8F9-1190-460A-A19D-1A4B1E7E3231}">
      <dgm:prSet/>
      <dgm:spPr/>
      <dgm:t>
        <a:bodyPr/>
        <a:lstStyle/>
        <a:p>
          <a:endParaRPr lang="en-US"/>
        </a:p>
      </dgm:t>
    </dgm:pt>
    <dgm:pt modelId="{97537D59-71E8-4C96-A83D-454F9D7EFD84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LOCs</a:t>
          </a:r>
        </a:p>
      </dgm:t>
    </dgm:pt>
    <dgm:pt modelId="{7A608040-4CAC-423F-86A4-D79808011201}" type="parTrans" cxnId="{48759A90-B181-4FD1-8561-A2C0B4CDC2B8}">
      <dgm:prSet/>
      <dgm:spPr/>
      <dgm:t>
        <a:bodyPr/>
        <a:lstStyle/>
        <a:p>
          <a:endParaRPr lang="en-US"/>
        </a:p>
      </dgm:t>
    </dgm:pt>
    <dgm:pt modelId="{85741F6B-E9C5-4984-8CE6-F7226D24A662}" type="sibTrans" cxnId="{48759A90-B181-4FD1-8561-A2C0B4CDC2B8}">
      <dgm:prSet/>
      <dgm:spPr/>
      <dgm:t>
        <a:bodyPr/>
        <a:lstStyle/>
        <a:p>
          <a:endParaRPr lang="en-US"/>
        </a:p>
      </dgm:t>
    </dgm:pt>
    <dgm:pt modelId="{337F1CC0-ECEC-4025-A195-326F9F89A273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Functional points</a:t>
          </a:r>
        </a:p>
      </dgm:t>
    </dgm:pt>
    <dgm:pt modelId="{29447CA0-73E8-4EB5-9791-2D800CF70C55}" type="parTrans" cxnId="{C025191F-D48F-4959-BF7C-7D1429F9DA9B}">
      <dgm:prSet/>
      <dgm:spPr/>
      <dgm:t>
        <a:bodyPr/>
        <a:lstStyle/>
        <a:p>
          <a:endParaRPr lang="en-US"/>
        </a:p>
      </dgm:t>
    </dgm:pt>
    <dgm:pt modelId="{F8FFA964-870A-460A-8B45-61004C290E5D}" type="sibTrans" cxnId="{C025191F-D48F-4959-BF7C-7D1429F9DA9B}">
      <dgm:prSet/>
      <dgm:spPr/>
      <dgm:t>
        <a:bodyPr/>
        <a:lstStyle/>
        <a:p>
          <a:endParaRPr lang="en-US"/>
        </a:p>
      </dgm:t>
    </dgm:pt>
    <dgm:pt modelId="{40FE2EFD-B81B-434B-96E5-7312CBFC4F37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PERT charts / activity networks</a:t>
          </a:r>
        </a:p>
      </dgm:t>
    </dgm:pt>
    <dgm:pt modelId="{777035CE-AE20-41B1-B029-DE3F47E59ABC}" type="parTrans" cxnId="{1B71D456-6A30-4159-BC5F-3790483A9D6A}">
      <dgm:prSet/>
      <dgm:spPr/>
      <dgm:t>
        <a:bodyPr/>
        <a:lstStyle/>
        <a:p>
          <a:endParaRPr lang="en-US"/>
        </a:p>
      </dgm:t>
    </dgm:pt>
    <dgm:pt modelId="{9DB2F0C2-EC97-4A37-B095-018FE5030E74}" type="sibTrans" cxnId="{1B71D456-6A30-4159-BC5F-3790483A9D6A}">
      <dgm:prSet/>
      <dgm:spPr/>
      <dgm:t>
        <a:bodyPr/>
        <a:lstStyle/>
        <a:p>
          <a:endParaRPr lang="en-US"/>
        </a:p>
      </dgm:t>
    </dgm:pt>
    <dgm:pt modelId="{2B7EF4C6-CD9E-45DF-9141-CDEA6AB51EEB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Gantt. Charts</a:t>
          </a:r>
        </a:p>
      </dgm:t>
    </dgm:pt>
    <dgm:pt modelId="{6DFB6E94-8443-4E8B-B396-76B3E9B79010}" type="parTrans" cxnId="{424042EF-C495-4104-A798-F8EE5CDF8207}">
      <dgm:prSet/>
      <dgm:spPr/>
      <dgm:t>
        <a:bodyPr/>
        <a:lstStyle/>
        <a:p>
          <a:endParaRPr lang="en-US"/>
        </a:p>
      </dgm:t>
    </dgm:pt>
    <dgm:pt modelId="{7A7BC77A-3359-4921-AFEB-75497F3B5142}" type="sibTrans" cxnId="{424042EF-C495-4104-A798-F8EE5CDF8207}">
      <dgm:prSet/>
      <dgm:spPr/>
      <dgm:t>
        <a:bodyPr/>
        <a:lstStyle/>
        <a:p>
          <a:endParaRPr lang="en-US"/>
        </a:p>
      </dgm:t>
    </dgm:pt>
    <dgm:pt modelId="{14A0CCD4-538C-4D64-A861-60C6DECB4A1D}" type="pres">
      <dgm:prSet presAssocID="{C02258AF-F573-449A-94B3-7DD211988144}" presName="root" presStyleCnt="0">
        <dgm:presLayoutVars>
          <dgm:dir/>
          <dgm:resizeHandles val="exact"/>
        </dgm:presLayoutVars>
      </dgm:prSet>
      <dgm:spPr/>
    </dgm:pt>
    <dgm:pt modelId="{379DEB8A-BA91-460A-A801-B1F13B9E7CEC}" type="pres">
      <dgm:prSet presAssocID="{5A5839C6-A0BC-4487-A0C7-83E38BB7F9FD}" presName="compNode" presStyleCnt="0"/>
      <dgm:spPr/>
    </dgm:pt>
    <dgm:pt modelId="{EA2F36BB-70DA-48F2-BEC8-A4CF07DD7F0E}" type="pres">
      <dgm:prSet presAssocID="{5A5839C6-A0BC-4487-A0C7-83E38BB7F9F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A76E39DE-81AF-4E88-8514-B7CE250B4B1B}" type="pres">
      <dgm:prSet presAssocID="{5A5839C6-A0BC-4487-A0C7-83E38BB7F9FD}" presName="iconSpace" presStyleCnt="0"/>
      <dgm:spPr/>
    </dgm:pt>
    <dgm:pt modelId="{3CDC5DB2-2F35-438B-9D29-8C3BA06CED3C}" type="pres">
      <dgm:prSet presAssocID="{5A5839C6-A0BC-4487-A0C7-83E38BB7F9FD}" presName="parTx" presStyleLbl="revTx" presStyleIdx="0" presStyleCnt="6">
        <dgm:presLayoutVars>
          <dgm:chMax val="0"/>
          <dgm:chPref val="0"/>
        </dgm:presLayoutVars>
      </dgm:prSet>
      <dgm:spPr/>
    </dgm:pt>
    <dgm:pt modelId="{F9219BFC-5807-44CA-8F35-D408DE113A36}" type="pres">
      <dgm:prSet presAssocID="{5A5839C6-A0BC-4487-A0C7-83E38BB7F9FD}" presName="txSpace" presStyleCnt="0"/>
      <dgm:spPr/>
    </dgm:pt>
    <dgm:pt modelId="{09AAE9F0-EFC4-4479-A35C-834A98A733CD}" type="pres">
      <dgm:prSet presAssocID="{5A5839C6-A0BC-4487-A0C7-83E38BB7F9FD}" presName="desTx" presStyleLbl="revTx" presStyleIdx="1" presStyleCnt="6">
        <dgm:presLayoutVars/>
      </dgm:prSet>
      <dgm:spPr/>
    </dgm:pt>
    <dgm:pt modelId="{31413678-13B1-48B4-899D-36F7EF45C9A3}" type="pres">
      <dgm:prSet presAssocID="{C34B7DB7-0288-4B80-BA53-7C1312E69290}" presName="sibTrans" presStyleCnt="0"/>
      <dgm:spPr/>
    </dgm:pt>
    <dgm:pt modelId="{46A1D3A1-8B38-4896-B4F9-0C67BB0D0FDF}" type="pres">
      <dgm:prSet presAssocID="{361EDF2D-D290-4D35-B2EB-35C58F3A1A53}" presName="compNode" presStyleCnt="0"/>
      <dgm:spPr/>
    </dgm:pt>
    <dgm:pt modelId="{AB5DFF7B-F28D-46F6-BEA5-28C8FA984B20}" type="pres">
      <dgm:prSet presAssocID="{361EDF2D-D290-4D35-B2EB-35C58F3A1A5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EB4EF12-8750-49A6-A990-9BC3C6716495}" type="pres">
      <dgm:prSet presAssocID="{361EDF2D-D290-4D35-B2EB-35C58F3A1A53}" presName="iconSpace" presStyleCnt="0"/>
      <dgm:spPr/>
    </dgm:pt>
    <dgm:pt modelId="{9F5B67A7-7112-4CF0-928C-8DBC64B7DF5D}" type="pres">
      <dgm:prSet presAssocID="{361EDF2D-D290-4D35-B2EB-35C58F3A1A53}" presName="parTx" presStyleLbl="revTx" presStyleIdx="2" presStyleCnt="6">
        <dgm:presLayoutVars>
          <dgm:chMax val="0"/>
          <dgm:chPref val="0"/>
        </dgm:presLayoutVars>
      </dgm:prSet>
      <dgm:spPr/>
    </dgm:pt>
    <dgm:pt modelId="{B38EE342-7DF9-4606-9E26-8D5CCF572E2C}" type="pres">
      <dgm:prSet presAssocID="{361EDF2D-D290-4D35-B2EB-35C58F3A1A53}" presName="txSpace" presStyleCnt="0"/>
      <dgm:spPr/>
    </dgm:pt>
    <dgm:pt modelId="{D18DB56A-0785-492E-9D5C-25249769500D}" type="pres">
      <dgm:prSet presAssocID="{361EDF2D-D290-4D35-B2EB-35C58F3A1A53}" presName="desTx" presStyleLbl="revTx" presStyleIdx="3" presStyleCnt="6">
        <dgm:presLayoutVars/>
      </dgm:prSet>
      <dgm:spPr/>
    </dgm:pt>
    <dgm:pt modelId="{480DDEE3-F57D-4908-86DF-688478945E76}" type="pres">
      <dgm:prSet presAssocID="{CC244ADD-9297-4F8D-BEED-F3F56B9A7384}" presName="sibTrans" presStyleCnt="0"/>
      <dgm:spPr/>
    </dgm:pt>
    <dgm:pt modelId="{2F1CFF68-B88B-48DC-99FA-F01D89319E4A}" type="pres">
      <dgm:prSet presAssocID="{E5DF32A4-CA3C-49E4-8300-0304EAC0FE81}" presName="compNode" presStyleCnt="0"/>
      <dgm:spPr/>
    </dgm:pt>
    <dgm:pt modelId="{72B5E35E-FCD3-49FE-9882-F150AEAAF95C}" type="pres">
      <dgm:prSet presAssocID="{E5DF32A4-CA3C-49E4-8300-0304EAC0FE8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050A4683-2B69-4B66-A947-4F4A1FDECE9D}" type="pres">
      <dgm:prSet presAssocID="{E5DF32A4-CA3C-49E4-8300-0304EAC0FE81}" presName="iconSpace" presStyleCnt="0"/>
      <dgm:spPr/>
    </dgm:pt>
    <dgm:pt modelId="{8E2E383F-F5C6-47A5-8FAB-D3AE537BD4C5}" type="pres">
      <dgm:prSet presAssocID="{E5DF32A4-CA3C-49E4-8300-0304EAC0FE81}" presName="parTx" presStyleLbl="revTx" presStyleIdx="4" presStyleCnt="6">
        <dgm:presLayoutVars>
          <dgm:chMax val="0"/>
          <dgm:chPref val="0"/>
        </dgm:presLayoutVars>
      </dgm:prSet>
      <dgm:spPr/>
    </dgm:pt>
    <dgm:pt modelId="{D28D3F46-D3F8-4EEF-89F5-AAA33F7084B6}" type="pres">
      <dgm:prSet presAssocID="{E5DF32A4-CA3C-49E4-8300-0304EAC0FE81}" presName="txSpace" presStyleCnt="0"/>
      <dgm:spPr/>
    </dgm:pt>
    <dgm:pt modelId="{A1E651D5-68C1-4FE5-8286-40F504708D78}" type="pres">
      <dgm:prSet presAssocID="{E5DF32A4-CA3C-49E4-8300-0304EAC0FE81}" presName="desTx" presStyleLbl="revTx" presStyleIdx="5" presStyleCnt="6">
        <dgm:presLayoutVars/>
      </dgm:prSet>
      <dgm:spPr/>
    </dgm:pt>
  </dgm:ptLst>
  <dgm:cxnLst>
    <dgm:cxn modelId="{0BFF2B06-1115-4BC8-A4A7-97F826FD8280}" type="presOf" srcId="{B6305255-3D51-4E9A-B72F-9743D7568CBB}" destId="{09AAE9F0-EFC4-4479-A35C-834A98A733CD}" srcOrd="0" destOrd="0" presId="urn:microsoft.com/office/officeart/2018/5/layout/CenteredIconLabelDescriptionList"/>
    <dgm:cxn modelId="{31BACA07-F112-4FAE-B343-3A7CF769A760}" type="presOf" srcId="{97537D59-71E8-4C96-A83D-454F9D7EFD84}" destId="{D18DB56A-0785-492E-9D5C-25249769500D}" srcOrd="0" destOrd="1" presId="urn:microsoft.com/office/officeart/2018/5/layout/CenteredIconLabelDescriptionList"/>
    <dgm:cxn modelId="{00182A12-4AA2-4898-BFC0-25588A17187A}" srcId="{C02258AF-F573-449A-94B3-7DD211988144}" destId="{E5DF32A4-CA3C-49E4-8300-0304EAC0FE81}" srcOrd="2" destOrd="0" parTransId="{5F700C69-D682-4BD8-B362-848FCBA7FEFC}" sibTransId="{00A9272F-33BC-4445-A49B-6399149F4BAD}"/>
    <dgm:cxn modelId="{C025191F-D48F-4959-BF7C-7D1429F9DA9B}" srcId="{361EDF2D-D290-4D35-B2EB-35C58F3A1A53}" destId="{337F1CC0-ECEC-4025-A195-326F9F89A273}" srcOrd="2" destOrd="0" parTransId="{29447CA0-73E8-4EB5-9791-2D800CF70C55}" sibTransId="{F8FFA964-870A-460A-8B45-61004C290E5D}"/>
    <dgm:cxn modelId="{C157603F-C89B-4C9F-9472-4A7AE217D6A8}" type="presOf" srcId="{361EDF2D-D290-4D35-B2EB-35C58F3A1A53}" destId="{9F5B67A7-7112-4CF0-928C-8DBC64B7DF5D}" srcOrd="0" destOrd="0" presId="urn:microsoft.com/office/officeart/2018/5/layout/CenteredIconLabelDescriptionList"/>
    <dgm:cxn modelId="{128FA365-25C9-4E69-B4A5-E6F68BD8C4F3}" type="presOf" srcId="{43EA24F2-CD1A-4782-96C0-9A23B2CC6046}" destId="{D18DB56A-0785-492E-9D5C-25249769500D}" srcOrd="0" destOrd="0" presId="urn:microsoft.com/office/officeart/2018/5/layout/CenteredIconLabelDescriptionList"/>
    <dgm:cxn modelId="{1B71D456-6A30-4159-BC5F-3790483A9D6A}" srcId="{E5DF32A4-CA3C-49E4-8300-0304EAC0FE81}" destId="{40FE2EFD-B81B-434B-96E5-7312CBFC4F37}" srcOrd="0" destOrd="0" parTransId="{777035CE-AE20-41B1-B029-DE3F47E59ABC}" sibTransId="{9DB2F0C2-EC97-4A37-B095-018FE5030E74}"/>
    <dgm:cxn modelId="{62AE868D-328E-466B-A233-848B5EB43F4C}" srcId="{C02258AF-F573-449A-94B3-7DD211988144}" destId="{361EDF2D-D290-4D35-B2EB-35C58F3A1A53}" srcOrd="1" destOrd="0" parTransId="{F1F97B01-12FC-4E75-B55E-7F0071E28388}" sibTransId="{CC244ADD-9297-4F8D-BEED-F3F56B9A7384}"/>
    <dgm:cxn modelId="{D98E9990-4880-409D-AB01-8810E10D6E63}" type="presOf" srcId="{C02258AF-F573-449A-94B3-7DD211988144}" destId="{14A0CCD4-538C-4D64-A861-60C6DECB4A1D}" srcOrd="0" destOrd="0" presId="urn:microsoft.com/office/officeart/2018/5/layout/CenteredIconLabelDescriptionList"/>
    <dgm:cxn modelId="{48759A90-B181-4FD1-8561-A2C0B4CDC2B8}" srcId="{361EDF2D-D290-4D35-B2EB-35C58F3A1A53}" destId="{97537D59-71E8-4C96-A83D-454F9D7EFD84}" srcOrd="1" destOrd="0" parTransId="{7A608040-4CAC-423F-86A4-D79808011201}" sibTransId="{85741F6B-E9C5-4984-8CE6-F7226D24A662}"/>
    <dgm:cxn modelId="{70DE9CA3-E84D-409A-8653-9F61890713AA}" type="presOf" srcId="{337F1CC0-ECEC-4025-A195-326F9F89A273}" destId="{D18DB56A-0785-492E-9D5C-25249769500D}" srcOrd="0" destOrd="2" presId="urn:microsoft.com/office/officeart/2018/5/layout/CenteredIconLabelDescriptionList"/>
    <dgm:cxn modelId="{55F8AFB1-C24A-4021-B05B-143055E0B431}" type="presOf" srcId="{E5DF32A4-CA3C-49E4-8300-0304EAC0FE81}" destId="{8E2E383F-F5C6-47A5-8FAB-D3AE537BD4C5}" srcOrd="0" destOrd="0" presId="urn:microsoft.com/office/officeart/2018/5/layout/CenteredIconLabelDescriptionList"/>
    <dgm:cxn modelId="{74077FC3-12C6-414F-B04C-E4337676705A}" srcId="{C02258AF-F573-449A-94B3-7DD211988144}" destId="{5A5839C6-A0BC-4487-A0C7-83E38BB7F9FD}" srcOrd="0" destOrd="0" parTransId="{F955A8BE-2111-4287-AA4D-FD78ABBCC5A3}" sibTransId="{C34B7DB7-0288-4B80-BA53-7C1312E69290}"/>
    <dgm:cxn modelId="{63A85BD7-3EB4-4C33-9E50-E4CD0BFCBB0B}" type="presOf" srcId="{5A5839C6-A0BC-4487-A0C7-83E38BB7F9FD}" destId="{3CDC5DB2-2F35-438B-9D29-8C3BA06CED3C}" srcOrd="0" destOrd="0" presId="urn:microsoft.com/office/officeart/2018/5/layout/CenteredIconLabelDescriptionList"/>
    <dgm:cxn modelId="{0B7B90E6-E515-4695-9485-60168CCDB874}" type="presOf" srcId="{2B7EF4C6-CD9E-45DF-9141-CDEA6AB51EEB}" destId="{A1E651D5-68C1-4FE5-8286-40F504708D78}" srcOrd="0" destOrd="1" presId="urn:microsoft.com/office/officeart/2018/5/layout/CenteredIconLabelDescriptionList"/>
    <dgm:cxn modelId="{424042EF-C495-4104-A798-F8EE5CDF8207}" srcId="{E5DF32A4-CA3C-49E4-8300-0304EAC0FE81}" destId="{2B7EF4C6-CD9E-45DF-9141-CDEA6AB51EEB}" srcOrd="1" destOrd="0" parTransId="{6DFB6E94-8443-4E8B-B396-76B3E9B79010}" sibTransId="{7A7BC77A-3359-4921-AFEB-75497F3B5142}"/>
    <dgm:cxn modelId="{3328B8F9-1190-460A-A19D-1A4B1E7E3231}" srcId="{361EDF2D-D290-4D35-B2EB-35C58F3A1A53}" destId="{43EA24F2-CD1A-4782-96C0-9A23B2CC6046}" srcOrd="0" destOrd="0" parTransId="{FCF7A3AB-FC58-40D7-A102-FCDB1F92D074}" sibTransId="{55AFD352-2ACE-4C6C-95FD-380D2C93C87C}"/>
    <dgm:cxn modelId="{462C7BFE-7753-44FA-9931-4F27F0748684}" srcId="{5A5839C6-A0BC-4487-A0C7-83E38BB7F9FD}" destId="{B6305255-3D51-4E9A-B72F-9743D7568CBB}" srcOrd="0" destOrd="0" parTransId="{43949BFF-7B91-4F5D-BBC2-02C71088022A}" sibTransId="{53C1888A-BB71-4C4C-A6DD-0F33E8892CA1}"/>
    <dgm:cxn modelId="{856D31FF-3DC3-48FC-9135-A15715207010}" type="presOf" srcId="{40FE2EFD-B81B-434B-96E5-7312CBFC4F37}" destId="{A1E651D5-68C1-4FE5-8286-40F504708D78}" srcOrd="0" destOrd="0" presId="urn:microsoft.com/office/officeart/2018/5/layout/CenteredIconLabelDescriptionList"/>
    <dgm:cxn modelId="{3302C421-0144-4ACA-B210-FB14FB1D4796}" type="presParOf" srcId="{14A0CCD4-538C-4D64-A861-60C6DECB4A1D}" destId="{379DEB8A-BA91-460A-A801-B1F13B9E7CEC}" srcOrd="0" destOrd="0" presId="urn:microsoft.com/office/officeart/2018/5/layout/CenteredIconLabelDescriptionList"/>
    <dgm:cxn modelId="{3285A36B-57E0-4142-8458-5F642CEBAF04}" type="presParOf" srcId="{379DEB8A-BA91-460A-A801-B1F13B9E7CEC}" destId="{EA2F36BB-70DA-48F2-BEC8-A4CF07DD7F0E}" srcOrd="0" destOrd="0" presId="urn:microsoft.com/office/officeart/2018/5/layout/CenteredIconLabelDescriptionList"/>
    <dgm:cxn modelId="{4BE94611-88D7-4B27-BD8F-87253CA20A39}" type="presParOf" srcId="{379DEB8A-BA91-460A-A801-B1F13B9E7CEC}" destId="{A76E39DE-81AF-4E88-8514-B7CE250B4B1B}" srcOrd="1" destOrd="0" presId="urn:microsoft.com/office/officeart/2018/5/layout/CenteredIconLabelDescriptionList"/>
    <dgm:cxn modelId="{45E87B91-EBBA-4D1F-8A3C-779A04BECD1E}" type="presParOf" srcId="{379DEB8A-BA91-460A-A801-B1F13B9E7CEC}" destId="{3CDC5DB2-2F35-438B-9D29-8C3BA06CED3C}" srcOrd="2" destOrd="0" presId="urn:microsoft.com/office/officeart/2018/5/layout/CenteredIconLabelDescriptionList"/>
    <dgm:cxn modelId="{340EEE44-3069-4D7E-8A68-1C7654EA917D}" type="presParOf" srcId="{379DEB8A-BA91-460A-A801-B1F13B9E7CEC}" destId="{F9219BFC-5807-44CA-8F35-D408DE113A36}" srcOrd="3" destOrd="0" presId="urn:microsoft.com/office/officeart/2018/5/layout/CenteredIconLabelDescriptionList"/>
    <dgm:cxn modelId="{5E4D3DF9-B618-446B-A833-8027EF0BBDAE}" type="presParOf" srcId="{379DEB8A-BA91-460A-A801-B1F13B9E7CEC}" destId="{09AAE9F0-EFC4-4479-A35C-834A98A733CD}" srcOrd="4" destOrd="0" presId="urn:microsoft.com/office/officeart/2018/5/layout/CenteredIconLabelDescriptionList"/>
    <dgm:cxn modelId="{A4223641-936B-4ED6-988B-8F254679C9EA}" type="presParOf" srcId="{14A0CCD4-538C-4D64-A861-60C6DECB4A1D}" destId="{31413678-13B1-48B4-899D-36F7EF45C9A3}" srcOrd="1" destOrd="0" presId="urn:microsoft.com/office/officeart/2018/5/layout/CenteredIconLabelDescriptionList"/>
    <dgm:cxn modelId="{62BD761F-6AB6-45E2-B261-AE8BF330D2B5}" type="presParOf" srcId="{14A0CCD4-538C-4D64-A861-60C6DECB4A1D}" destId="{46A1D3A1-8B38-4896-B4F9-0C67BB0D0FDF}" srcOrd="2" destOrd="0" presId="urn:microsoft.com/office/officeart/2018/5/layout/CenteredIconLabelDescriptionList"/>
    <dgm:cxn modelId="{92DFA40B-CFEE-4281-9E66-D7FA1589CB02}" type="presParOf" srcId="{46A1D3A1-8B38-4896-B4F9-0C67BB0D0FDF}" destId="{AB5DFF7B-F28D-46F6-BEA5-28C8FA984B20}" srcOrd="0" destOrd="0" presId="urn:microsoft.com/office/officeart/2018/5/layout/CenteredIconLabelDescriptionList"/>
    <dgm:cxn modelId="{35577A63-094F-47DC-A2EF-D293A762B3A8}" type="presParOf" srcId="{46A1D3A1-8B38-4896-B4F9-0C67BB0D0FDF}" destId="{9EB4EF12-8750-49A6-A990-9BC3C6716495}" srcOrd="1" destOrd="0" presId="urn:microsoft.com/office/officeart/2018/5/layout/CenteredIconLabelDescriptionList"/>
    <dgm:cxn modelId="{CC5BA8AD-9B9A-4168-8D72-9AAEAC0DB0DA}" type="presParOf" srcId="{46A1D3A1-8B38-4896-B4F9-0C67BB0D0FDF}" destId="{9F5B67A7-7112-4CF0-928C-8DBC64B7DF5D}" srcOrd="2" destOrd="0" presId="urn:microsoft.com/office/officeart/2018/5/layout/CenteredIconLabelDescriptionList"/>
    <dgm:cxn modelId="{D0CD7E96-A55C-451B-8F94-B18909067E37}" type="presParOf" srcId="{46A1D3A1-8B38-4896-B4F9-0C67BB0D0FDF}" destId="{B38EE342-7DF9-4606-9E26-8D5CCF572E2C}" srcOrd="3" destOrd="0" presId="urn:microsoft.com/office/officeart/2018/5/layout/CenteredIconLabelDescriptionList"/>
    <dgm:cxn modelId="{260EDC70-E7C8-483C-AC70-0E0E879F2D29}" type="presParOf" srcId="{46A1D3A1-8B38-4896-B4F9-0C67BB0D0FDF}" destId="{D18DB56A-0785-492E-9D5C-25249769500D}" srcOrd="4" destOrd="0" presId="urn:microsoft.com/office/officeart/2018/5/layout/CenteredIconLabelDescriptionList"/>
    <dgm:cxn modelId="{669E4530-1AA2-429A-BA33-77016B2BA45C}" type="presParOf" srcId="{14A0CCD4-538C-4D64-A861-60C6DECB4A1D}" destId="{480DDEE3-F57D-4908-86DF-688478945E76}" srcOrd="3" destOrd="0" presId="urn:microsoft.com/office/officeart/2018/5/layout/CenteredIconLabelDescriptionList"/>
    <dgm:cxn modelId="{70CC2CE0-77F3-46D1-B1A4-4540A453E06E}" type="presParOf" srcId="{14A0CCD4-538C-4D64-A861-60C6DECB4A1D}" destId="{2F1CFF68-B88B-48DC-99FA-F01D89319E4A}" srcOrd="4" destOrd="0" presId="urn:microsoft.com/office/officeart/2018/5/layout/CenteredIconLabelDescriptionList"/>
    <dgm:cxn modelId="{C370457D-C474-4685-82FC-F730EDECBB9C}" type="presParOf" srcId="{2F1CFF68-B88B-48DC-99FA-F01D89319E4A}" destId="{72B5E35E-FCD3-49FE-9882-F150AEAAF95C}" srcOrd="0" destOrd="0" presId="urn:microsoft.com/office/officeart/2018/5/layout/CenteredIconLabelDescriptionList"/>
    <dgm:cxn modelId="{5E827479-6EA4-4677-B77D-B0BE48A86F3B}" type="presParOf" srcId="{2F1CFF68-B88B-48DC-99FA-F01D89319E4A}" destId="{050A4683-2B69-4B66-A947-4F4A1FDECE9D}" srcOrd="1" destOrd="0" presId="urn:microsoft.com/office/officeart/2018/5/layout/CenteredIconLabelDescriptionList"/>
    <dgm:cxn modelId="{06CAE6FC-7FFF-46FF-AFC9-347BBBA91F73}" type="presParOf" srcId="{2F1CFF68-B88B-48DC-99FA-F01D89319E4A}" destId="{8E2E383F-F5C6-47A5-8FAB-D3AE537BD4C5}" srcOrd="2" destOrd="0" presId="urn:microsoft.com/office/officeart/2018/5/layout/CenteredIconLabelDescriptionList"/>
    <dgm:cxn modelId="{9B0C3AA1-3FC7-49F7-9EFF-B207782DEDE2}" type="presParOf" srcId="{2F1CFF68-B88B-48DC-99FA-F01D89319E4A}" destId="{D28D3F46-D3F8-4EEF-89F5-AAA33F7084B6}" srcOrd="3" destOrd="0" presId="urn:microsoft.com/office/officeart/2018/5/layout/CenteredIconLabelDescriptionList"/>
    <dgm:cxn modelId="{EFEE9D3F-54BF-4801-A8E1-2C7A100C9D79}" type="presParOf" srcId="{2F1CFF68-B88B-48DC-99FA-F01D89319E4A}" destId="{A1E651D5-68C1-4FE5-8286-40F504708D7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2258AF-F573-449A-94B3-7DD21198814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5839C6-A0BC-4487-A0C7-83E38BB7F9FD}">
      <dgm:prSet phldrT="[Text]"/>
      <dgm:spPr/>
      <dgm:t>
        <a:bodyPr/>
        <a:lstStyle/>
        <a:p>
          <a:r>
            <a:rPr lang="en-US" dirty="0"/>
            <a:t>Fundamental </a:t>
          </a:r>
          <a:r>
            <a:rPr lang="en-US"/>
            <a:t>questions:</a:t>
          </a:r>
          <a:endParaRPr lang="en-US" dirty="0"/>
        </a:p>
      </dgm:t>
    </dgm:pt>
    <dgm:pt modelId="{F955A8BE-2111-4287-AA4D-FD78ABBCC5A3}" type="parTrans" cxnId="{74077FC3-12C6-414F-B04C-E4337676705A}">
      <dgm:prSet/>
      <dgm:spPr/>
      <dgm:t>
        <a:bodyPr/>
        <a:lstStyle/>
        <a:p>
          <a:endParaRPr lang="en-US"/>
        </a:p>
      </dgm:t>
    </dgm:pt>
    <dgm:pt modelId="{C34B7DB7-0288-4B80-BA53-7C1312E69290}" type="sibTrans" cxnId="{74077FC3-12C6-414F-B04C-E4337676705A}">
      <dgm:prSet/>
      <dgm:spPr/>
      <dgm:t>
        <a:bodyPr/>
        <a:lstStyle/>
        <a:p>
          <a:endParaRPr lang="en-US"/>
        </a:p>
      </dgm:t>
    </dgm:pt>
    <dgm:pt modelId="{D695E08A-6B0D-489E-A27F-524BF21BA899}">
      <dgm:prSet phldrT="[Text]"/>
      <dgm:spPr/>
      <dgm:t>
        <a:bodyPr/>
        <a:lstStyle/>
        <a:p>
          <a:r>
            <a:rPr lang="en-GB" dirty="0"/>
            <a:t>effort required to complete an activity?</a:t>
          </a:r>
          <a:endParaRPr lang="en-US" dirty="0"/>
        </a:p>
      </dgm:t>
    </dgm:pt>
    <dgm:pt modelId="{07A53839-1E27-4065-A911-82549BB303BD}" type="parTrans" cxnId="{5B91575A-6110-4898-82B1-AEDFC6F18980}">
      <dgm:prSet/>
      <dgm:spPr/>
      <dgm:t>
        <a:bodyPr/>
        <a:lstStyle/>
        <a:p>
          <a:endParaRPr lang="en-US"/>
        </a:p>
      </dgm:t>
    </dgm:pt>
    <dgm:pt modelId="{787F0173-E58A-4953-9BC2-D0ABFD235E63}" type="sibTrans" cxnId="{5B91575A-6110-4898-82B1-AEDFC6F18980}">
      <dgm:prSet/>
      <dgm:spPr/>
      <dgm:t>
        <a:bodyPr/>
        <a:lstStyle/>
        <a:p>
          <a:endParaRPr lang="en-US"/>
        </a:p>
      </dgm:t>
    </dgm:pt>
    <dgm:pt modelId="{92B94E1C-370F-4825-BD3E-F390F8FA96CE}">
      <dgm:prSet/>
      <dgm:spPr/>
      <dgm:t>
        <a:bodyPr/>
        <a:lstStyle/>
        <a:p>
          <a:r>
            <a:rPr lang="en-GB" dirty="0"/>
            <a:t>calendar time needed to complete an activity?</a:t>
          </a:r>
        </a:p>
      </dgm:t>
    </dgm:pt>
    <dgm:pt modelId="{804A2139-EA5A-4508-846C-08B30F816BAB}" type="parTrans" cxnId="{B26419DE-96AA-44F3-96DC-8973A845156D}">
      <dgm:prSet/>
      <dgm:spPr/>
      <dgm:t>
        <a:bodyPr/>
        <a:lstStyle/>
        <a:p>
          <a:endParaRPr lang="en-US"/>
        </a:p>
      </dgm:t>
    </dgm:pt>
    <dgm:pt modelId="{283D8059-87E0-4BC0-A94B-CDF73E9DDB6F}" type="sibTrans" cxnId="{B26419DE-96AA-44F3-96DC-8973A845156D}">
      <dgm:prSet/>
      <dgm:spPr/>
      <dgm:t>
        <a:bodyPr/>
        <a:lstStyle/>
        <a:p>
          <a:endParaRPr lang="en-US"/>
        </a:p>
      </dgm:t>
    </dgm:pt>
    <dgm:pt modelId="{4990FF60-A6FC-4A8E-BEC9-3DA7BC64AAD2}">
      <dgm:prSet/>
      <dgm:spPr/>
      <dgm:t>
        <a:bodyPr/>
        <a:lstStyle/>
        <a:p>
          <a:r>
            <a:rPr lang="en-GB" dirty="0"/>
            <a:t>total cost for an activity?</a:t>
          </a:r>
        </a:p>
      </dgm:t>
    </dgm:pt>
    <dgm:pt modelId="{43A558D9-8113-421D-9AA7-BBA7BB367D7A}" type="parTrans" cxnId="{500036E7-4E6F-47F6-AC28-C4796D022EBB}">
      <dgm:prSet/>
      <dgm:spPr/>
      <dgm:t>
        <a:bodyPr/>
        <a:lstStyle/>
        <a:p>
          <a:endParaRPr lang="en-US"/>
        </a:p>
      </dgm:t>
    </dgm:pt>
    <dgm:pt modelId="{7C013751-2B40-4588-8829-AFE1B2BF40BF}" type="sibTrans" cxnId="{500036E7-4E6F-47F6-AC28-C4796D022EBB}">
      <dgm:prSet/>
      <dgm:spPr/>
      <dgm:t>
        <a:bodyPr/>
        <a:lstStyle/>
        <a:p>
          <a:endParaRPr lang="en-US"/>
        </a:p>
      </dgm:t>
    </dgm:pt>
    <dgm:pt modelId="{CC2D4810-474D-4C7E-BA47-A243E8395581}">
      <dgm:prSet/>
      <dgm:spPr/>
      <dgm:t>
        <a:bodyPr/>
        <a:lstStyle/>
        <a:p>
          <a:endParaRPr lang="en-US" dirty="0"/>
        </a:p>
      </dgm:t>
    </dgm:pt>
    <dgm:pt modelId="{D34EA3AA-D208-4808-923F-950A0616B349}" type="parTrans" cxnId="{FE77D39C-A985-4D9A-9574-414D5143E00D}">
      <dgm:prSet/>
      <dgm:spPr/>
      <dgm:t>
        <a:bodyPr/>
        <a:lstStyle/>
        <a:p>
          <a:endParaRPr lang="en-US"/>
        </a:p>
      </dgm:t>
    </dgm:pt>
    <dgm:pt modelId="{7C709156-92D3-4587-B2DF-C11150C64BEB}" type="sibTrans" cxnId="{FE77D39C-A985-4D9A-9574-414D5143E00D}">
      <dgm:prSet/>
      <dgm:spPr/>
      <dgm:t>
        <a:bodyPr/>
        <a:lstStyle/>
        <a:p>
          <a:endParaRPr lang="en-US"/>
        </a:p>
      </dgm:t>
    </dgm:pt>
    <dgm:pt modelId="{5ACA8A97-DA04-44F5-AC8F-19F1D12D918E}" type="pres">
      <dgm:prSet presAssocID="{C02258AF-F573-449A-94B3-7DD211988144}" presName="vert0" presStyleCnt="0">
        <dgm:presLayoutVars>
          <dgm:dir/>
          <dgm:animOne val="branch"/>
          <dgm:animLvl val="lvl"/>
        </dgm:presLayoutVars>
      </dgm:prSet>
      <dgm:spPr/>
    </dgm:pt>
    <dgm:pt modelId="{42D117D6-F22F-4BAF-8462-B95E2F6BCB8C}" type="pres">
      <dgm:prSet presAssocID="{5A5839C6-A0BC-4487-A0C7-83E38BB7F9FD}" presName="thickLine" presStyleLbl="alignNode1" presStyleIdx="0" presStyleCnt="2"/>
      <dgm:spPr/>
    </dgm:pt>
    <dgm:pt modelId="{9539A557-318E-416F-B1B2-F7B36A967847}" type="pres">
      <dgm:prSet presAssocID="{5A5839C6-A0BC-4487-A0C7-83E38BB7F9FD}" presName="horz1" presStyleCnt="0"/>
      <dgm:spPr/>
    </dgm:pt>
    <dgm:pt modelId="{67775576-2957-42B5-A519-B2A925127857}" type="pres">
      <dgm:prSet presAssocID="{5A5839C6-A0BC-4487-A0C7-83E38BB7F9FD}" presName="tx1" presStyleLbl="revTx" presStyleIdx="0" presStyleCnt="5"/>
      <dgm:spPr/>
    </dgm:pt>
    <dgm:pt modelId="{223BCDED-7DD8-4D66-872C-4DD1D93165C4}" type="pres">
      <dgm:prSet presAssocID="{5A5839C6-A0BC-4487-A0C7-83E38BB7F9FD}" presName="vert1" presStyleCnt="0"/>
      <dgm:spPr/>
    </dgm:pt>
    <dgm:pt modelId="{082A71D2-BCC6-41E1-BEB0-4FE96EC879B5}" type="pres">
      <dgm:prSet presAssocID="{D695E08A-6B0D-489E-A27F-524BF21BA899}" presName="vertSpace2a" presStyleCnt="0"/>
      <dgm:spPr/>
    </dgm:pt>
    <dgm:pt modelId="{6BB9FDBC-E549-4F98-86A0-8ED06C3A8472}" type="pres">
      <dgm:prSet presAssocID="{D695E08A-6B0D-489E-A27F-524BF21BA899}" presName="horz2" presStyleCnt="0"/>
      <dgm:spPr/>
    </dgm:pt>
    <dgm:pt modelId="{8A96D590-E6B0-4E57-8FE3-856D0C08F7DF}" type="pres">
      <dgm:prSet presAssocID="{D695E08A-6B0D-489E-A27F-524BF21BA899}" presName="horzSpace2" presStyleCnt="0"/>
      <dgm:spPr/>
    </dgm:pt>
    <dgm:pt modelId="{CA4A4A25-AC41-4897-9C5F-8E486C1386B8}" type="pres">
      <dgm:prSet presAssocID="{D695E08A-6B0D-489E-A27F-524BF21BA899}" presName="tx2" presStyleLbl="revTx" presStyleIdx="1" presStyleCnt="5"/>
      <dgm:spPr/>
    </dgm:pt>
    <dgm:pt modelId="{2CD8E71A-0CE1-4C8F-AC97-0F1BC68171B1}" type="pres">
      <dgm:prSet presAssocID="{D695E08A-6B0D-489E-A27F-524BF21BA899}" presName="vert2" presStyleCnt="0"/>
      <dgm:spPr/>
    </dgm:pt>
    <dgm:pt modelId="{01AFFC2C-7F4C-4F32-A0B9-8B4DA7E430C7}" type="pres">
      <dgm:prSet presAssocID="{D695E08A-6B0D-489E-A27F-524BF21BA899}" presName="thinLine2b" presStyleLbl="callout" presStyleIdx="0" presStyleCnt="3"/>
      <dgm:spPr/>
    </dgm:pt>
    <dgm:pt modelId="{4D673F05-48BC-45E5-88C7-292BD9C4477D}" type="pres">
      <dgm:prSet presAssocID="{D695E08A-6B0D-489E-A27F-524BF21BA899}" presName="vertSpace2b" presStyleCnt="0"/>
      <dgm:spPr/>
    </dgm:pt>
    <dgm:pt modelId="{00825176-517C-48DE-95B2-0474743BB678}" type="pres">
      <dgm:prSet presAssocID="{92B94E1C-370F-4825-BD3E-F390F8FA96CE}" presName="horz2" presStyleCnt="0"/>
      <dgm:spPr/>
    </dgm:pt>
    <dgm:pt modelId="{16AE1CD1-D20B-47EF-9018-AA9932F198E8}" type="pres">
      <dgm:prSet presAssocID="{92B94E1C-370F-4825-BD3E-F390F8FA96CE}" presName="horzSpace2" presStyleCnt="0"/>
      <dgm:spPr/>
    </dgm:pt>
    <dgm:pt modelId="{FEE74F95-5CF9-4A61-B50A-86974A4B33D2}" type="pres">
      <dgm:prSet presAssocID="{92B94E1C-370F-4825-BD3E-F390F8FA96CE}" presName="tx2" presStyleLbl="revTx" presStyleIdx="2" presStyleCnt="5"/>
      <dgm:spPr/>
    </dgm:pt>
    <dgm:pt modelId="{0BF3D0B3-2DDD-41F5-80FD-FB38C5206A39}" type="pres">
      <dgm:prSet presAssocID="{92B94E1C-370F-4825-BD3E-F390F8FA96CE}" presName="vert2" presStyleCnt="0"/>
      <dgm:spPr/>
    </dgm:pt>
    <dgm:pt modelId="{F1B377AB-7444-42D1-AD95-2443E2FD013D}" type="pres">
      <dgm:prSet presAssocID="{92B94E1C-370F-4825-BD3E-F390F8FA96CE}" presName="thinLine2b" presStyleLbl="callout" presStyleIdx="1" presStyleCnt="3"/>
      <dgm:spPr/>
    </dgm:pt>
    <dgm:pt modelId="{32CA7BF7-2ABD-4608-BEC7-6D128B072E6E}" type="pres">
      <dgm:prSet presAssocID="{92B94E1C-370F-4825-BD3E-F390F8FA96CE}" presName="vertSpace2b" presStyleCnt="0"/>
      <dgm:spPr/>
    </dgm:pt>
    <dgm:pt modelId="{853DD761-C452-4264-9FA3-3159DB8E229E}" type="pres">
      <dgm:prSet presAssocID="{4990FF60-A6FC-4A8E-BEC9-3DA7BC64AAD2}" presName="horz2" presStyleCnt="0"/>
      <dgm:spPr/>
    </dgm:pt>
    <dgm:pt modelId="{77C977CE-EB27-469A-A189-A111D5456E3A}" type="pres">
      <dgm:prSet presAssocID="{4990FF60-A6FC-4A8E-BEC9-3DA7BC64AAD2}" presName="horzSpace2" presStyleCnt="0"/>
      <dgm:spPr/>
    </dgm:pt>
    <dgm:pt modelId="{3D2A64B4-B85B-4ADD-9FB4-EAC860AF9D03}" type="pres">
      <dgm:prSet presAssocID="{4990FF60-A6FC-4A8E-BEC9-3DA7BC64AAD2}" presName="tx2" presStyleLbl="revTx" presStyleIdx="3" presStyleCnt="5"/>
      <dgm:spPr/>
    </dgm:pt>
    <dgm:pt modelId="{C08CE7C1-3F74-4D59-8F3B-C3AD911A2BF7}" type="pres">
      <dgm:prSet presAssocID="{4990FF60-A6FC-4A8E-BEC9-3DA7BC64AAD2}" presName="vert2" presStyleCnt="0"/>
      <dgm:spPr/>
    </dgm:pt>
    <dgm:pt modelId="{0A4221F1-74CC-44D4-8154-5FFB2AD8ECD7}" type="pres">
      <dgm:prSet presAssocID="{4990FF60-A6FC-4A8E-BEC9-3DA7BC64AAD2}" presName="thinLine2b" presStyleLbl="callout" presStyleIdx="2" presStyleCnt="3"/>
      <dgm:spPr/>
    </dgm:pt>
    <dgm:pt modelId="{A2AC0B48-BFC9-46B9-9D23-CA12C89B6936}" type="pres">
      <dgm:prSet presAssocID="{4990FF60-A6FC-4A8E-BEC9-3DA7BC64AAD2}" presName="vertSpace2b" presStyleCnt="0"/>
      <dgm:spPr/>
    </dgm:pt>
    <dgm:pt modelId="{657C8EFD-E26A-414F-99EB-7E5AF80E3011}" type="pres">
      <dgm:prSet presAssocID="{CC2D4810-474D-4C7E-BA47-A243E8395581}" presName="thickLine" presStyleLbl="alignNode1" presStyleIdx="1" presStyleCnt="2"/>
      <dgm:spPr/>
    </dgm:pt>
    <dgm:pt modelId="{98E2C1D3-A7CE-466D-B22D-41CD7B5BD5B9}" type="pres">
      <dgm:prSet presAssocID="{CC2D4810-474D-4C7E-BA47-A243E8395581}" presName="horz1" presStyleCnt="0"/>
      <dgm:spPr/>
    </dgm:pt>
    <dgm:pt modelId="{DCD89C65-B54A-4A7E-8255-9561DC9D21EF}" type="pres">
      <dgm:prSet presAssocID="{CC2D4810-474D-4C7E-BA47-A243E8395581}" presName="tx1" presStyleLbl="revTx" presStyleIdx="4" presStyleCnt="5"/>
      <dgm:spPr/>
    </dgm:pt>
    <dgm:pt modelId="{52E32918-27D1-4605-B20F-CA8647D34C28}" type="pres">
      <dgm:prSet presAssocID="{CC2D4810-474D-4C7E-BA47-A243E8395581}" presName="vert1" presStyleCnt="0"/>
      <dgm:spPr/>
    </dgm:pt>
  </dgm:ptLst>
  <dgm:cxnLst>
    <dgm:cxn modelId="{84AF3A37-941B-4D35-A939-3ACD588DAE9D}" type="presOf" srcId="{5A5839C6-A0BC-4487-A0C7-83E38BB7F9FD}" destId="{67775576-2957-42B5-A519-B2A925127857}" srcOrd="0" destOrd="0" presId="urn:microsoft.com/office/officeart/2008/layout/LinedList"/>
    <dgm:cxn modelId="{8E7F185C-DDCA-4397-AF54-921A1FFB4E9F}" type="presOf" srcId="{CC2D4810-474D-4C7E-BA47-A243E8395581}" destId="{DCD89C65-B54A-4A7E-8255-9561DC9D21EF}" srcOrd="0" destOrd="0" presId="urn:microsoft.com/office/officeart/2008/layout/LinedList"/>
    <dgm:cxn modelId="{853A5068-7CFC-4B37-A26F-699A557DD99C}" type="presOf" srcId="{D695E08A-6B0D-489E-A27F-524BF21BA899}" destId="{CA4A4A25-AC41-4897-9C5F-8E486C1386B8}" srcOrd="0" destOrd="0" presId="urn:microsoft.com/office/officeart/2008/layout/LinedList"/>
    <dgm:cxn modelId="{5B91575A-6110-4898-82B1-AEDFC6F18980}" srcId="{5A5839C6-A0BC-4487-A0C7-83E38BB7F9FD}" destId="{D695E08A-6B0D-489E-A27F-524BF21BA899}" srcOrd="0" destOrd="0" parTransId="{07A53839-1E27-4065-A911-82549BB303BD}" sibTransId="{787F0173-E58A-4953-9BC2-D0ABFD235E63}"/>
    <dgm:cxn modelId="{691C978A-40E4-4608-9A3A-82B19CF870BD}" type="presOf" srcId="{C02258AF-F573-449A-94B3-7DD211988144}" destId="{5ACA8A97-DA04-44F5-AC8F-19F1D12D918E}" srcOrd="0" destOrd="0" presId="urn:microsoft.com/office/officeart/2008/layout/LinedList"/>
    <dgm:cxn modelId="{C7BD5291-D23E-4F02-8B81-9C31BAAF42B2}" type="presOf" srcId="{92B94E1C-370F-4825-BD3E-F390F8FA96CE}" destId="{FEE74F95-5CF9-4A61-B50A-86974A4B33D2}" srcOrd="0" destOrd="0" presId="urn:microsoft.com/office/officeart/2008/layout/LinedList"/>
    <dgm:cxn modelId="{FE77D39C-A985-4D9A-9574-414D5143E00D}" srcId="{C02258AF-F573-449A-94B3-7DD211988144}" destId="{CC2D4810-474D-4C7E-BA47-A243E8395581}" srcOrd="1" destOrd="0" parTransId="{D34EA3AA-D208-4808-923F-950A0616B349}" sibTransId="{7C709156-92D3-4587-B2DF-C11150C64BEB}"/>
    <dgm:cxn modelId="{17DD44B4-FCFE-4BAD-B779-FD54D8DBB699}" type="presOf" srcId="{4990FF60-A6FC-4A8E-BEC9-3DA7BC64AAD2}" destId="{3D2A64B4-B85B-4ADD-9FB4-EAC860AF9D03}" srcOrd="0" destOrd="0" presId="urn:microsoft.com/office/officeart/2008/layout/LinedList"/>
    <dgm:cxn modelId="{74077FC3-12C6-414F-B04C-E4337676705A}" srcId="{C02258AF-F573-449A-94B3-7DD211988144}" destId="{5A5839C6-A0BC-4487-A0C7-83E38BB7F9FD}" srcOrd="0" destOrd="0" parTransId="{F955A8BE-2111-4287-AA4D-FD78ABBCC5A3}" sibTransId="{C34B7DB7-0288-4B80-BA53-7C1312E69290}"/>
    <dgm:cxn modelId="{B26419DE-96AA-44F3-96DC-8973A845156D}" srcId="{5A5839C6-A0BC-4487-A0C7-83E38BB7F9FD}" destId="{92B94E1C-370F-4825-BD3E-F390F8FA96CE}" srcOrd="1" destOrd="0" parTransId="{804A2139-EA5A-4508-846C-08B30F816BAB}" sibTransId="{283D8059-87E0-4BC0-A94B-CDF73E9DDB6F}"/>
    <dgm:cxn modelId="{500036E7-4E6F-47F6-AC28-C4796D022EBB}" srcId="{5A5839C6-A0BC-4487-A0C7-83E38BB7F9FD}" destId="{4990FF60-A6FC-4A8E-BEC9-3DA7BC64AAD2}" srcOrd="2" destOrd="0" parTransId="{43A558D9-8113-421D-9AA7-BBA7BB367D7A}" sibTransId="{7C013751-2B40-4588-8829-AFE1B2BF40BF}"/>
    <dgm:cxn modelId="{D3224124-0100-42E3-9992-8F7148AF59D3}" type="presParOf" srcId="{5ACA8A97-DA04-44F5-AC8F-19F1D12D918E}" destId="{42D117D6-F22F-4BAF-8462-B95E2F6BCB8C}" srcOrd="0" destOrd="0" presId="urn:microsoft.com/office/officeart/2008/layout/LinedList"/>
    <dgm:cxn modelId="{9D16303B-7793-458E-B54D-B0F3077720D6}" type="presParOf" srcId="{5ACA8A97-DA04-44F5-AC8F-19F1D12D918E}" destId="{9539A557-318E-416F-B1B2-F7B36A967847}" srcOrd="1" destOrd="0" presId="urn:microsoft.com/office/officeart/2008/layout/LinedList"/>
    <dgm:cxn modelId="{85303CC4-0F5D-4D0C-B2F6-EC4D974772D9}" type="presParOf" srcId="{9539A557-318E-416F-B1B2-F7B36A967847}" destId="{67775576-2957-42B5-A519-B2A925127857}" srcOrd="0" destOrd="0" presId="urn:microsoft.com/office/officeart/2008/layout/LinedList"/>
    <dgm:cxn modelId="{E8675F8F-B223-4E8A-8DFD-C104C75EBF79}" type="presParOf" srcId="{9539A557-318E-416F-B1B2-F7B36A967847}" destId="{223BCDED-7DD8-4D66-872C-4DD1D93165C4}" srcOrd="1" destOrd="0" presId="urn:microsoft.com/office/officeart/2008/layout/LinedList"/>
    <dgm:cxn modelId="{07782FC2-B8FC-411C-964E-A8F5940B0779}" type="presParOf" srcId="{223BCDED-7DD8-4D66-872C-4DD1D93165C4}" destId="{082A71D2-BCC6-41E1-BEB0-4FE96EC879B5}" srcOrd="0" destOrd="0" presId="urn:microsoft.com/office/officeart/2008/layout/LinedList"/>
    <dgm:cxn modelId="{DA4927D8-1229-4B7E-A331-62AC9F5B9BA3}" type="presParOf" srcId="{223BCDED-7DD8-4D66-872C-4DD1D93165C4}" destId="{6BB9FDBC-E549-4F98-86A0-8ED06C3A8472}" srcOrd="1" destOrd="0" presId="urn:microsoft.com/office/officeart/2008/layout/LinedList"/>
    <dgm:cxn modelId="{6C2A4D22-C9A5-4841-8490-C4EF89FA60B2}" type="presParOf" srcId="{6BB9FDBC-E549-4F98-86A0-8ED06C3A8472}" destId="{8A96D590-E6B0-4E57-8FE3-856D0C08F7DF}" srcOrd="0" destOrd="0" presId="urn:microsoft.com/office/officeart/2008/layout/LinedList"/>
    <dgm:cxn modelId="{D2C5AFA8-8DC8-4A86-B3BF-E388BAF8A3B4}" type="presParOf" srcId="{6BB9FDBC-E549-4F98-86A0-8ED06C3A8472}" destId="{CA4A4A25-AC41-4897-9C5F-8E486C1386B8}" srcOrd="1" destOrd="0" presId="urn:microsoft.com/office/officeart/2008/layout/LinedList"/>
    <dgm:cxn modelId="{66727B92-D786-453E-95B2-060CE9D1ED2C}" type="presParOf" srcId="{6BB9FDBC-E549-4F98-86A0-8ED06C3A8472}" destId="{2CD8E71A-0CE1-4C8F-AC97-0F1BC68171B1}" srcOrd="2" destOrd="0" presId="urn:microsoft.com/office/officeart/2008/layout/LinedList"/>
    <dgm:cxn modelId="{8F11F9D8-BC66-48EE-BBD5-D8C208A5834B}" type="presParOf" srcId="{223BCDED-7DD8-4D66-872C-4DD1D93165C4}" destId="{01AFFC2C-7F4C-4F32-A0B9-8B4DA7E430C7}" srcOrd="2" destOrd="0" presId="urn:microsoft.com/office/officeart/2008/layout/LinedList"/>
    <dgm:cxn modelId="{0DC26C98-5372-46C6-BF6E-83150497BF73}" type="presParOf" srcId="{223BCDED-7DD8-4D66-872C-4DD1D93165C4}" destId="{4D673F05-48BC-45E5-88C7-292BD9C4477D}" srcOrd="3" destOrd="0" presId="urn:microsoft.com/office/officeart/2008/layout/LinedList"/>
    <dgm:cxn modelId="{FB1BBBF7-F3D0-47FF-AD5F-6ADBEE57C6EF}" type="presParOf" srcId="{223BCDED-7DD8-4D66-872C-4DD1D93165C4}" destId="{00825176-517C-48DE-95B2-0474743BB678}" srcOrd="4" destOrd="0" presId="urn:microsoft.com/office/officeart/2008/layout/LinedList"/>
    <dgm:cxn modelId="{22EC3B98-C904-4E88-B2FC-E8BD4A8C4147}" type="presParOf" srcId="{00825176-517C-48DE-95B2-0474743BB678}" destId="{16AE1CD1-D20B-47EF-9018-AA9932F198E8}" srcOrd="0" destOrd="0" presId="urn:microsoft.com/office/officeart/2008/layout/LinedList"/>
    <dgm:cxn modelId="{367D8E48-205E-4EC2-AA62-95D598D743C9}" type="presParOf" srcId="{00825176-517C-48DE-95B2-0474743BB678}" destId="{FEE74F95-5CF9-4A61-B50A-86974A4B33D2}" srcOrd="1" destOrd="0" presId="urn:microsoft.com/office/officeart/2008/layout/LinedList"/>
    <dgm:cxn modelId="{03C7AC5E-CD40-4CA2-A79B-404BC4284CA0}" type="presParOf" srcId="{00825176-517C-48DE-95B2-0474743BB678}" destId="{0BF3D0B3-2DDD-41F5-80FD-FB38C5206A39}" srcOrd="2" destOrd="0" presId="urn:microsoft.com/office/officeart/2008/layout/LinedList"/>
    <dgm:cxn modelId="{860E0667-2FFE-45C3-A980-21F8CFE099F1}" type="presParOf" srcId="{223BCDED-7DD8-4D66-872C-4DD1D93165C4}" destId="{F1B377AB-7444-42D1-AD95-2443E2FD013D}" srcOrd="5" destOrd="0" presId="urn:microsoft.com/office/officeart/2008/layout/LinedList"/>
    <dgm:cxn modelId="{EC0087C8-3505-443F-B4FD-60C3838EA007}" type="presParOf" srcId="{223BCDED-7DD8-4D66-872C-4DD1D93165C4}" destId="{32CA7BF7-2ABD-4608-BEC7-6D128B072E6E}" srcOrd="6" destOrd="0" presId="urn:microsoft.com/office/officeart/2008/layout/LinedList"/>
    <dgm:cxn modelId="{42BBCDBA-F407-433A-80D4-3000E1C51364}" type="presParOf" srcId="{223BCDED-7DD8-4D66-872C-4DD1D93165C4}" destId="{853DD761-C452-4264-9FA3-3159DB8E229E}" srcOrd="7" destOrd="0" presId="urn:microsoft.com/office/officeart/2008/layout/LinedList"/>
    <dgm:cxn modelId="{9AB0D219-F1E4-49C6-B987-B1C4D3016D78}" type="presParOf" srcId="{853DD761-C452-4264-9FA3-3159DB8E229E}" destId="{77C977CE-EB27-469A-A189-A111D5456E3A}" srcOrd="0" destOrd="0" presId="urn:microsoft.com/office/officeart/2008/layout/LinedList"/>
    <dgm:cxn modelId="{EB53D839-13AF-42F4-846A-E5BB360AFF93}" type="presParOf" srcId="{853DD761-C452-4264-9FA3-3159DB8E229E}" destId="{3D2A64B4-B85B-4ADD-9FB4-EAC860AF9D03}" srcOrd="1" destOrd="0" presId="urn:microsoft.com/office/officeart/2008/layout/LinedList"/>
    <dgm:cxn modelId="{F42C722A-9F9B-4431-A372-9BAD94D0FF00}" type="presParOf" srcId="{853DD761-C452-4264-9FA3-3159DB8E229E}" destId="{C08CE7C1-3F74-4D59-8F3B-C3AD911A2BF7}" srcOrd="2" destOrd="0" presId="urn:microsoft.com/office/officeart/2008/layout/LinedList"/>
    <dgm:cxn modelId="{9BD1CA3A-F8F2-4FAC-B1E6-44B397BBD87B}" type="presParOf" srcId="{223BCDED-7DD8-4D66-872C-4DD1D93165C4}" destId="{0A4221F1-74CC-44D4-8154-5FFB2AD8ECD7}" srcOrd="8" destOrd="0" presId="urn:microsoft.com/office/officeart/2008/layout/LinedList"/>
    <dgm:cxn modelId="{048DA851-9FC4-4D8E-9ABD-BD0FBA2E15E2}" type="presParOf" srcId="{223BCDED-7DD8-4D66-872C-4DD1D93165C4}" destId="{A2AC0B48-BFC9-46B9-9D23-CA12C89B6936}" srcOrd="9" destOrd="0" presId="urn:microsoft.com/office/officeart/2008/layout/LinedList"/>
    <dgm:cxn modelId="{8235C705-A56F-4D77-849A-82C7ECE05018}" type="presParOf" srcId="{5ACA8A97-DA04-44F5-AC8F-19F1D12D918E}" destId="{657C8EFD-E26A-414F-99EB-7E5AF80E3011}" srcOrd="2" destOrd="0" presId="urn:microsoft.com/office/officeart/2008/layout/LinedList"/>
    <dgm:cxn modelId="{8EB4A080-34F5-4890-8358-C138F314F5C1}" type="presParOf" srcId="{5ACA8A97-DA04-44F5-AC8F-19F1D12D918E}" destId="{98E2C1D3-A7CE-466D-B22D-41CD7B5BD5B9}" srcOrd="3" destOrd="0" presId="urn:microsoft.com/office/officeart/2008/layout/LinedList"/>
    <dgm:cxn modelId="{0AC732F2-9785-4348-B5E9-972334DDECB7}" type="presParOf" srcId="{98E2C1D3-A7CE-466D-B22D-41CD7B5BD5B9}" destId="{DCD89C65-B54A-4A7E-8255-9561DC9D21EF}" srcOrd="0" destOrd="0" presId="urn:microsoft.com/office/officeart/2008/layout/LinedList"/>
    <dgm:cxn modelId="{9F0BB406-74F3-4BC5-A439-A19D1B16E506}" type="presParOf" srcId="{98E2C1D3-A7CE-466D-B22D-41CD7B5BD5B9}" destId="{52E32918-27D1-4605-B20F-CA8647D34C2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02258AF-F573-449A-94B3-7DD21198814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5839C6-A0BC-4487-A0C7-83E38BB7F9FD}">
      <dgm:prSet phldrT="[Text]"/>
      <dgm:spPr/>
      <dgm:t>
        <a:bodyPr/>
        <a:lstStyle/>
        <a:p>
          <a:r>
            <a:rPr lang="en-US" dirty="0"/>
            <a:t>key points</a:t>
          </a:r>
        </a:p>
      </dgm:t>
    </dgm:pt>
    <dgm:pt modelId="{F955A8BE-2111-4287-AA4D-FD78ABBCC5A3}" type="parTrans" cxnId="{74077FC3-12C6-414F-B04C-E4337676705A}">
      <dgm:prSet/>
      <dgm:spPr/>
      <dgm:t>
        <a:bodyPr/>
        <a:lstStyle/>
        <a:p>
          <a:endParaRPr lang="en-US"/>
        </a:p>
      </dgm:t>
    </dgm:pt>
    <dgm:pt modelId="{C34B7DB7-0288-4B80-BA53-7C1312E69290}" type="sibTrans" cxnId="{74077FC3-12C6-414F-B04C-E4337676705A}">
      <dgm:prSet/>
      <dgm:spPr/>
      <dgm:t>
        <a:bodyPr/>
        <a:lstStyle/>
        <a:p>
          <a:endParaRPr lang="en-US"/>
        </a:p>
      </dgm:t>
    </dgm:pt>
    <dgm:pt modelId="{D695E08A-6B0D-489E-A27F-524BF21BA899}">
      <dgm:prSet phldrT="[Text]"/>
      <dgm:spPr/>
      <dgm:t>
        <a:bodyPr/>
        <a:lstStyle/>
        <a:p>
          <a:r>
            <a:rPr lang="en-GB" b="1" dirty="0"/>
            <a:t>Project estimation and scheduling are interleaved management activities.</a:t>
          </a:r>
          <a:endParaRPr lang="en-US" b="1" dirty="0"/>
        </a:p>
      </dgm:t>
    </dgm:pt>
    <dgm:pt modelId="{07A53839-1E27-4065-A911-82549BB303BD}" type="parTrans" cxnId="{5B91575A-6110-4898-82B1-AEDFC6F18980}">
      <dgm:prSet/>
      <dgm:spPr/>
      <dgm:t>
        <a:bodyPr/>
        <a:lstStyle/>
        <a:p>
          <a:endParaRPr lang="en-US"/>
        </a:p>
      </dgm:t>
    </dgm:pt>
    <dgm:pt modelId="{787F0173-E58A-4953-9BC2-D0ABFD235E63}" type="sibTrans" cxnId="{5B91575A-6110-4898-82B1-AEDFC6F18980}">
      <dgm:prSet/>
      <dgm:spPr/>
      <dgm:t>
        <a:bodyPr/>
        <a:lstStyle/>
        <a:p>
          <a:endParaRPr lang="en-US"/>
        </a:p>
      </dgm:t>
    </dgm:pt>
    <dgm:pt modelId="{BD72E17B-64D9-41C3-922C-E9CA131BC4BD}">
      <dgm:prSet/>
      <dgm:spPr/>
      <dgm:t>
        <a:bodyPr/>
        <a:lstStyle/>
        <a:p>
          <a:r>
            <a:rPr lang="en-US" b="1" dirty="0"/>
            <a:t>Project Estimation is done on the  basis of </a:t>
          </a:r>
          <a:r>
            <a:rPr lang="en-US" dirty="0"/>
            <a:t>:</a:t>
          </a:r>
        </a:p>
      </dgm:t>
    </dgm:pt>
    <dgm:pt modelId="{F885C398-6C6B-4EFC-A858-1EA3C543FBBE}" type="parTrans" cxnId="{0CCB572C-7335-4C85-9575-ED5B25651678}">
      <dgm:prSet/>
      <dgm:spPr/>
      <dgm:t>
        <a:bodyPr/>
        <a:lstStyle/>
        <a:p>
          <a:endParaRPr lang="en-US"/>
        </a:p>
      </dgm:t>
    </dgm:pt>
    <dgm:pt modelId="{6FFCDCFC-5A83-421E-82B9-4999C37AFFD2}" type="sibTrans" cxnId="{0CCB572C-7335-4C85-9575-ED5B25651678}">
      <dgm:prSet/>
      <dgm:spPr/>
      <dgm:t>
        <a:bodyPr/>
        <a:lstStyle/>
        <a:p>
          <a:endParaRPr lang="en-US"/>
        </a:p>
      </dgm:t>
    </dgm:pt>
    <dgm:pt modelId="{BBA8CB6F-A15D-4FDD-8929-59DADCD41FE3}">
      <dgm:prSet/>
      <dgm:spPr/>
      <dgm:t>
        <a:bodyPr/>
        <a:lstStyle/>
        <a:p>
          <a:r>
            <a:rPr lang="en-US" dirty="0"/>
            <a:t>• Project size</a:t>
          </a:r>
        </a:p>
      </dgm:t>
    </dgm:pt>
    <dgm:pt modelId="{2CC0F288-A648-4C4F-9209-F0ECBE3051EE}" type="parTrans" cxnId="{22D1CA38-053B-495B-950A-1BD0E2D5C16E}">
      <dgm:prSet/>
      <dgm:spPr/>
      <dgm:t>
        <a:bodyPr/>
        <a:lstStyle/>
        <a:p>
          <a:endParaRPr lang="en-US"/>
        </a:p>
      </dgm:t>
    </dgm:pt>
    <dgm:pt modelId="{43CF7083-41E5-43FF-BD64-A345E3AEEAAB}" type="sibTrans" cxnId="{22D1CA38-053B-495B-950A-1BD0E2D5C16E}">
      <dgm:prSet/>
      <dgm:spPr/>
      <dgm:t>
        <a:bodyPr/>
        <a:lstStyle/>
        <a:p>
          <a:endParaRPr lang="en-US"/>
        </a:p>
      </dgm:t>
    </dgm:pt>
    <dgm:pt modelId="{D24657BA-52AF-44BD-BFED-0EBEFBE748BD}">
      <dgm:prSet/>
      <dgm:spPr/>
      <dgm:t>
        <a:bodyPr/>
        <a:lstStyle/>
        <a:p>
          <a:r>
            <a:rPr lang="en-US" dirty="0"/>
            <a:t>• Project Cost </a:t>
          </a:r>
        </a:p>
      </dgm:t>
    </dgm:pt>
    <dgm:pt modelId="{490FA488-7136-4B5C-B54F-6A14C3A65438}" type="parTrans" cxnId="{E91F3F71-2C79-4A83-969C-8CDCA8400650}">
      <dgm:prSet/>
      <dgm:spPr/>
      <dgm:t>
        <a:bodyPr/>
        <a:lstStyle/>
        <a:p>
          <a:endParaRPr lang="en-US"/>
        </a:p>
      </dgm:t>
    </dgm:pt>
    <dgm:pt modelId="{838379DA-F522-47E9-B45D-2BB133FD558F}" type="sibTrans" cxnId="{E91F3F71-2C79-4A83-969C-8CDCA8400650}">
      <dgm:prSet/>
      <dgm:spPr/>
      <dgm:t>
        <a:bodyPr/>
        <a:lstStyle/>
        <a:p>
          <a:endParaRPr lang="en-US"/>
        </a:p>
      </dgm:t>
    </dgm:pt>
    <dgm:pt modelId="{B81620B3-2ACC-4D97-80E9-7FA4F69C429A}">
      <dgm:prSet/>
      <dgm:spPr/>
      <dgm:t>
        <a:bodyPr/>
        <a:lstStyle/>
        <a:p>
          <a:r>
            <a:rPr lang="en-US" dirty="0"/>
            <a:t>• Effort required</a:t>
          </a:r>
        </a:p>
      </dgm:t>
    </dgm:pt>
    <dgm:pt modelId="{FAEB320A-F8C5-48D0-8256-E54CE713A117}" type="parTrans" cxnId="{6CE00A26-A9A9-4CD3-B5A2-847835A952A3}">
      <dgm:prSet/>
      <dgm:spPr/>
      <dgm:t>
        <a:bodyPr/>
        <a:lstStyle/>
        <a:p>
          <a:endParaRPr lang="en-US"/>
        </a:p>
      </dgm:t>
    </dgm:pt>
    <dgm:pt modelId="{BEA4728E-328E-435E-AFB2-A5F972E97D07}" type="sibTrans" cxnId="{6CE00A26-A9A9-4CD3-B5A2-847835A952A3}">
      <dgm:prSet/>
      <dgm:spPr/>
      <dgm:t>
        <a:bodyPr/>
        <a:lstStyle/>
        <a:p>
          <a:endParaRPr lang="en-US"/>
        </a:p>
      </dgm:t>
    </dgm:pt>
    <dgm:pt modelId="{3C3C904E-0884-40BD-AB2D-1435750C4C4B}">
      <dgm:prSet/>
      <dgm:spPr/>
      <dgm:t>
        <a:bodyPr/>
        <a:lstStyle/>
        <a:p>
          <a:r>
            <a:rPr lang="en-US" dirty="0"/>
            <a:t>• Project duration</a:t>
          </a:r>
          <a:endParaRPr lang="en-US"/>
        </a:p>
      </dgm:t>
    </dgm:pt>
    <dgm:pt modelId="{E4519432-A9A2-4956-A160-5C854195AA74}" type="parTrans" cxnId="{19CAD149-4B6B-4B55-BD57-C7726AE8D83E}">
      <dgm:prSet/>
      <dgm:spPr/>
      <dgm:t>
        <a:bodyPr/>
        <a:lstStyle/>
        <a:p>
          <a:endParaRPr lang="en-US"/>
        </a:p>
      </dgm:t>
    </dgm:pt>
    <dgm:pt modelId="{A884C170-EF78-468F-9509-059BAE348724}" type="sibTrans" cxnId="{19CAD149-4B6B-4B55-BD57-C7726AE8D83E}">
      <dgm:prSet/>
      <dgm:spPr/>
      <dgm:t>
        <a:bodyPr/>
        <a:lstStyle/>
        <a:p>
          <a:endParaRPr lang="en-US"/>
        </a:p>
      </dgm:t>
    </dgm:pt>
    <dgm:pt modelId="{5ACA8A97-DA04-44F5-AC8F-19F1D12D918E}" type="pres">
      <dgm:prSet presAssocID="{C02258AF-F573-449A-94B3-7DD211988144}" presName="vert0" presStyleCnt="0">
        <dgm:presLayoutVars>
          <dgm:dir/>
          <dgm:animOne val="branch"/>
          <dgm:animLvl val="lvl"/>
        </dgm:presLayoutVars>
      </dgm:prSet>
      <dgm:spPr/>
    </dgm:pt>
    <dgm:pt modelId="{42D117D6-F22F-4BAF-8462-B95E2F6BCB8C}" type="pres">
      <dgm:prSet presAssocID="{5A5839C6-A0BC-4487-A0C7-83E38BB7F9FD}" presName="thickLine" presStyleLbl="alignNode1" presStyleIdx="0" presStyleCnt="1"/>
      <dgm:spPr/>
    </dgm:pt>
    <dgm:pt modelId="{9539A557-318E-416F-B1B2-F7B36A967847}" type="pres">
      <dgm:prSet presAssocID="{5A5839C6-A0BC-4487-A0C7-83E38BB7F9FD}" presName="horz1" presStyleCnt="0"/>
      <dgm:spPr/>
    </dgm:pt>
    <dgm:pt modelId="{67775576-2957-42B5-A519-B2A925127857}" type="pres">
      <dgm:prSet presAssocID="{5A5839C6-A0BC-4487-A0C7-83E38BB7F9FD}" presName="tx1" presStyleLbl="revTx" presStyleIdx="0" presStyleCnt="7"/>
      <dgm:spPr/>
    </dgm:pt>
    <dgm:pt modelId="{223BCDED-7DD8-4D66-872C-4DD1D93165C4}" type="pres">
      <dgm:prSet presAssocID="{5A5839C6-A0BC-4487-A0C7-83E38BB7F9FD}" presName="vert1" presStyleCnt="0"/>
      <dgm:spPr/>
    </dgm:pt>
    <dgm:pt modelId="{082A71D2-BCC6-41E1-BEB0-4FE96EC879B5}" type="pres">
      <dgm:prSet presAssocID="{D695E08A-6B0D-489E-A27F-524BF21BA899}" presName="vertSpace2a" presStyleCnt="0"/>
      <dgm:spPr/>
    </dgm:pt>
    <dgm:pt modelId="{6BB9FDBC-E549-4F98-86A0-8ED06C3A8472}" type="pres">
      <dgm:prSet presAssocID="{D695E08A-6B0D-489E-A27F-524BF21BA899}" presName="horz2" presStyleCnt="0"/>
      <dgm:spPr/>
    </dgm:pt>
    <dgm:pt modelId="{8A96D590-E6B0-4E57-8FE3-856D0C08F7DF}" type="pres">
      <dgm:prSet presAssocID="{D695E08A-6B0D-489E-A27F-524BF21BA899}" presName="horzSpace2" presStyleCnt="0"/>
      <dgm:spPr/>
    </dgm:pt>
    <dgm:pt modelId="{CA4A4A25-AC41-4897-9C5F-8E486C1386B8}" type="pres">
      <dgm:prSet presAssocID="{D695E08A-6B0D-489E-A27F-524BF21BA899}" presName="tx2" presStyleLbl="revTx" presStyleIdx="1" presStyleCnt="7"/>
      <dgm:spPr/>
    </dgm:pt>
    <dgm:pt modelId="{2CD8E71A-0CE1-4C8F-AC97-0F1BC68171B1}" type="pres">
      <dgm:prSet presAssocID="{D695E08A-6B0D-489E-A27F-524BF21BA899}" presName="vert2" presStyleCnt="0"/>
      <dgm:spPr/>
    </dgm:pt>
    <dgm:pt modelId="{01AFFC2C-7F4C-4F32-A0B9-8B4DA7E430C7}" type="pres">
      <dgm:prSet presAssocID="{D695E08A-6B0D-489E-A27F-524BF21BA899}" presName="thinLine2b" presStyleLbl="callout" presStyleIdx="0" presStyleCnt="6"/>
      <dgm:spPr/>
    </dgm:pt>
    <dgm:pt modelId="{4D673F05-48BC-45E5-88C7-292BD9C4477D}" type="pres">
      <dgm:prSet presAssocID="{D695E08A-6B0D-489E-A27F-524BF21BA899}" presName="vertSpace2b" presStyleCnt="0"/>
      <dgm:spPr/>
    </dgm:pt>
    <dgm:pt modelId="{DF11E5F0-E680-4F4C-9DA3-202F8CDD2A4A}" type="pres">
      <dgm:prSet presAssocID="{BD72E17B-64D9-41C3-922C-E9CA131BC4BD}" presName="horz2" presStyleCnt="0"/>
      <dgm:spPr/>
    </dgm:pt>
    <dgm:pt modelId="{F67FB126-8C20-4CEC-98A6-CA20E0C4733A}" type="pres">
      <dgm:prSet presAssocID="{BD72E17B-64D9-41C3-922C-E9CA131BC4BD}" presName="horzSpace2" presStyleCnt="0"/>
      <dgm:spPr/>
    </dgm:pt>
    <dgm:pt modelId="{929E6CC0-434C-4DE2-818B-A88D1C8ABA00}" type="pres">
      <dgm:prSet presAssocID="{BD72E17B-64D9-41C3-922C-E9CA131BC4BD}" presName="tx2" presStyleLbl="revTx" presStyleIdx="2" presStyleCnt="7"/>
      <dgm:spPr/>
    </dgm:pt>
    <dgm:pt modelId="{BEFB579A-A61D-4D4F-9331-0F00D3CCC4BD}" type="pres">
      <dgm:prSet presAssocID="{BD72E17B-64D9-41C3-922C-E9CA131BC4BD}" presName="vert2" presStyleCnt="0"/>
      <dgm:spPr/>
    </dgm:pt>
    <dgm:pt modelId="{948073EA-D3BD-4266-A3F3-9C2F94817A99}" type="pres">
      <dgm:prSet presAssocID="{BD72E17B-64D9-41C3-922C-E9CA131BC4BD}" presName="thinLine2b" presStyleLbl="callout" presStyleIdx="1" presStyleCnt="6"/>
      <dgm:spPr/>
    </dgm:pt>
    <dgm:pt modelId="{9BAADD1E-09FC-4EEC-8BA8-1BB610E25135}" type="pres">
      <dgm:prSet presAssocID="{BD72E17B-64D9-41C3-922C-E9CA131BC4BD}" presName="vertSpace2b" presStyleCnt="0"/>
      <dgm:spPr/>
    </dgm:pt>
    <dgm:pt modelId="{52B0E966-8699-4958-A742-84F797A942A3}" type="pres">
      <dgm:prSet presAssocID="{BBA8CB6F-A15D-4FDD-8929-59DADCD41FE3}" presName="horz2" presStyleCnt="0"/>
      <dgm:spPr/>
    </dgm:pt>
    <dgm:pt modelId="{5C9A19AC-3F90-45A7-B504-D5660F160A75}" type="pres">
      <dgm:prSet presAssocID="{BBA8CB6F-A15D-4FDD-8929-59DADCD41FE3}" presName="horzSpace2" presStyleCnt="0"/>
      <dgm:spPr/>
    </dgm:pt>
    <dgm:pt modelId="{1AE9B1BD-7C34-456B-8AD5-16A317E2573A}" type="pres">
      <dgm:prSet presAssocID="{BBA8CB6F-A15D-4FDD-8929-59DADCD41FE3}" presName="tx2" presStyleLbl="revTx" presStyleIdx="3" presStyleCnt="7"/>
      <dgm:spPr/>
    </dgm:pt>
    <dgm:pt modelId="{B28A6CB0-DA94-482F-8F60-4D9C7BA9EABA}" type="pres">
      <dgm:prSet presAssocID="{BBA8CB6F-A15D-4FDD-8929-59DADCD41FE3}" presName="vert2" presStyleCnt="0"/>
      <dgm:spPr/>
    </dgm:pt>
    <dgm:pt modelId="{DA077177-326D-4840-9BDB-16904D2C9CCB}" type="pres">
      <dgm:prSet presAssocID="{BBA8CB6F-A15D-4FDD-8929-59DADCD41FE3}" presName="thinLine2b" presStyleLbl="callout" presStyleIdx="2" presStyleCnt="6"/>
      <dgm:spPr/>
    </dgm:pt>
    <dgm:pt modelId="{68240EB3-2F79-4C4B-AC6E-2178ADDCEC7A}" type="pres">
      <dgm:prSet presAssocID="{BBA8CB6F-A15D-4FDD-8929-59DADCD41FE3}" presName="vertSpace2b" presStyleCnt="0"/>
      <dgm:spPr/>
    </dgm:pt>
    <dgm:pt modelId="{6013C881-E28C-4252-BCD6-0F34D1BE491B}" type="pres">
      <dgm:prSet presAssocID="{D24657BA-52AF-44BD-BFED-0EBEFBE748BD}" presName="horz2" presStyleCnt="0"/>
      <dgm:spPr/>
    </dgm:pt>
    <dgm:pt modelId="{F51AA5B7-0975-4340-B253-1A463E6070F3}" type="pres">
      <dgm:prSet presAssocID="{D24657BA-52AF-44BD-BFED-0EBEFBE748BD}" presName="horzSpace2" presStyleCnt="0"/>
      <dgm:spPr/>
    </dgm:pt>
    <dgm:pt modelId="{DC170470-8E74-4545-BB96-5DE8BEF21644}" type="pres">
      <dgm:prSet presAssocID="{D24657BA-52AF-44BD-BFED-0EBEFBE748BD}" presName="tx2" presStyleLbl="revTx" presStyleIdx="4" presStyleCnt="7"/>
      <dgm:spPr/>
    </dgm:pt>
    <dgm:pt modelId="{B4DB40F9-D376-4931-B086-7041D782608B}" type="pres">
      <dgm:prSet presAssocID="{D24657BA-52AF-44BD-BFED-0EBEFBE748BD}" presName="vert2" presStyleCnt="0"/>
      <dgm:spPr/>
    </dgm:pt>
    <dgm:pt modelId="{74A92E81-477B-41FF-B6EF-0735FCE1AF3A}" type="pres">
      <dgm:prSet presAssocID="{D24657BA-52AF-44BD-BFED-0EBEFBE748BD}" presName="thinLine2b" presStyleLbl="callout" presStyleIdx="3" presStyleCnt="6"/>
      <dgm:spPr/>
    </dgm:pt>
    <dgm:pt modelId="{78C9F23E-7D5E-46CC-B2A1-415C0869DA6D}" type="pres">
      <dgm:prSet presAssocID="{D24657BA-52AF-44BD-BFED-0EBEFBE748BD}" presName="vertSpace2b" presStyleCnt="0"/>
      <dgm:spPr/>
    </dgm:pt>
    <dgm:pt modelId="{C0C90B81-9A7D-4AFC-B079-7CFA21F72A9F}" type="pres">
      <dgm:prSet presAssocID="{B81620B3-2ACC-4D97-80E9-7FA4F69C429A}" presName="horz2" presStyleCnt="0"/>
      <dgm:spPr/>
    </dgm:pt>
    <dgm:pt modelId="{0F79F1D0-C254-4625-9221-2AFCD4898D25}" type="pres">
      <dgm:prSet presAssocID="{B81620B3-2ACC-4D97-80E9-7FA4F69C429A}" presName="horzSpace2" presStyleCnt="0"/>
      <dgm:spPr/>
    </dgm:pt>
    <dgm:pt modelId="{3832105A-182B-4B18-BEDB-93615DC9D361}" type="pres">
      <dgm:prSet presAssocID="{B81620B3-2ACC-4D97-80E9-7FA4F69C429A}" presName="tx2" presStyleLbl="revTx" presStyleIdx="5" presStyleCnt="7"/>
      <dgm:spPr/>
    </dgm:pt>
    <dgm:pt modelId="{9D0E91E3-65BB-4EAB-ACE5-B462EF1FDC23}" type="pres">
      <dgm:prSet presAssocID="{B81620B3-2ACC-4D97-80E9-7FA4F69C429A}" presName="vert2" presStyleCnt="0"/>
      <dgm:spPr/>
    </dgm:pt>
    <dgm:pt modelId="{24FFEEBD-C6DE-47BA-A916-D3B9D27C1930}" type="pres">
      <dgm:prSet presAssocID="{B81620B3-2ACC-4D97-80E9-7FA4F69C429A}" presName="thinLine2b" presStyleLbl="callout" presStyleIdx="4" presStyleCnt="6"/>
      <dgm:spPr/>
    </dgm:pt>
    <dgm:pt modelId="{554577A6-968B-44D9-A1A8-93A3BCDAB8B9}" type="pres">
      <dgm:prSet presAssocID="{B81620B3-2ACC-4D97-80E9-7FA4F69C429A}" presName="vertSpace2b" presStyleCnt="0"/>
      <dgm:spPr/>
    </dgm:pt>
    <dgm:pt modelId="{ADC0387C-D3B9-4D7C-A25D-AC7EB5924DC8}" type="pres">
      <dgm:prSet presAssocID="{3C3C904E-0884-40BD-AB2D-1435750C4C4B}" presName="horz2" presStyleCnt="0"/>
      <dgm:spPr/>
    </dgm:pt>
    <dgm:pt modelId="{FFAF6386-8A6E-46E5-87FD-A9CADE7870A3}" type="pres">
      <dgm:prSet presAssocID="{3C3C904E-0884-40BD-AB2D-1435750C4C4B}" presName="horzSpace2" presStyleCnt="0"/>
      <dgm:spPr/>
    </dgm:pt>
    <dgm:pt modelId="{750B2DCE-C783-42F9-AED2-39C9622EF41C}" type="pres">
      <dgm:prSet presAssocID="{3C3C904E-0884-40BD-AB2D-1435750C4C4B}" presName="tx2" presStyleLbl="revTx" presStyleIdx="6" presStyleCnt="7"/>
      <dgm:spPr/>
    </dgm:pt>
    <dgm:pt modelId="{A742A136-15F0-48AD-9272-EEF5236D6C86}" type="pres">
      <dgm:prSet presAssocID="{3C3C904E-0884-40BD-AB2D-1435750C4C4B}" presName="vert2" presStyleCnt="0"/>
      <dgm:spPr/>
    </dgm:pt>
    <dgm:pt modelId="{22DADF3F-E339-4689-9AD4-CC1D1F849346}" type="pres">
      <dgm:prSet presAssocID="{3C3C904E-0884-40BD-AB2D-1435750C4C4B}" presName="thinLine2b" presStyleLbl="callout" presStyleIdx="5" presStyleCnt="6"/>
      <dgm:spPr/>
    </dgm:pt>
    <dgm:pt modelId="{0B41E910-460B-499E-874D-508E621D0BCC}" type="pres">
      <dgm:prSet presAssocID="{3C3C904E-0884-40BD-AB2D-1435750C4C4B}" presName="vertSpace2b" presStyleCnt="0"/>
      <dgm:spPr/>
    </dgm:pt>
  </dgm:ptLst>
  <dgm:cxnLst>
    <dgm:cxn modelId="{6CE00A26-A9A9-4CD3-B5A2-847835A952A3}" srcId="{5A5839C6-A0BC-4487-A0C7-83E38BB7F9FD}" destId="{B81620B3-2ACC-4D97-80E9-7FA4F69C429A}" srcOrd="4" destOrd="0" parTransId="{FAEB320A-F8C5-48D0-8256-E54CE713A117}" sibTransId="{BEA4728E-328E-435E-AFB2-A5F972E97D07}"/>
    <dgm:cxn modelId="{0CCB572C-7335-4C85-9575-ED5B25651678}" srcId="{5A5839C6-A0BC-4487-A0C7-83E38BB7F9FD}" destId="{BD72E17B-64D9-41C3-922C-E9CA131BC4BD}" srcOrd="1" destOrd="0" parTransId="{F885C398-6C6B-4EFC-A858-1EA3C543FBBE}" sibTransId="{6FFCDCFC-5A83-421E-82B9-4999C37AFFD2}"/>
    <dgm:cxn modelId="{84AF3A37-941B-4D35-A939-3ACD588DAE9D}" type="presOf" srcId="{5A5839C6-A0BC-4487-A0C7-83E38BB7F9FD}" destId="{67775576-2957-42B5-A519-B2A925127857}" srcOrd="0" destOrd="0" presId="urn:microsoft.com/office/officeart/2008/layout/LinedList"/>
    <dgm:cxn modelId="{22D1CA38-053B-495B-950A-1BD0E2D5C16E}" srcId="{5A5839C6-A0BC-4487-A0C7-83E38BB7F9FD}" destId="{BBA8CB6F-A15D-4FDD-8929-59DADCD41FE3}" srcOrd="2" destOrd="0" parTransId="{2CC0F288-A648-4C4F-9209-F0ECBE3051EE}" sibTransId="{43CF7083-41E5-43FF-BD64-A345E3AEEAAB}"/>
    <dgm:cxn modelId="{853A5068-7CFC-4B37-A26F-699A557DD99C}" type="presOf" srcId="{D695E08A-6B0D-489E-A27F-524BF21BA899}" destId="{CA4A4A25-AC41-4897-9C5F-8E486C1386B8}" srcOrd="0" destOrd="0" presId="urn:microsoft.com/office/officeart/2008/layout/LinedList"/>
    <dgm:cxn modelId="{19CAD149-4B6B-4B55-BD57-C7726AE8D83E}" srcId="{5A5839C6-A0BC-4487-A0C7-83E38BB7F9FD}" destId="{3C3C904E-0884-40BD-AB2D-1435750C4C4B}" srcOrd="5" destOrd="0" parTransId="{E4519432-A9A2-4956-A160-5C854195AA74}" sibTransId="{A884C170-EF78-468F-9509-059BAE348724}"/>
    <dgm:cxn modelId="{E91F3F71-2C79-4A83-969C-8CDCA8400650}" srcId="{5A5839C6-A0BC-4487-A0C7-83E38BB7F9FD}" destId="{D24657BA-52AF-44BD-BFED-0EBEFBE748BD}" srcOrd="3" destOrd="0" parTransId="{490FA488-7136-4B5C-B54F-6A14C3A65438}" sibTransId="{838379DA-F522-47E9-B45D-2BB133FD558F}"/>
    <dgm:cxn modelId="{DA013657-F4B7-40E9-AECD-4F651C4E5007}" type="presOf" srcId="{D24657BA-52AF-44BD-BFED-0EBEFBE748BD}" destId="{DC170470-8E74-4545-BB96-5DE8BEF21644}" srcOrd="0" destOrd="0" presId="urn:microsoft.com/office/officeart/2008/layout/LinedList"/>
    <dgm:cxn modelId="{5B91575A-6110-4898-82B1-AEDFC6F18980}" srcId="{5A5839C6-A0BC-4487-A0C7-83E38BB7F9FD}" destId="{D695E08A-6B0D-489E-A27F-524BF21BA899}" srcOrd="0" destOrd="0" parTransId="{07A53839-1E27-4065-A911-82549BB303BD}" sibTransId="{787F0173-E58A-4953-9BC2-D0ABFD235E63}"/>
    <dgm:cxn modelId="{F0DA4B82-C6FB-4A80-9902-6A20FD368F1F}" type="presOf" srcId="{BD72E17B-64D9-41C3-922C-E9CA131BC4BD}" destId="{929E6CC0-434C-4DE2-818B-A88D1C8ABA00}" srcOrd="0" destOrd="0" presId="urn:microsoft.com/office/officeart/2008/layout/LinedList"/>
    <dgm:cxn modelId="{691C978A-40E4-4608-9A3A-82B19CF870BD}" type="presOf" srcId="{C02258AF-F573-449A-94B3-7DD211988144}" destId="{5ACA8A97-DA04-44F5-AC8F-19F1D12D918E}" srcOrd="0" destOrd="0" presId="urn:microsoft.com/office/officeart/2008/layout/LinedList"/>
    <dgm:cxn modelId="{BF8EB2B6-100B-49BE-8C51-563A9AD25DE6}" type="presOf" srcId="{B81620B3-2ACC-4D97-80E9-7FA4F69C429A}" destId="{3832105A-182B-4B18-BEDB-93615DC9D361}" srcOrd="0" destOrd="0" presId="urn:microsoft.com/office/officeart/2008/layout/LinedList"/>
    <dgm:cxn modelId="{74077FC3-12C6-414F-B04C-E4337676705A}" srcId="{C02258AF-F573-449A-94B3-7DD211988144}" destId="{5A5839C6-A0BC-4487-A0C7-83E38BB7F9FD}" srcOrd="0" destOrd="0" parTransId="{F955A8BE-2111-4287-AA4D-FD78ABBCC5A3}" sibTransId="{C34B7DB7-0288-4B80-BA53-7C1312E69290}"/>
    <dgm:cxn modelId="{598F3BD4-EA58-44EC-9A80-9A00AE30BC1B}" type="presOf" srcId="{BBA8CB6F-A15D-4FDD-8929-59DADCD41FE3}" destId="{1AE9B1BD-7C34-456B-8AD5-16A317E2573A}" srcOrd="0" destOrd="0" presId="urn:microsoft.com/office/officeart/2008/layout/LinedList"/>
    <dgm:cxn modelId="{59D108E3-52D6-49C8-9DBD-B86555356EC8}" type="presOf" srcId="{3C3C904E-0884-40BD-AB2D-1435750C4C4B}" destId="{750B2DCE-C783-42F9-AED2-39C9622EF41C}" srcOrd="0" destOrd="0" presId="urn:microsoft.com/office/officeart/2008/layout/LinedList"/>
    <dgm:cxn modelId="{D3224124-0100-42E3-9992-8F7148AF59D3}" type="presParOf" srcId="{5ACA8A97-DA04-44F5-AC8F-19F1D12D918E}" destId="{42D117D6-F22F-4BAF-8462-B95E2F6BCB8C}" srcOrd="0" destOrd="0" presId="urn:microsoft.com/office/officeart/2008/layout/LinedList"/>
    <dgm:cxn modelId="{9D16303B-7793-458E-B54D-B0F3077720D6}" type="presParOf" srcId="{5ACA8A97-DA04-44F5-AC8F-19F1D12D918E}" destId="{9539A557-318E-416F-B1B2-F7B36A967847}" srcOrd="1" destOrd="0" presId="urn:microsoft.com/office/officeart/2008/layout/LinedList"/>
    <dgm:cxn modelId="{85303CC4-0F5D-4D0C-B2F6-EC4D974772D9}" type="presParOf" srcId="{9539A557-318E-416F-B1B2-F7B36A967847}" destId="{67775576-2957-42B5-A519-B2A925127857}" srcOrd="0" destOrd="0" presId="urn:microsoft.com/office/officeart/2008/layout/LinedList"/>
    <dgm:cxn modelId="{E8675F8F-B223-4E8A-8DFD-C104C75EBF79}" type="presParOf" srcId="{9539A557-318E-416F-B1B2-F7B36A967847}" destId="{223BCDED-7DD8-4D66-872C-4DD1D93165C4}" srcOrd="1" destOrd="0" presId="urn:microsoft.com/office/officeart/2008/layout/LinedList"/>
    <dgm:cxn modelId="{07782FC2-B8FC-411C-964E-A8F5940B0779}" type="presParOf" srcId="{223BCDED-7DD8-4D66-872C-4DD1D93165C4}" destId="{082A71D2-BCC6-41E1-BEB0-4FE96EC879B5}" srcOrd="0" destOrd="0" presId="urn:microsoft.com/office/officeart/2008/layout/LinedList"/>
    <dgm:cxn modelId="{DA4927D8-1229-4B7E-A331-62AC9F5B9BA3}" type="presParOf" srcId="{223BCDED-7DD8-4D66-872C-4DD1D93165C4}" destId="{6BB9FDBC-E549-4F98-86A0-8ED06C3A8472}" srcOrd="1" destOrd="0" presId="urn:microsoft.com/office/officeart/2008/layout/LinedList"/>
    <dgm:cxn modelId="{6C2A4D22-C9A5-4841-8490-C4EF89FA60B2}" type="presParOf" srcId="{6BB9FDBC-E549-4F98-86A0-8ED06C3A8472}" destId="{8A96D590-E6B0-4E57-8FE3-856D0C08F7DF}" srcOrd="0" destOrd="0" presId="urn:microsoft.com/office/officeart/2008/layout/LinedList"/>
    <dgm:cxn modelId="{D2C5AFA8-8DC8-4A86-B3BF-E388BAF8A3B4}" type="presParOf" srcId="{6BB9FDBC-E549-4F98-86A0-8ED06C3A8472}" destId="{CA4A4A25-AC41-4897-9C5F-8E486C1386B8}" srcOrd="1" destOrd="0" presId="urn:microsoft.com/office/officeart/2008/layout/LinedList"/>
    <dgm:cxn modelId="{66727B92-D786-453E-95B2-060CE9D1ED2C}" type="presParOf" srcId="{6BB9FDBC-E549-4F98-86A0-8ED06C3A8472}" destId="{2CD8E71A-0CE1-4C8F-AC97-0F1BC68171B1}" srcOrd="2" destOrd="0" presId="urn:microsoft.com/office/officeart/2008/layout/LinedList"/>
    <dgm:cxn modelId="{8F11F9D8-BC66-48EE-BBD5-D8C208A5834B}" type="presParOf" srcId="{223BCDED-7DD8-4D66-872C-4DD1D93165C4}" destId="{01AFFC2C-7F4C-4F32-A0B9-8B4DA7E430C7}" srcOrd="2" destOrd="0" presId="urn:microsoft.com/office/officeart/2008/layout/LinedList"/>
    <dgm:cxn modelId="{0DC26C98-5372-46C6-BF6E-83150497BF73}" type="presParOf" srcId="{223BCDED-7DD8-4D66-872C-4DD1D93165C4}" destId="{4D673F05-48BC-45E5-88C7-292BD9C4477D}" srcOrd="3" destOrd="0" presId="urn:microsoft.com/office/officeart/2008/layout/LinedList"/>
    <dgm:cxn modelId="{9572E012-495F-466A-80BE-06C0ED188473}" type="presParOf" srcId="{223BCDED-7DD8-4D66-872C-4DD1D93165C4}" destId="{DF11E5F0-E680-4F4C-9DA3-202F8CDD2A4A}" srcOrd="4" destOrd="0" presId="urn:microsoft.com/office/officeart/2008/layout/LinedList"/>
    <dgm:cxn modelId="{3F6888BA-A6F7-4906-BCEE-6D80857B3F0F}" type="presParOf" srcId="{DF11E5F0-E680-4F4C-9DA3-202F8CDD2A4A}" destId="{F67FB126-8C20-4CEC-98A6-CA20E0C4733A}" srcOrd="0" destOrd="0" presId="urn:microsoft.com/office/officeart/2008/layout/LinedList"/>
    <dgm:cxn modelId="{60B90DF0-1982-47D2-96A6-83A4D8F0AC2A}" type="presParOf" srcId="{DF11E5F0-E680-4F4C-9DA3-202F8CDD2A4A}" destId="{929E6CC0-434C-4DE2-818B-A88D1C8ABA00}" srcOrd="1" destOrd="0" presId="urn:microsoft.com/office/officeart/2008/layout/LinedList"/>
    <dgm:cxn modelId="{130DA145-90DD-4C01-B7EA-2C326817C698}" type="presParOf" srcId="{DF11E5F0-E680-4F4C-9DA3-202F8CDD2A4A}" destId="{BEFB579A-A61D-4D4F-9331-0F00D3CCC4BD}" srcOrd="2" destOrd="0" presId="urn:microsoft.com/office/officeart/2008/layout/LinedList"/>
    <dgm:cxn modelId="{36E6312D-9AEA-49C9-84ED-7BCD8E24995B}" type="presParOf" srcId="{223BCDED-7DD8-4D66-872C-4DD1D93165C4}" destId="{948073EA-D3BD-4266-A3F3-9C2F94817A99}" srcOrd="5" destOrd="0" presId="urn:microsoft.com/office/officeart/2008/layout/LinedList"/>
    <dgm:cxn modelId="{10049B21-E23E-42BA-9E3A-175B0B634C8B}" type="presParOf" srcId="{223BCDED-7DD8-4D66-872C-4DD1D93165C4}" destId="{9BAADD1E-09FC-4EEC-8BA8-1BB610E25135}" srcOrd="6" destOrd="0" presId="urn:microsoft.com/office/officeart/2008/layout/LinedList"/>
    <dgm:cxn modelId="{82528573-95C0-4EB4-9A0B-FDE8078866A8}" type="presParOf" srcId="{223BCDED-7DD8-4D66-872C-4DD1D93165C4}" destId="{52B0E966-8699-4958-A742-84F797A942A3}" srcOrd="7" destOrd="0" presId="urn:microsoft.com/office/officeart/2008/layout/LinedList"/>
    <dgm:cxn modelId="{F74DE636-4C24-4556-A42E-2283BB667D78}" type="presParOf" srcId="{52B0E966-8699-4958-A742-84F797A942A3}" destId="{5C9A19AC-3F90-45A7-B504-D5660F160A75}" srcOrd="0" destOrd="0" presId="urn:microsoft.com/office/officeart/2008/layout/LinedList"/>
    <dgm:cxn modelId="{0860F8AF-8D7F-49EE-ACA0-45705FD90368}" type="presParOf" srcId="{52B0E966-8699-4958-A742-84F797A942A3}" destId="{1AE9B1BD-7C34-456B-8AD5-16A317E2573A}" srcOrd="1" destOrd="0" presId="urn:microsoft.com/office/officeart/2008/layout/LinedList"/>
    <dgm:cxn modelId="{7475F310-01EF-4AF6-A837-54293AA1DD3B}" type="presParOf" srcId="{52B0E966-8699-4958-A742-84F797A942A3}" destId="{B28A6CB0-DA94-482F-8F60-4D9C7BA9EABA}" srcOrd="2" destOrd="0" presId="urn:microsoft.com/office/officeart/2008/layout/LinedList"/>
    <dgm:cxn modelId="{EE9C80C0-D826-4D87-A165-3D9C753157B8}" type="presParOf" srcId="{223BCDED-7DD8-4D66-872C-4DD1D93165C4}" destId="{DA077177-326D-4840-9BDB-16904D2C9CCB}" srcOrd="8" destOrd="0" presId="urn:microsoft.com/office/officeart/2008/layout/LinedList"/>
    <dgm:cxn modelId="{952B2A20-0F0F-483C-B6C0-9A408FC4532D}" type="presParOf" srcId="{223BCDED-7DD8-4D66-872C-4DD1D93165C4}" destId="{68240EB3-2F79-4C4B-AC6E-2178ADDCEC7A}" srcOrd="9" destOrd="0" presId="urn:microsoft.com/office/officeart/2008/layout/LinedList"/>
    <dgm:cxn modelId="{269FF31E-EAD5-4E62-BE42-33F5B0FA5B60}" type="presParOf" srcId="{223BCDED-7DD8-4D66-872C-4DD1D93165C4}" destId="{6013C881-E28C-4252-BCD6-0F34D1BE491B}" srcOrd="10" destOrd="0" presId="urn:microsoft.com/office/officeart/2008/layout/LinedList"/>
    <dgm:cxn modelId="{ADBDDD0E-2F9A-4356-A54A-A080661C5D1C}" type="presParOf" srcId="{6013C881-E28C-4252-BCD6-0F34D1BE491B}" destId="{F51AA5B7-0975-4340-B253-1A463E6070F3}" srcOrd="0" destOrd="0" presId="urn:microsoft.com/office/officeart/2008/layout/LinedList"/>
    <dgm:cxn modelId="{E658BC4A-8AA9-4FEE-A78D-22A3B713561B}" type="presParOf" srcId="{6013C881-E28C-4252-BCD6-0F34D1BE491B}" destId="{DC170470-8E74-4545-BB96-5DE8BEF21644}" srcOrd="1" destOrd="0" presId="urn:microsoft.com/office/officeart/2008/layout/LinedList"/>
    <dgm:cxn modelId="{83730F45-EED0-4CE7-AA44-B95D8EEBE84E}" type="presParOf" srcId="{6013C881-E28C-4252-BCD6-0F34D1BE491B}" destId="{B4DB40F9-D376-4931-B086-7041D782608B}" srcOrd="2" destOrd="0" presId="urn:microsoft.com/office/officeart/2008/layout/LinedList"/>
    <dgm:cxn modelId="{AB4C8CFA-B57B-4200-AD02-DA276D22A289}" type="presParOf" srcId="{223BCDED-7DD8-4D66-872C-4DD1D93165C4}" destId="{74A92E81-477B-41FF-B6EF-0735FCE1AF3A}" srcOrd="11" destOrd="0" presId="urn:microsoft.com/office/officeart/2008/layout/LinedList"/>
    <dgm:cxn modelId="{2573C2C9-E984-4CFC-862F-9E1615C2F3C6}" type="presParOf" srcId="{223BCDED-7DD8-4D66-872C-4DD1D93165C4}" destId="{78C9F23E-7D5E-46CC-B2A1-415C0869DA6D}" srcOrd="12" destOrd="0" presId="urn:microsoft.com/office/officeart/2008/layout/LinedList"/>
    <dgm:cxn modelId="{7EF6FB4E-41DE-40A1-9123-78626A2AB0C5}" type="presParOf" srcId="{223BCDED-7DD8-4D66-872C-4DD1D93165C4}" destId="{C0C90B81-9A7D-4AFC-B079-7CFA21F72A9F}" srcOrd="13" destOrd="0" presId="urn:microsoft.com/office/officeart/2008/layout/LinedList"/>
    <dgm:cxn modelId="{0E9AC245-573F-47D4-93C7-AB5E8A3DBE09}" type="presParOf" srcId="{C0C90B81-9A7D-4AFC-B079-7CFA21F72A9F}" destId="{0F79F1D0-C254-4625-9221-2AFCD4898D25}" srcOrd="0" destOrd="0" presId="urn:microsoft.com/office/officeart/2008/layout/LinedList"/>
    <dgm:cxn modelId="{F6E3A1F8-118A-41CB-BD3A-7E9D4F3D0FBF}" type="presParOf" srcId="{C0C90B81-9A7D-4AFC-B079-7CFA21F72A9F}" destId="{3832105A-182B-4B18-BEDB-93615DC9D361}" srcOrd="1" destOrd="0" presId="urn:microsoft.com/office/officeart/2008/layout/LinedList"/>
    <dgm:cxn modelId="{32B31FD3-3BBB-4470-9FAE-EB39E7F3AC2D}" type="presParOf" srcId="{C0C90B81-9A7D-4AFC-B079-7CFA21F72A9F}" destId="{9D0E91E3-65BB-4EAB-ACE5-B462EF1FDC23}" srcOrd="2" destOrd="0" presId="urn:microsoft.com/office/officeart/2008/layout/LinedList"/>
    <dgm:cxn modelId="{A612B16E-1EA5-47B1-943A-07EB6AFDFC75}" type="presParOf" srcId="{223BCDED-7DD8-4D66-872C-4DD1D93165C4}" destId="{24FFEEBD-C6DE-47BA-A916-D3B9D27C1930}" srcOrd="14" destOrd="0" presId="urn:microsoft.com/office/officeart/2008/layout/LinedList"/>
    <dgm:cxn modelId="{948E77A9-08F5-439D-B3A5-FD1A5F3564F9}" type="presParOf" srcId="{223BCDED-7DD8-4D66-872C-4DD1D93165C4}" destId="{554577A6-968B-44D9-A1A8-93A3BCDAB8B9}" srcOrd="15" destOrd="0" presId="urn:microsoft.com/office/officeart/2008/layout/LinedList"/>
    <dgm:cxn modelId="{57DBBC0A-1F5D-4BA8-AE06-338DEA30F01A}" type="presParOf" srcId="{223BCDED-7DD8-4D66-872C-4DD1D93165C4}" destId="{ADC0387C-D3B9-4D7C-A25D-AC7EB5924DC8}" srcOrd="16" destOrd="0" presId="urn:microsoft.com/office/officeart/2008/layout/LinedList"/>
    <dgm:cxn modelId="{D38781A4-B10E-4466-A8B3-66E3E2B008F9}" type="presParOf" srcId="{ADC0387C-D3B9-4D7C-A25D-AC7EB5924DC8}" destId="{FFAF6386-8A6E-46E5-87FD-A9CADE7870A3}" srcOrd="0" destOrd="0" presId="urn:microsoft.com/office/officeart/2008/layout/LinedList"/>
    <dgm:cxn modelId="{3E09F585-215D-4394-A77A-212FFF16AA34}" type="presParOf" srcId="{ADC0387C-D3B9-4D7C-A25D-AC7EB5924DC8}" destId="{750B2DCE-C783-42F9-AED2-39C9622EF41C}" srcOrd="1" destOrd="0" presId="urn:microsoft.com/office/officeart/2008/layout/LinedList"/>
    <dgm:cxn modelId="{887E1B93-8366-4494-B635-96A9B4AF2186}" type="presParOf" srcId="{ADC0387C-D3B9-4D7C-A25D-AC7EB5924DC8}" destId="{A742A136-15F0-48AD-9272-EEF5236D6C86}" srcOrd="2" destOrd="0" presId="urn:microsoft.com/office/officeart/2008/layout/LinedList"/>
    <dgm:cxn modelId="{FC266519-D8F3-48FD-898D-77BEE9B08FF4}" type="presParOf" srcId="{223BCDED-7DD8-4D66-872C-4DD1D93165C4}" destId="{22DADF3F-E339-4689-9AD4-CC1D1F849346}" srcOrd="17" destOrd="0" presId="urn:microsoft.com/office/officeart/2008/layout/LinedList"/>
    <dgm:cxn modelId="{3D16A14D-7015-4C6F-9605-8A139B4E9638}" type="presParOf" srcId="{223BCDED-7DD8-4D66-872C-4DD1D93165C4}" destId="{0B41E910-460B-499E-874D-508E621D0BCC}" srcOrd="18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2F36BB-70DA-48F2-BEC8-A4CF07DD7F0E}">
      <dsp:nvSpPr>
        <dsp:cNvPr id="0" name=""/>
        <dsp:cNvSpPr/>
      </dsp:nvSpPr>
      <dsp:spPr>
        <a:xfrm>
          <a:off x="1071239" y="793507"/>
          <a:ext cx="1148765" cy="114876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DC5DB2-2F35-438B-9D29-8C3BA06CED3C}">
      <dsp:nvSpPr>
        <dsp:cNvPr id="0" name=""/>
        <dsp:cNvSpPr/>
      </dsp:nvSpPr>
      <dsp:spPr>
        <a:xfrm>
          <a:off x="4528" y="2063544"/>
          <a:ext cx="3282187" cy="492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kern="1200"/>
            <a:t>planning </a:t>
          </a:r>
        </a:p>
      </dsp:txBody>
      <dsp:txXfrm>
        <a:off x="4528" y="2063544"/>
        <a:ext cx="3282187" cy="492328"/>
      </dsp:txXfrm>
    </dsp:sp>
    <dsp:sp modelId="{09AAE9F0-EFC4-4479-A35C-834A98A733CD}">
      <dsp:nvSpPr>
        <dsp:cNvPr id="0" name=""/>
        <dsp:cNvSpPr/>
      </dsp:nvSpPr>
      <dsp:spPr>
        <a:xfrm>
          <a:off x="4528" y="2612277"/>
          <a:ext cx="3282187" cy="1001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Work breakdown structure</a:t>
          </a:r>
        </a:p>
      </dsp:txBody>
      <dsp:txXfrm>
        <a:off x="4528" y="2612277"/>
        <a:ext cx="3282187" cy="1001478"/>
      </dsp:txXfrm>
    </dsp:sp>
    <dsp:sp modelId="{AB5DFF7B-F28D-46F6-BEA5-28C8FA984B20}">
      <dsp:nvSpPr>
        <dsp:cNvPr id="0" name=""/>
        <dsp:cNvSpPr/>
      </dsp:nvSpPr>
      <dsp:spPr>
        <a:xfrm>
          <a:off x="4927809" y="793507"/>
          <a:ext cx="1148765" cy="114876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5B67A7-7112-4CF0-928C-8DBC64B7DF5D}">
      <dsp:nvSpPr>
        <dsp:cNvPr id="0" name=""/>
        <dsp:cNvSpPr/>
      </dsp:nvSpPr>
      <dsp:spPr>
        <a:xfrm>
          <a:off x="3861098" y="2063544"/>
          <a:ext cx="3282187" cy="492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kern="1200"/>
            <a:t>Estimation</a:t>
          </a:r>
        </a:p>
      </dsp:txBody>
      <dsp:txXfrm>
        <a:off x="3861098" y="2063544"/>
        <a:ext cx="3282187" cy="492328"/>
      </dsp:txXfrm>
    </dsp:sp>
    <dsp:sp modelId="{D18DB56A-0785-492E-9D5C-25249769500D}">
      <dsp:nvSpPr>
        <dsp:cNvPr id="0" name=""/>
        <dsp:cNvSpPr/>
      </dsp:nvSpPr>
      <dsp:spPr>
        <a:xfrm>
          <a:off x="3861098" y="2612277"/>
          <a:ext cx="3282187" cy="1001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Wideband Delphi estimation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LOCs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Functional points</a:t>
          </a:r>
        </a:p>
      </dsp:txBody>
      <dsp:txXfrm>
        <a:off x="3861098" y="2612277"/>
        <a:ext cx="3282187" cy="1001478"/>
      </dsp:txXfrm>
    </dsp:sp>
    <dsp:sp modelId="{72B5E35E-FCD3-49FE-9882-F150AEAAF95C}">
      <dsp:nvSpPr>
        <dsp:cNvPr id="0" name=""/>
        <dsp:cNvSpPr/>
      </dsp:nvSpPr>
      <dsp:spPr>
        <a:xfrm>
          <a:off x="8784380" y="793507"/>
          <a:ext cx="1148765" cy="114876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2E383F-F5C6-47A5-8FAB-D3AE537BD4C5}">
      <dsp:nvSpPr>
        <dsp:cNvPr id="0" name=""/>
        <dsp:cNvSpPr/>
      </dsp:nvSpPr>
      <dsp:spPr>
        <a:xfrm>
          <a:off x="7717669" y="2063544"/>
          <a:ext cx="3282187" cy="492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kern="1200"/>
            <a:t>Scheduling</a:t>
          </a:r>
        </a:p>
      </dsp:txBody>
      <dsp:txXfrm>
        <a:off x="7717669" y="2063544"/>
        <a:ext cx="3282187" cy="492328"/>
      </dsp:txXfrm>
    </dsp:sp>
    <dsp:sp modelId="{A1E651D5-68C1-4FE5-8286-40F504708D78}">
      <dsp:nvSpPr>
        <dsp:cNvPr id="0" name=""/>
        <dsp:cNvSpPr/>
      </dsp:nvSpPr>
      <dsp:spPr>
        <a:xfrm>
          <a:off x="7717669" y="2612277"/>
          <a:ext cx="3282187" cy="1001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PERT charts / activity networks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Gantt. Charts</a:t>
          </a:r>
        </a:p>
      </dsp:txBody>
      <dsp:txXfrm>
        <a:off x="7717669" y="2612277"/>
        <a:ext cx="3282187" cy="10014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D117D6-F22F-4BAF-8462-B95E2F6BCB8C}">
      <dsp:nvSpPr>
        <dsp:cNvPr id="0" name=""/>
        <dsp:cNvSpPr/>
      </dsp:nvSpPr>
      <dsp:spPr>
        <a:xfrm>
          <a:off x="0" y="0"/>
          <a:ext cx="100774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775576-2957-42B5-A519-B2A925127857}">
      <dsp:nvSpPr>
        <dsp:cNvPr id="0" name=""/>
        <dsp:cNvSpPr/>
      </dsp:nvSpPr>
      <dsp:spPr>
        <a:xfrm>
          <a:off x="0" y="0"/>
          <a:ext cx="2015490" cy="1774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Fundamental </a:t>
          </a:r>
          <a:r>
            <a:rPr lang="en-US" sz="2400" kern="1200"/>
            <a:t>questions:</a:t>
          </a:r>
          <a:endParaRPr lang="en-US" sz="2400" kern="1200" dirty="0"/>
        </a:p>
      </dsp:txBody>
      <dsp:txXfrm>
        <a:off x="0" y="0"/>
        <a:ext cx="2015490" cy="1774031"/>
      </dsp:txXfrm>
    </dsp:sp>
    <dsp:sp modelId="{CA4A4A25-AC41-4897-9C5F-8E486C1386B8}">
      <dsp:nvSpPr>
        <dsp:cNvPr id="0" name=""/>
        <dsp:cNvSpPr/>
      </dsp:nvSpPr>
      <dsp:spPr>
        <a:xfrm>
          <a:off x="2166651" y="27719"/>
          <a:ext cx="7910798" cy="554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effort required to complete an activity?</a:t>
          </a:r>
          <a:endParaRPr lang="en-US" sz="2500" kern="1200" dirty="0"/>
        </a:p>
      </dsp:txBody>
      <dsp:txXfrm>
        <a:off x="2166651" y="27719"/>
        <a:ext cx="7910798" cy="554384"/>
      </dsp:txXfrm>
    </dsp:sp>
    <dsp:sp modelId="{01AFFC2C-7F4C-4F32-A0B9-8B4DA7E430C7}">
      <dsp:nvSpPr>
        <dsp:cNvPr id="0" name=""/>
        <dsp:cNvSpPr/>
      </dsp:nvSpPr>
      <dsp:spPr>
        <a:xfrm>
          <a:off x="2015490" y="582103"/>
          <a:ext cx="80619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E74F95-5CF9-4A61-B50A-86974A4B33D2}">
      <dsp:nvSpPr>
        <dsp:cNvPr id="0" name=""/>
        <dsp:cNvSpPr/>
      </dsp:nvSpPr>
      <dsp:spPr>
        <a:xfrm>
          <a:off x="2166651" y="609823"/>
          <a:ext cx="7910798" cy="554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calendar time needed to complete an activity?</a:t>
          </a:r>
        </a:p>
      </dsp:txBody>
      <dsp:txXfrm>
        <a:off x="2166651" y="609823"/>
        <a:ext cx="7910798" cy="554384"/>
      </dsp:txXfrm>
    </dsp:sp>
    <dsp:sp modelId="{F1B377AB-7444-42D1-AD95-2443E2FD013D}">
      <dsp:nvSpPr>
        <dsp:cNvPr id="0" name=""/>
        <dsp:cNvSpPr/>
      </dsp:nvSpPr>
      <dsp:spPr>
        <a:xfrm>
          <a:off x="2015490" y="1164207"/>
          <a:ext cx="80619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2A64B4-B85B-4ADD-9FB4-EAC860AF9D03}">
      <dsp:nvSpPr>
        <dsp:cNvPr id="0" name=""/>
        <dsp:cNvSpPr/>
      </dsp:nvSpPr>
      <dsp:spPr>
        <a:xfrm>
          <a:off x="2166651" y="1191927"/>
          <a:ext cx="7910798" cy="554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total cost for an activity?</a:t>
          </a:r>
        </a:p>
      </dsp:txBody>
      <dsp:txXfrm>
        <a:off x="2166651" y="1191927"/>
        <a:ext cx="7910798" cy="554384"/>
      </dsp:txXfrm>
    </dsp:sp>
    <dsp:sp modelId="{0A4221F1-74CC-44D4-8154-5FFB2AD8ECD7}">
      <dsp:nvSpPr>
        <dsp:cNvPr id="0" name=""/>
        <dsp:cNvSpPr/>
      </dsp:nvSpPr>
      <dsp:spPr>
        <a:xfrm>
          <a:off x="2015490" y="1746311"/>
          <a:ext cx="80619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7C8EFD-E26A-414F-99EB-7E5AF80E3011}">
      <dsp:nvSpPr>
        <dsp:cNvPr id="0" name=""/>
        <dsp:cNvSpPr/>
      </dsp:nvSpPr>
      <dsp:spPr>
        <a:xfrm>
          <a:off x="0" y="1774031"/>
          <a:ext cx="100774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D89C65-B54A-4A7E-8255-9561DC9D21EF}">
      <dsp:nvSpPr>
        <dsp:cNvPr id="0" name=""/>
        <dsp:cNvSpPr/>
      </dsp:nvSpPr>
      <dsp:spPr>
        <a:xfrm>
          <a:off x="0" y="1774031"/>
          <a:ext cx="2015490" cy="1774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dirty="0"/>
        </a:p>
      </dsp:txBody>
      <dsp:txXfrm>
        <a:off x="0" y="1774031"/>
        <a:ext cx="2015490" cy="17740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D117D6-F22F-4BAF-8462-B95E2F6BCB8C}">
      <dsp:nvSpPr>
        <dsp:cNvPr id="0" name=""/>
        <dsp:cNvSpPr/>
      </dsp:nvSpPr>
      <dsp:spPr>
        <a:xfrm>
          <a:off x="0" y="0"/>
          <a:ext cx="100774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775576-2957-42B5-A519-B2A925127857}">
      <dsp:nvSpPr>
        <dsp:cNvPr id="0" name=""/>
        <dsp:cNvSpPr/>
      </dsp:nvSpPr>
      <dsp:spPr>
        <a:xfrm>
          <a:off x="0" y="0"/>
          <a:ext cx="2015490" cy="3548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t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key points</a:t>
          </a:r>
        </a:p>
      </dsp:txBody>
      <dsp:txXfrm>
        <a:off x="0" y="0"/>
        <a:ext cx="2015490" cy="3548062"/>
      </dsp:txXfrm>
    </dsp:sp>
    <dsp:sp modelId="{CA4A4A25-AC41-4897-9C5F-8E486C1386B8}">
      <dsp:nvSpPr>
        <dsp:cNvPr id="0" name=""/>
        <dsp:cNvSpPr/>
      </dsp:nvSpPr>
      <dsp:spPr>
        <a:xfrm>
          <a:off x="2166651" y="27935"/>
          <a:ext cx="7910798" cy="558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 dirty="0"/>
            <a:t>Project estimation and scheduling are interleaved management activities.</a:t>
          </a:r>
          <a:endParaRPr lang="en-US" sz="1700" b="1" kern="1200" dirty="0"/>
        </a:p>
      </dsp:txBody>
      <dsp:txXfrm>
        <a:off x="2166651" y="27935"/>
        <a:ext cx="7910798" cy="558715"/>
      </dsp:txXfrm>
    </dsp:sp>
    <dsp:sp modelId="{01AFFC2C-7F4C-4F32-A0B9-8B4DA7E430C7}">
      <dsp:nvSpPr>
        <dsp:cNvPr id="0" name=""/>
        <dsp:cNvSpPr/>
      </dsp:nvSpPr>
      <dsp:spPr>
        <a:xfrm>
          <a:off x="2015490" y="586651"/>
          <a:ext cx="80619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9E6CC0-434C-4DE2-818B-A88D1C8ABA00}">
      <dsp:nvSpPr>
        <dsp:cNvPr id="0" name=""/>
        <dsp:cNvSpPr/>
      </dsp:nvSpPr>
      <dsp:spPr>
        <a:xfrm>
          <a:off x="2166651" y="614587"/>
          <a:ext cx="7910798" cy="558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Project Estimation is done on the  basis of </a:t>
          </a:r>
          <a:r>
            <a:rPr lang="en-US" sz="1700" kern="1200" dirty="0"/>
            <a:t>:</a:t>
          </a:r>
        </a:p>
      </dsp:txBody>
      <dsp:txXfrm>
        <a:off x="2166651" y="614587"/>
        <a:ext cx="7910798" cy="558715"/>
      </dsp:txXfrm>
    </dsp:sp>
    <dsp:sp modelId="{948073EA-D3BD-4266-A3F3-9C2F94817A99}">
      <dsp:nvSpPr>
        <dsp:cNvPr id="0" name=""/>
        <dsp:cNvSpPr/>
      </dsp:nvSpPr>
      <dsp:spPr>
        <a:xfrm>
          <a:off x="2015490" y="1173303"/>
          <a:ext cx="80619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E9B1BD-7C34-456B-8AD5-16A317E2573A}">
      <dsp:nvSpPr>
        <dsp:cNvPr id="0" name=""/>
        <dsp:cNvSpPr/>
      </dsp:nvSpPr>
      <dsp:spPr>
        <a:xfrm>
          <a:off x="2166651" y="1201239"/>
          <a:ext cx="7910798" cy="558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• Project size</a:t>
          </a:r>
        </a:p>
      </dsp:txBody>
      <dsp:txXfrm>
        <a:off x="2166651" y="1201239"/>
        <a:ext cx="7910798" cy="558715"/>
      </dsp:txXfrm>
    </dsp:sp>
    <dsp:sp modelId="{DA077177-326D-4840-9BDB-16904D2C9CCB}">
      <dsp:nvSpPr>
        <dsp:cNvPr id="0" name=""/>
        <dsp:cNvSpPr/>
      </dsp:nvSpPr>
      <dsp:spPr>
        <a:xfrm>
          <a:off x="2015490" y="1759954"/>
          <a:ext cx="80619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170470-8E74-4545-BB96-5DE8BEF21644}">
      <dsp:nvSpPr>
        <dsp:cNvPr id="0" name=""/>
        <dsp:cNvSpPr/>
      </dsp:nvSpPr>
      <dsp:spPr>
        <a:xfrm>
          <a:off x="2166651" y="1787890"/>
          <a:ext cx="7910798" cy="558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• Project Cost </a:t>
          </a:r>
        </a:p>
      </dsp:txBody>
      <dsp:txXfrm>
        <a:off x="2166651" y="1787890"/>
        <a:ext cx="7910798" cy="558715"/>
      </dsp:txXfrm>
    </dsp:sp>
    <dsp:sp modelId="{74A92E81-477B-41FF-B6EF-0735FCE1AF3A}">
      <dsp:nvSpPr>
        <dsp:cNvPr id="0" name=""/>
        <dsp:cNvSpPr/>
      </dsp:nvSpPr>
      <dsp:spPr>
        <a:xfrm>
          <a:off x="2015490" y="2346606"/>
          <a:ext cx="80619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32105A-182B-4B18-BEDB-93615DC9D361}">
      <dsp:nvSpPr>
        <dsp:cNvPr id="0" name=""/>
        <dsp:cNvSpPr/>
      </dsp:nvSpPr>
      <dsp:spPr>
        <a:xfrm>
          <a:off x="2166651" y="2374542"/>
          <a:ext cx="7910798" cy="558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• Effort required</a:t>
          </a:r>
        </a:p>
      </dsp:txBody>
      <dsp:txXfrm>
        <a:off x="2166651" y="2374542"/>
        <a:ext cx="7910798" cy="558715"/>
      </dsp:txXfrm>
    </dsp:sp>
    <dsp:sp modelId="{24FFEEBD-C6DE-47BA-A916-D3B9D27C1930}">
      <dsp:nvSpPr>
        <dsp:cNvPr id="0" name=""/>
        <dsp:cNvSpPr/>
      </dsp:nvSpPr>
      <dsp:spPr>
        <a:xfrm>
          <a:off x="2015490" y="2933258"/>
          <a:ext cx="80619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0B2DCE-C783-42F9-AED2-39C9622EF41C}">
      <dsp:nvSpPr>
        <dsp:cNvPr id="0" name=""/>
        <dsp:cNvSpPr/>
      </dsp:nvSpPr>
      <dsp:spPr>
        <a:xfrm>
          <a:off x="2166651" y="2961193"/>
          <a:ext cx="7910798" cy="558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• Project duration</a:t>
          </a:r>
          <a:endParaRPr lang="en-US" sz="1700" kern="1200"/>
        </a:p>
      </dsp:txBody>
      <dsp:txXfrm>
        <a:off x="2166651" y="2961193"/>
        <a:ext cx="7910798" cy="558715"/>
      </dsp:txXfrm>
    </dsp:sp>
    <dsp:sp modelId="{22DADF3F-E339-4689-9AD4-CC1D1F849346}">
      <dsp:nvSpPr>
        <dsp:cNvPr id="0" name=""/>
        <dsp:cNvSpPr/>
      </dsp:nvSpPr>
      <dsp:spPr>
        <a:xfrm>
          <a:off x="2015490" y="3519909"/>
          <a:ext cx="80619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1122363"/>
            <a:ext cx="10072922" cy="197834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3509963"/>
            <a:ext cx="10072922" cy="1747837"/>
          </a:xfrm>
        </p:spPr>
        <p:txBody>
          <a:bodyPr>
            <a:normAutofit/>
          </a:bodyPr>
          <a:lstStyle>
            <a:lvl1pPr marL="0" indent="0" algn="l">
              <a:buNone/>
              <a:defRPr sz="2000" i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524C6359-9BB8-4148-8114-537E698DA205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7465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/>
          <a:p>
            <a:fld id="{9376191F-481E-48E9-BB9A-369A67A7362D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AC552FEA-472E-4E74-B31D-531852C1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059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41DF3078-C636-4776-A616-D5BF3BC280C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0D1A27FA-1310-4BC3-A071-1566746B2FB1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99ACB9EB-84FE-4B33-9EF9-4EC7DAC25DD5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826E5EFB-0EF9-4DB8-99CB-5DD72009DB2C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86238E12-0689-4123-8B2E-E1CCFCC4C88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8538CF67-A00E-4955-A447-001BE02E771A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22313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10072922" cy="2313641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3509963"/>
            <a:ext cx="10072922" cy="25796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7DE-DD04-48CC-9C18-7BE9FF2DEB6B}" type="datetime1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37B4CDD2-E09A-418A-9131-FBDEE440A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8852E5FB-B268-4CCA-8E55-803038F7A00D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A1C9CBB3-97C0-4A35-9088-C69233F5CEE7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1610871-AEE9-46EB-9D27-BA1D9D688124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27478059-2A11-484D-A2D7-199F74778E50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0EC0886-DDB9-47F1-9414-C121C1D3F954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66A10427-DF20-4284-B215-EABA4D366E20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00986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717" y="2521885"/>
            <a:ext cx="4645152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2136" y="2521885"/>
            <a:ext cx="4611138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55ED-7101-4D18-A8AE-3B5E4CB87EA5}" type="datetime1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0CB61A83-9419-49FC-8074-2AB3D34FA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963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BCD12E57-97FB-48D8-81CC-7C37E8947CB4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E487641C-E83B-4134-88C9-1D23D5FA1836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B99AB7A6-A88C-44E1-A9DE-4126B957F88A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FF0D518-1D17-44C7-BF73-7C980481DB5B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A7A3E12-61E8-41A0-A459-15BF375FA945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9E5E4A56-9100-4D60-8A34-0FE116F41FF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2889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7"/>
            <a:ext cx="100729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521884"/>
            <a:ext cx="4845387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0352" y="3366390"/>
            <a:ext cx="4845387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34025" y="2521884"/>
            <a:ext cx="4869249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34025" y="3366390"/>
            <a:ext cx="4869249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2F23D-51F6-4C94-8CD5-B9ABBF67EE23}" type="datetime1">
              <a:rPr lang="en-US" smtClean="0"/>
              <a:t>4/24/2025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907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787068"/>
            <a:ext cx="1007755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702F-6367-4FD1-89A8-3744BE6BA9A2}" type="datetime1">
              <a:rPr lang="en-US" smtClean="0"/>
              <a:t>4/24/2025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aphic 78">
            <a:extLst>
              <a:ext uri="{FF2B5EF4-FFF2-40B4-BE49-F238E27FC236}">
                <a16:creationId xmlns:a16="http://schemas.microsoft.com/office/drawing/2014/main" id="{AC45ECC6-E29C-40EF-A7C9-5A17DAFD4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5233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7" name="Graphic 78">
              <a:extLst>
                <a:ext uri="{FF2B5EF4-FFF2-40B4-BE49-F238E27FC236}">
                  <a16:creationId xmlns:a16="http://schemas.microsoft.com/office/drawing/2014/main" id="{8DA0D497-8E8F-426A-8172-894BE03F70F6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aphic 78">
              <a:extLst>
                <a:ext uri="{FF2B5EF4-FFF2-40B4-BE49-F238E27FC236}">
                  <a16:creationId xmlns:a16="http://schemas.microsoft.com/office/drawing/2014/main" id="{8C0459EF-3B70-4083-8845-3A9AF847E805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9" name="Graphic 78">
                <a:extLst>
                  <a:ext uri="{FF2B5EF4-FFF2-40B4-BE49-F238E27FC236}">
                    <a16:creationId xmlns:a16="http://schemas.microsoft.com/office/drawing/2014/main" id="{53BF2B58-70F8-4288-85AB-CBDA723CDFCC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569E551-A5A0-4A8F-B999-3A6D104814A2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0FB69EB5-D9AC-46E7-934E-32999C39B2E6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6EABC49A-B4ED-44E4-ADB7-E432734A7C9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41099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99BD-4B4F-4460-B452-0E8146ACCF8F}" type="datetime1">
              <a:rPr lang="en-US" smtClean="0"/>
              <a:t>4/24/2025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768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4315386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420086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4315386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D34C-1867-42A9-AC54-D15ADD8A65E7}" type="datetime1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839DB371-B90D-44CB-A4AF-C7BDBFD0A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0C845011-2FC2-40F7-B0C6-49CBBA72B9C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2BC78B8-5139-436F-AD47-3CC03903FDD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F9DC17BA-1278-45C9-B1BF-B9F1518E1F29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9637B9F-CC26-4669-81F0-A942B4F72D61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2BB8F115-0030-47B4-BAF4-C15D1EA27B11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662F9949-4F1A-4708-824B-E876E9BEDA1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65971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3932237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4200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133E9-A654-4C17-8C3C-DDCAC83D6EBF}" type="datetime1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7627CBC2-9DC2-4EE8-A2D5-849E30F22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9FB4AEFC-63AB-4831-8EC1-E8145604D8D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11E1337-D5DA-408D-91F3-A6A35FCDD0B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1E473FA4-FD80-4D04-AAC5-63B9A4D80778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FCB457B9-48DE-4921-8C3F-996598075B1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53C9DB95-9A61-4553-8D82-D2BE26FCBC6E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0EAE371F-24C9-4738-834F-FAF5A5C9ACE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875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9BD0-10DB-43E7-8F22-40B3D51B8FC3}" type="datetime1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12EF7969-DB38-4989-A65C-9D190A245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33456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2145BE25-C437-45FE-A3D3-BBAAF108CC9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4A9D0FA0-682C-4076-B779-D865AEEFC66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B60163C-1A2D-4F00-BC61-8A3C11E2D2BE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3FF8D873-9CF9-4A0A-A7B8-875C0B8233D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2B645470-F624-4417-A8A4-FC242E43C9DB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ECC7EFEF-6B2A-4210-9275-0077ACF2827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26759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74374" y="787067"/>
            <a:ext cx="2628900" cy="53898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5719" y="787067"/>
            <a:ext cx="7039402" cy="538989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6C79C-F566-427A-93F6-434A4E613134}" type="datetime1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88F505F-2957-41FC-9AAA-962853A67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7283627" y="125032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091A36EB-8545-4EFE-B619-165D36D644D1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8D075D29-6706-486B-A55A-13866882BA88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FAE751A-10F0-48F2-BBC3-D2FE499B34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52289CAF-683C-4BCC-8AA5-95A3BF799B0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BC8403A-C46F-4DA1-A015-00A80215F289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A797D957-3A2C-42DF-B73E-CBB47BE036B7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29178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5959F4-53DA-47FF-BC24-1E5B75C69876}"/>
              </a:ext>
            </a:extLst>
          </p:cNvPr>
          <p:cNvSpPr/>
          <p:nvPr/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7CF83E8-F6F0-41E3-B580-7412A04DDFB5}"/>
              </a:ext>
            </a:extLst>
          </p:cNvPr>
          <p:cNvGrpSpPr/>
          <p:nvPr/>
        </p:nvGrpSpPr>
        <p:grpSpPr>
          <a:xfrm>
            <a:off x="10776050" y="5204030"/>
            <a:ext cx="886141" cy="802497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</a:extLst>
            </p:cNvPr>
            <p:cNvSpPr/>
            <p:nvPr/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</a:extLst>
            </p:cNvPr>
            <p:cNvSpPr/>
            <p:nvPr/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</a:extLst>
            </p:cNvPr>
            <p:cNvSpPr/>
            <p:nvPr/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4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</a:extLst>
            </p:cNvPr>
            <p:cNvSpPr/>
            <p:nvPr/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</a:extLst>
            </p:cNvPr>
            <p:cNvSpPr/>
            <p:nvPr/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</a:extLst>
            </p:cNvPr>
            <p:cNvSpPr/>
            <p:nvPr/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</a:extLst>
            </p:cNvPr>
            <p:cNvSpPr/>
            <p:nvPr/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9226104-0061-4319-8237-9C001BF85D49}"/>
              </a:ext>
            </a:extLst>
          </p:cNvPr>
          <p:cNvSpPr/>
          <p:nvPr/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717" y="2521885"/>
            <a:ext cx="10077557" cy="3549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5718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769D389-4C4C-4FD7-9E6B-9F44477F0EB8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5718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5367" y="6356350"/>
            <a:ext cx="5298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014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5D850CD-0805-FA0C-9802-940F6D2C980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1506" r="9628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7AFA7F-27C4-D7A2-63D6-F195E5A8F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9238" y="1145080"/>
            <a:ext cx="9090476" cy="2179601"/>
          </a:xfrm>
        </p:spPr>
        <p:txBody>
          <a:bodyPr anchor="b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Estimation of Software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F7F2079-504C-499A-A644-58F4DDC76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0491506" y="-615180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5" name="Graphic 78">
            <a:extLst>
              <a:ext uri="{FF2B5EF4-FFF2-40B4-BE49-F238E27FC236}">
                <a16:creationId xmlns:a16="http://schemas.microsoft.com/office/drawing/2014/main" id="{DBBA0A0D-8F6A-400A-9E49-8C008E2C7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08356" y="353329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3" name="Graphic 78">
              <a:extLst>
                <a:ext uri="{FF2B5EF4-FFF2-40B4-BE49-F238E27FC236}">
                  <a16:creationId xmlns:a16="http://schemas.microsoft.com/office/drawing/2014/main" id="{A5DD701E-4BC9-48E3-AF4F-013B52D63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aphic 78">
              <a:extLst>
                <a:ext uri="{FF2B5EF4-FFF2-40B4-BE49-F238E27FC236}">
                  <a16:creationId xmlns:a16="http://schemas.microsoft.com/office/drawing/2014/main" id="{FB658B62-664D-4B3B-BBDA-235666290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5" name="Graphic 78">
                <a:extLst>
                  <a:ext uri="{FF2B5EF4-FFF2-40B4-BE49-F238E27FC236}">
                    <a16:creationId xmlns:a16="http://schemas.microsoft.com/office/drawing/2014/main" id="{B11F9D25-67B1-4BDB-A290-97B93A19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Graphic 78">
                <a:extLst>
                  <a:ext uri="{FF2B5EF4-FFF2-40B4-BE49-F238E27FC236}">
                    <a16:creationId xmlns:a16="http://schemas.microsoft.com/office/drawing/2014/main" id="{B9D5C40A-1B1B-4C25-9707-E8F1CF6EEC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2DD0C1D6-FF64-45AB-8775-83AB3C470B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15AFBB84-8485-4329-89FC-04663D985B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D505D40-32E9-4C48-81F8-AD80433BE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516668"/>
            <a:ext cx="4187283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507BF36-B92B-4CAC-BCA7-8364B51E1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969850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276237E-3A6D-452F-879C-FB8C77A18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8BC9243-F4BF-48A7-89AE-DFA5B37DE6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DE414EC-F3DF-412E-9B22-5328DAA99C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Graphic 12">
              <a:extLst>
                <a:ext uri="{FF2B5EF4-FFF2-40B4-BE49-F238E27FC236}">
                  <a16:creationId xmlns:a16="http://schemas.microsoft.com/office/drawing/2014/main" id="{039C06B1-FDEA-47B1-8222-7D622CD72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Graphic 15">
              <a:extLst>
                <a:ext uri="{FF2B5EF4-FFF2-40B4-BE49-F238E27FC236}">
                  <a16:creationId xmlns:a16="http://schemas.microsoft.com/office/drawing/2014/main" id="{B834C8C1-9BD1-4635-8E5B-65815F901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5">
              <a:extLst>
                <a:ext uri="{FF2B5EF4-FFF2-40B4-BE49-F238E27FC236}">
                  <a16:creationId xmlns:a16="http://schemas.microsoft.com/office/drawing/2014/main" id="{2963D456-B3F4-4EDC-827E-645741F64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3A58845-EFFB-4806-BC6D-47418C15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79639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98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2B074E-102F-3429-EE2D-8502D3246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696952"/>
            <a:ext cx="10077196" cy="821794"/>
          </a:xfrm>
        </p:spPr>
        <p:txBody>
          <a:bodyPr>
            <a:normAutofit/>
          </a:bodyPr>
          <a:lstStyle/>
          <a:p>
            <a:r>
              <a:rPr lang="en-US" dirty="0"/>
              <a:t>Software Project Management</a:t>
            </a:r>
          </a:p>
        </p:txBody>
      </p:sp>
      <p:grpSp>
        <p:nvGrpSpPr>
          <p:cNvPr id="55" name="Graphic 78">
            <a:extLst>
              <a:ext uri="{FF2B5EF4-FFF2-40B4-BE49-F238E27FC236}">
                <a16:creationId xmlns:a16="http://schemas.microsoft.com/office/drawing/2014/main" id="{BC3D4A83-1EFA-4B2C-B330-849E35895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1708814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56" name="Graphic 78">
              <a:extLst>
                <a:ext uri="{FF2B5EF4-FFF2-40B4-BE49-F238E27FC236}">
                  <a16:creationId xmlns:a16="http://schemas.microsoft.com/office/drawing/2014/main" id="{3508E11F-ACA4-405C-A9FA-2577500EA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7" name="Graphic 78">
              <a:extLst>
                <a:ext uri="{FF2B5EF4-FFF2-40B4-BE49-F238E27FC236}">
                  <a16:creationId xmlns:a16="http://schemas.microsoft.com/office/drawing/2014/main" id="{82B1CDA4-B2EA-4968-8276-0552D6D74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58" name="Graphic 78">
                <a:extLst>
                  <a:ext uri="{FF2B5EF4-FFF2-40B4-BE49-F238E27FC236}">
                    <a16:creationId xmlns:a16="http://schemas.microsoft.com/office/drawing/2014/main" id="{F4337472-CDEB-4AFE-BBB9-5A11CA470D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Graphic 78">
                <a:extLst>
                  <a:ext uri="{FF2B5EF4-FFF2-40B4-BE49-F238E27FC236}">
                    <a16:creationId xmlns:a16="http://schemas.microsoft.com/office/drawing/2014/main" id="{6CD67A6D-EAE7-4891-ACC9-4AC0CCF44A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Graphic 78">
                <a:extLst>
                  <a:ext uri="{FF2B5EF4-FFF2-40B4-BE49-F238E27FC236}">
                    <a16:creationId xmlns:a16="http://schemas.microsoft.com/office/drawing/2014/main" id="{F1769489-D4BC-4B3B-9E23-87FCFDAB4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Graphic 78">
                <a:extLst>
                  <a:ext uri="{FF2B5EF4-FFF2-40B4-BE49-F238E27FC236}">
                    <a16:creationId xmlns:a16="http://schemas.microsoft.com/office/drawing/2014/main" id="{13E13021-8923-4A4D-84FA-DA886E2924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84683" y="5165905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646D4B-50A3-370F-131F-773C0E1BF4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0117449"/>
              </p:ext>
            </p:extLst>
          </p:nvPr>
        </p:nvGraphicFramePr>
        <p:xfrm>
          <a:off x="525462" y="1804163"/>
          <a:ext cx="11004385" cy="440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5800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528F0-AD79-17D9-E638-279106573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CB586-2A31-F89B-B4DB-DB0D69C26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Estimation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E99D1A-9AFE-FF25-50BA-A26469FB3F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8749580"/>
              </p:ext>
            </p:extLst>
          </p:nvPr>
        </p:nvGraphicFramePr>
        <p:xfrm>
          <a:off x="525463" y="2522538"/>
          <a:ext cx="10077450" cy="3548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2336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6E553-6429-B1BF-5BFD-66C461BE5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974FD-1200-09E5-E759-CBDBC4441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Estimation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6589E1-AE76-7830-0D04-A7C879F5C3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0557340"/>
              </p:ext>
            </p:extLst>
          </p:nvPr>
        </p:nvGraphicFramePr>
        <p:xfrm>
          <a:off x="525463" y="2522538"/>
          <a:ext cx="10077450" cy="3548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4614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36874-1B25-5896-2777-258736CCD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EC9A7-76BA-4D11-7CD8-2DE2EA94E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128" y="923454"/>
            <a:ext cx="10077557" cy="1325563"/>
          </a:xfrm>
        </p:spPr>
        <p:txBody>
          <a:bodyPr/>
          <a:lstStyle/>
          <a:p>
            <a:r>
              <a:rPr lang="en-US" dirty="0"/>
              <a:t>Software cost components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BC1CA5C-32B1-A6E1-D680-C3C38A435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800" dirty="0"/>
              <a:t>Hardware and software costs.</a:t>
            </a:r>
            <a:endParaRPr lang="en-US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800" dirty="0"/>
              <a:t>Travel and training costs.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800" dirty="0"/>
              <a:t>Effort costs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GB" dirty="0"/>
              <a:t>The salaries of engineers involved in the project;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GB" dirty="0"/>
              <a:t>Social and insurance costs.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GB" dirty="0"/>
              <a:t>Overheads: </a:t>
            </a:r>
          </a:p>
          <a:p>
            <a:pPr marL="971550" lvl="3" indent="-285750">
              <a:buFont typeface="Courier New" panose="02070309020205020404" pitchFamily="49" charset="0"/>
              <a:buChar char="o"/>
            </a:pPr>
            <a:r>
              <a:rPr lang="en-GB" sz="1600" dirty="0"/>
              <a:t>Costs of networking and communications.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53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94FA4-D420-5561-4420-9E9804F8A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costing / pricing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952E9-B347-9F6A-E219-98D07EF3E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Estimates are made to </a:t>
            </a:r>
            <a:r>
              <a:rPr lang="en-GB" b="1" dirty="0"/>
              <a:t>discover the cost of producing a software system</a:t>
            </a:r>
            <a:r>
              <a:rPr lang="en-GB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There is </a:t>
            </a:r>
            <a:r>
              <a:rPr lang="en-GB" b="1" dirty="0"/>
              <a:t>not a simple relationship between the development cost and the price charged to the customer.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0CCA4-2478-5693-791B-B2220E68B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26D48-8CD4-9CDE-11B8-D1B74188A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productivity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91BD8-C1A5-38E2-D88A-E8809B0AA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b="1" dirty="0"/>
              <a:t>Rate at which developers produce software and associated documentation</a:t>
            </a:r>
            <a:r>
              <a:rPr lang="en-GB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Quality assurance is not involved in software productivity.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b="1" dirty="0"/>
              <a:t>Measuring functionality produced per time unit.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726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661E9-CFE5-1FDD-1A9E-2EAF50B20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76D32-263A-528D-D006-9B0492475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productivity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0A69B-7BFB-1A23-BBFC-90F6BC183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Size related</a:t>
            </a:r>
          </a:p>
          <a:p>
            <a:pPr marL="800100" lvl="2" indent="-342900" algn="just"/>
            <a:r>
              <a:rPr lang="en-GB" dirty="0"/>
              <a:t>Assess as per project Lines of code (in source code)</a:t>
            </a:r>
          </a:p>
          <a:p>
            <a:pPr marL="800100" lvl="2" indent="-342900" algn="just"/>
            <a:r>
              <a:rPr lang="en-GB" dirty="0"/>
              <a:t>Approach : LOC estimation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Functionality related</a:t>
            </a:r>
          </a:p>
          <a:p>
            <a:pPr marL="800100" lvl="2" indent="-342900" algn="just"/>
            <a:r>
              <a:rPr lang="en-GB" dirty="0"/>
              <a:t>Assess as per the functionalities delivered</a:t>
            </a:r>
          </a:p>
          <a:p>
            <a:pPr marL="800100" lvl="2" indent="-342900" algn="just"/>
            <a:r>
              <a:rPr lang="en-GB" dirty="0"/>
              <a:t>Approach : Functional point estimation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158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99C474A-EC72-10DE-C58C-F6BDBDEB1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D6CEB-7695-E9D9-58ED-D2689E10E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project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0E50F-8012-ECD4-2CF4-7A660D3B6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LOC and FP data are used in two ways during software project estimation:</a:t>
            </a:r>
          </a:p>
          <a:p>
            <a:pPr marL="800100" lvl="2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as estimation variables to “size” each element of the software</a:t>
            </a:r>
          </a:p>
          <a:p>
            <a:pPr marL="800100" lvl="2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as baseline metrics collected from past projects and used in conjunction with estimation variables to develop cost and effort projections.</a:t>
            </a:r>
          </a:p>
          <a:p>
            <a:pPr marL="800100" lvl="2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Measured in LOC/pm or LOC/𝑝𝑚</a:t>
            </a:r>
            <a:r>
              <a:rPr lang="en-US" sz="2400" baseline="30000" dirty="0"/>
              <a:t>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763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2C5361-1551-EACF-3BB1-B2362D25686C}"/>
              </a:ext>
            </a:extLst>
          </p:cNvPr>
          <p:cNvSpPr txBox="1"/>
          <p:nvPr/>
        </p:nvSpPr>
        <p:spPr>
          <a:xfrm>
            <a:off x="2696424" y="2502291"/>
            <a:ext cx="6799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LINES OF CODE ESTIMATION</a:t>
            </a:r>
          </a:p>
        </p:txBody>
      </p:sp>
    </p:spTree>
    <p:extLst>
      <p:ext uri="{BB962C8B-B14F-4D97-AF65-F5344CB8AC3E}">
        <p14:creationId xmlns:p14="http://schemas.microsoft.com/office/powerpoint/2010/main" val="3391253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47C23-6D9C-9644-7E70-B8D6A109A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7CDB5-7615-B4A9-1807-49618FC76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143EE-9A71-0544-6FCF-7A7B66D25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Count every line of source code </a:t>
            </a:r>
            <a:r>
              <a:rPr lang="en-US" u="sng" dirty="0"/>
              <a:t>except blanks</a:t>
            </a:r>
            <a:r>
              <a:rPr lang="en-US" dirty="0"/>
              <a:t>(improve code readability) or </a:t>
            </a:r>
            <a:r>
              <a:rPr lang="en-US" u="sng" dirty="0"/>
              <a:t>comments</a:t>
            </a:r>
            <a:r>
              <a:rPr lang="en-US" dirty="0"/>
              <a:t> (improves code understandability).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Count each declaration, actual code containing logic and computations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Advantages: </a:t>
            </a:r>
          </a:p>
          <a:p>
            <a:pPr lvl="1" indent="0" algn="just">
              <a:buNone/>
            </a:pPr>
            <a:r>
              <a:rPr lang="en-US" dirty="0"/>
              <a:t>	✓ Easy to count and calculate </a:t>
            </a:r>
          </a:p>
          <a:p>
            <a:pPr marL="285750" lvl="1" indent="-285750" algn="just"/>
            <a:r>
              <a:rPr lang="en-US" dirty="0"/>
              <a:t>Disadvantages: </a:t>
            </a:r>
          </a:p>
          <a:p>
            <a:pPr lvl="1" indent="0" algn="just">
              <a:buNone/>
            </a:pPr>
            <a:r>
              <a:rPr lang="en-US" dirty="0"/>
              <a:t>	✓ Not a good metric , as its highly dependent on the programming language used.</a:t>
            </a:r>
          </a:p>
        </p:txBody>
      </p:sp>
    </p:spTree>
    <p:extLst>
      <p:ext uri="{BB962C8B-B14F-4D97-AF65-F5344CB8AC3E}">
        <p14:creationId xmlns:p14="http://schemas.microsoft.com/office/powerpoint/2010/main" val="600630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197BA-2E57-32A9-EFF9-60C4CB025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DCBDC-2A13-A6CD-06DB-6C70C4131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 estimation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B7EF1D-49C9-31D9-1BDC-B46F3B4F7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Break projects into features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Estimate lines of code by analyzing past data. For example, a similar component has been created before , now consider its optimistic, most likely and pessimistic values. 	</a:t>
            </a:r>
            <a:r>
              <a:rPr lang="en-US" b="1" dirty="0"/>
              <a:t>Expected size = (S </a:t>
            </a:r>
            <a:r>
              <a:rPr lang="en-US" b="1" baseline="-25000" dirty="0"/>
              <a:t>optimistic</a:t>
            </a:r>
            <a:r>
              <a:rPr lang="en-US" b="1" dirty="0"/>
              <a:t> + 4 * S </a:t>
            </a:r>
            <a:r>
              <a:rPr lang="en-US" b="1" baseline="-25000" dirty="0"/>
              <a:t>most likely</a:t>
            </a:r>
            <a:r>
              <a:rPr lang="en-US" b="1" dirty="0"/>
              <a:t> + S </a:t>
            </a:r>
            <a:r>
              <a:rPr lang="en-US" b="1" baseline="-25000" dirty="0"/>
              <a:t>pessimistic</a:t>
            </a:r>
            <a:r>
              <a:rPr lang="en-US" b="1" dirty="0"/>
              <a:t>) / 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 upcoming example, the values acquired for the task 3D geometric analysis for past data are : </a:t>
            </a:r>
          </a:p>
          <a:p>
            <a:pPr lvl="1" indent="0" algn="ctr">
              <a:buNone/>
            </a:pPr>
            <a:r>
              <a:rPr lang="en-US" dirty="0"/>
              <a:t>      </a:t>
            </a:r>
            <a:r>
              <a:rPr lang="en-US" u="sng" dirty="0"/>
              <a:t>Optimistic =4600 LOC, most likely = 6900 LOC, pessimistic = 8600 LOC. </a:t>
            </a:r>
          </a:p>
          <a:p>
            <a:pPr marL="285750" lvl="1" indent="-285750"/>
            <a:r>
              <a:rPr lang="en-US" dirty="0"/>
              <a:t>So, the Estimated LOC will be calculated using above formula : </a:t>
            </a:r>
          </a:p>
          <a:p>
            <a:pPr lvl="1" indent="0">
              <a:buNone/>
            </a:pPr>
            <a:r>
              <a:rPr lang="en-US" dirty="0"/>
              <a:t>		</a:t>
            </a:r>
            <a:r>
              <a:rPr lang="en-US" b="1" dirty="0"/>
              <a:t>Expected LOC  = ( 4600+ 4∗6900 +8600 )/ 6 </a:t>
            </a:r>
          </a:p>
          <a:p>
            <a:pPr lvl="1" indent="0">
              <a:buNone/>
            </a:pPr>
            <a:r>
              <a:rPr lang="en-US" b="1" dirty="0"/>
              <a:t>			              = 6800 LOC</a:t>
            </a:r>
          </a:p>
        </p:txBody>
      </p:sp>
    </p:spTree>
    <p:extLst>
      <p:ext uri="{BB962C8B-B14F-4D97-AF65-F5344CB8AC3E}">
        <p14:creationId xmlns:p14="http://schemas.microsoft.com/office/powerpoint/2010/main" val="3156613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B1BCC-0FEF-8499-F983-176ADFEAC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F7F03-3C20-CF4F-812F-2893B66CF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 estimation (Example 1)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FE90D0-3193-BCCB-4DA9-E233BCAAE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The mechanical CAD software will accept two- and three-dimensional geometric data from an engineer. </a:t>
            </a:r>
          </a:p>
          <a:p>
            <a:pPr algn="just"/>
            <a:r>
              <a:rPr lang="en-US" dirty="0"/>
              <a:t>The engineer will interact and control the CAD system through a user interface that will exhibit characteristics of good human/machine interface design. </a:t>
            </a:r>
          </a:p>
          <a:p>
            <a:pPr algn="just"/>
            <a:r>
              <a:rPr lang="en-US" dirty="0"/>
              <a:t>All geometric data and other supporting information will be maintained in a CAD database.</a:t>
            </a:r>
          </a:p>
          <a:p>
            <a:pPr algn="just"/>
            <a:r>
              <a:rPr lang="en-US" dirty="0"/>
              <a:t>Design analysis modules will be developed to produce the required output, which will be displayed on a variety of graphics devices. </a:t>
            </a:r>
          </a:p>
          <a:p>
            <a:pPr algn="just"/>
            <a:r>
              <a:rPr lang="en-US" dirty="0"/>
              <a:t>The software will be designed to control and interact with peripheral devices that include a mouse, digitizer, laser  printer, and plotter.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637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C9D3A4-F935-C498-BE83-F59F1A8D8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35959F4-53DA-47FF-BC24-1E5B75C69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CF83E8-F6F0-41E3-B580-7412A04DD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7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9226104-0061-4319-8237-9C001BF85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4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5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27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A7D1BB-4BAA-0405-096B-BD59A3E5E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" y="149358"/>
            <a:ext cx="10063795" cy="162615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/>
              <a:t>LOC estimation (Example 1) solution</a:t>
            </a:r>
          </a:p>
        </p:txBody>
      </p:sp>
      <p:grpSp>
        <p:nvGrpSpPr>
          <p:cNvPr id="34" name="Graphic 78">
            <a:extLst>
              <a:ext uri="{FF2B5EF4-FFF2-40B4-BE49-F238E27FC236}">
                <a16:creationId xmlns:a16="http://schemas.microsoft.com/office/drawing/2014/main" id="{06B4C967-D337-479B-87CA-7587B7FCF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352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5" name="Graphic 78">
              <a:extLst>
                <a:ext uri="{FF2B5EF4-FFF2-40B4-BE49-F238E27FC236}">
                  <a16:creationId xmlns:a16="http://schemas.microsoft.com/office/drawing/2014/main" id="{6EF1A9DB-7052-4254-8534-9AAED6F6B6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aphic 78">
              <a:extLst>
                <a:ext uri="{FF2B5EF4-FFF2-40B4-BE49-F238E27FC236}">
                  <a16:creationId xmlns:a16="http://schemas.microsoft.com/office/drawing/2014/main" id="{55D44775-F9E3-4142-8CDB-277AEF2F38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7" name="Graphic 78">
                <a:extLst>
                  <a:ext uri="{FF2B5EF4-FFF2-40B4-BE49-F238E27FC236}">
                    <a16:creationId xmlns:a16="http://schemas.microsoft.com/office/drawing/2014/main" id="{93BB9C83-6DC3-450C-BFAD-0CB5EAD294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Graphic 78">
                <a:extLst>
                  <a:ext uri="{FF2B5EF4-FFF2-40B4-BE49-F238E27FC236}">
                    <a16:creationId xmlns:a16="http://schemas.microsoft.com/office/drawing/2014/main" id="{4E01AF91-A65B-4AE1-96C9-4168BD8F90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Graphic 78">
                <a:extLst>
                  <a:ext uri="{FF2B5EF4-FFF2-40B4-BE49-F238E27FC236}">
                    <a16:creationId xmlns:a16="http://schemas.microsoft.com/office/drawing/2014/main" id="{0AD45C08-DFB9-441F-A901-BCB9B03058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Graphic 78">
                <a:extLst>
                  <a:ext uri="{FF2B5EF4-FFF2-40B4-BE49-F238E27FC236}">
                    <a16:creationId xmlns:a16="http://schemas.microsoft.com/office/drawing/2014/main" id="{E05BEC0E-4EE4-42C4-BF0B-15F9AC5181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752C2BA4-3BBE-4D22-A0D9-8D2A7B8F1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5918708"/>
            <a:ext cx="4187283" cy="93929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4D884D-940D-A877-81F4-EF86DBE72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39" y="2014809"/>
            <a:ext cx="11726570" cy="4843191"/>
          </a:xfrm>
          <a:prstGeom prst="rect">
            <a:avLst/>
          </a:prstGeom>
        </p:spPr>
      </p:pic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82AA7049-B18D-49D6-AD7D-DBB9E19FB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0713190" y="-534982"/>
            <a:ext cx="943826" cy="2013794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850DB66-16D1-4953-A6E3-FCA3DC5F2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635690" y="349252"/>
            <a:ext cx="886142" cy="693398"/>
            <a:chOff x="10948005" y="3379098"/>
            <a:chExt cx="868640" cy="679702"/>
          </a:xfrm>
          <a:solidFill>
            <a:schemeClr val="accent6"/>
          </a:solidFill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698AB2F-1D17-4249-81CB-9A41D46B8E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F5301961-8687-4ADB-8043-4065F4707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9" name="Graphic 15">
              <a:extLst>
                <a:ext uri="{FF2B5EF4-FFF2-40B4-BE49-F238E27FC236}">
                  <a16:creationId xmlns:a16="http://schemas.microsoft.com/office/drawing/2014/main" id="{9DC20816-893A-4201-AA91-22F71E46F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Graphic 15">
              <a:extLst>
                <a:ext uri="{FF2B5EF4-FFF2-40B4-BE49-F238E27FC236}">
                  <a16:creationId xmlns:a16="http://schemas.microsoft.com/office/drawing/2014/main" id="{866D1F4E-BA21-44F3-A97A-E979C5FE78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B35EADCB-1DB5-4B69-892B-14567F528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93112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E2C9F8-500C-5A59-A880-F6EABB0EE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F3DC17E-5A04-1BD3-B903-3D8CCD78D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58E064B-E008-CAEB-5A31-D2D316F33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C0B2F0-B91E-6C36-8D76-5153C2CA2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9E7951-CCFC-5633-2133-AB71A62C31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47CEDA-1C9D-6DD5-A40E-05A370229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7" name="Graphic 12">
              <a:extLst>
                <a:ext uri="{FF2B5EF4-FFF2-40B4-BE49-F238E27FC236}">
                  <a16:creationId xmlns:a16="http://schemas.microsoft.com/office/drawing/2014/main" id="{86CD97F7-DDD6-885D-F060-19178B978A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939E2322-5EB1-D44D-8D2C-058996426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Graphic 15">
              <a:extLst>
                <a:ext uri="{FF2B5EF4-FFF2-40B4-BE49-F238E27FC236}">
                  <a16:creationId xmlns:a16="http://schemas.microsoft.com/office/drawing/2014/main" id="{D36F4CCC-A1F6-48B6-83A5-24BC996919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350D828-E19F-FCC6-16DB-7AAA79893C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5D19A32-9305-6BE9-7A0D-8CAE04E4C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4" name="Graphic 78">
            <a:extLst>
              <a:ext uri="{FF2B5EF4-FFF2-40B4-BE49-F238E27FC236}">
                <a16:creationId xmlns:a16="http://schemas.microsoft.com/office/drawing/2014/main" id="{66E67191-361F-50C9-DA48-F50FF32AD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5" name="Graphic 78">
              <a:extLst>
                <a:ext uri="{FF2B5EF4-FFF2-40B4-BE49-F238E27FC236}">
                  <a16:creationId xmlns:a16="http://schemas.microsoft.com/office/drawing/2014/main" id="{0FA996EA-096C-9BBC-1DAA-F6D264FE3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aphic 78">
              <a:extLst>
                <a:ext uri="{FF2B5EF4-FFF2-40B4-BE49-F238E27FC236}">
                  <a16:creationId xmlns:a16="http://schemas.microsoft.com/office/drawing/2014/main" id="{2C5DCDF7-5B61-B8AE-F788-A735ABA46D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27" name="Graphic 78">
                <a:extLst>
                  <a:ext uri="{FF2B5EF4-FFF2-40B4-BE49-F238E27FC236}">
                    <a16:creationId xmlns:a16="http://schemas.microsoft.com/office/drawing/2014/main" id="{10B62232-33CD-5F9F-0666-DA505FF6CA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Graphic 78">
                <a:extLst>
                  <a:ext uri="{FF2B5EF4-FFF2-40B4-BE49-F238E27FC236}">
                    <a16:creationId xmlns:a16="http://schemas.microsoft.com/office/drawing/2014/main" id="{B9C61B89-46B3-2FE5-DAB3-2487189B6B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Graphic 78">
                <a:extLst>
                  <a:ext uri="{FF2B5EF4-FFF2-40B4-BE49-F238E27FC236}">
                    <a16:creationId xmlns:a16="http://schemas.microsoft.com/office/drawing/2014/main" id="{2E2F9596-6D80-2CD0-5090-1E55DC84EE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Graphic 78">
                <a:extLst>
                  <a:ext uri="{FF2B5EF4-FFF2-40B4-BE49-F238E27FC236}">
                    <a16:creationId xmlns:a16="http://schemas.microsoft.com/office/drawing/2014/main" id="{A7E8AF55-5D36-08DB-2613-E801F8DA15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FD0CD8C3-2AFA-D8AE-5FE0-DD1728A9F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grpSp>
        <p:nvGrpSpPr>
          <p:cNvPr id="34" name="Graphic 78">
            <a:extLst>
              <a:ext uri="{FF2B5EF4-FFF2-40B4-BE49-F238E27FC236}">
                <a16:creationId xmlns:a16="http://schemas.microsoft.com/office/drawing/2014/main" id="{DD3891AA-C41D-8E50-F8D9-D78658950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352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5" name="Graphic 78">
              <a:extLst>
                <a:ext uri="{FF2B5EF4-FFF2-40B4-BE49-F238E27FC236}">
                  <a16:creationId xmlns:a16="http://schemas.microsoft.com/office/drawing/2014/main" id="{BA049105-88C0-AB9E-DC5F-C70DDCD85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aphic 78">
              <a:extLst>
                <a:ext uri="{FF2B5EF4-FFF2-40B4-BE49-F238E27FC236}">
                  <a16:creationId xmlns:a16="http://schemas.microsoft.com/office/drawing/2014/main" id="{6FB03A04-9C73-2D38-B0A8-05CF2329C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7" name="Graphic 78">
                <a:extLst>
                  <a:ext uri="{FF2B5EF4-FFF2-40B4-BE49-F238E27FC236}">
                    <a16:creationId xmlns:a16="http://schemas.microsoft.com/office/drawing/2014/main" id="{A7248E14-47CD-0B70-D3C0-B7C98DF4A0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Graphic 78">
                <a:extLst>
                  <a:ext uri="{FF2B5EF4-FFF2-40B4-BE49-F238E27FC236}">
                    <a16:creationId xmlns:a16="http://schemas.microsoft.com/office/drawing/2014/main" id="{15CD74C3-5303-C30C-BBC4-31422640AD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Graphic 78">
                <a:extLst>
                  <a:ext uri="{FF2B5EF4-FFF2-40B4-BE49-F238E27FC236}">
                    <a16:creationId xmlns:a16="http://schemas.microsoft.com/office/drawing/2014/main" id="{C58267EE-4B61-CA77-FCD2-CEAA0E22EE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Graphic 78">
                <a:extLst>
                  <a:ext uri="{FF2B5EF4-FFF2-40B4-BE49-F238E27FC236}">
                    <a16:creationId xmlns:a16="http://schemas.microsoft.com/office/drawing/2014/main" id="{0E64FB72-22E6-5570-A601-37D91F56A3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2976DDBF-0E1A-D494-1F44-235C7DBF1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5918708"/>
            <a:ext cx="4187283" cy="93929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BF933CE6-CC08-FC10-811A-63501449B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0713190" y="-534982"/>
            <a:ext cx="943826" cy="2013794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25E561B-0D8A-0FB4-72A3-CD2A40F1E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635690" y="349252"/>
            <a:ext cx="886142" cy="693398"/>
            <a:chOff x="10948005" y="3379098"/>
            <a:chExt cx="868640" cy="679702"/>
          </a:xfrm>
          <a:solidFill>
            <a:schemeClr val="accent6"/>
          </a:solidFill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F062780-D37A-DC99-6693-AF96D326C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4AC1829-3841-3C2F-8CEF-31F9AA588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9" name="Graphic 15">
              <a:extLst>
                <a:ext uri="{FF2B5EF4-FFF2-40B4-BE49-F238E27FC236}">
                  <a16:creationId xmlns:a16="http://schemas.microsoft.com/office/drawing/2014/main" id="{D7A4BD58-6A5C-F471-DC6C-45FB9B94B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Graphic 15">
              <a:extLst>
                <a:ext uri="{FF2B5EF4-FFF2-40B4-BE49-F238E27FC236}">
                  <a16:creationId xmlns:a16="http://schemas.microsoft.com/office/drawing/2014/main" id="{C1B5288E-75F9-374E-56FD-59C9C8696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7651F57-B0FD-A309-A062-053FC4373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Content Placeholder 5">
            <a:extLst>
              <a:ext uri="{FF2B5EF4-FFF2-40B4-BE49-F238E27FC236}">
                <a16:creationId xmlns:a16="http://schemas.microsoft.com/office/drawing/2014/main" id="{D632AC9B-4EF4-D3A7-D9AC-44E8DBBE67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675" y="851479"/>
            <a:ext cx="12125345" cy="59830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47CA61-8374-1F18-5C17-244907A05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149358"/>
            <a:ext cx="8801102" cy="63444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000" dirty="0"/>
              <a:t>LOC (Example 1) solution</a:t>
            </a: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75F65B8B-67F4-B586-1DCB-7D6B2E9D6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7974" y="1683929"/>
            <a:ext cx="4053159" cy="229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808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FC0E1-6777-8D43-8863-A99F46F47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FC84E-0E7A-638D-CCD8-0135B2DF1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 estimation (Example 2)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3AF2CF-977C-5416-8640-956B630EA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Login and registration module: 1000 LOC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Search and booking module: 3000 LOC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Payment and checkout module: 2000 LOC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User profile module: 1500 LOC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Feedback and rating module: 500 LOC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Use historical data to estimate the effort required to develop the project: </a:t>
            </a:r>
          </a:p>
          <a:p>
            <a:pPr marL="800100" lvl="2" indent="-342900" algn="just"/>
            <a:r>
              <a:rPr lang="en-US" dirty="0"/>
              <a:t>    Average LOC: 600 LOC/pm</a:t>
            </a:r>
          </a:p>
          <a:p>
            <a:pPr marL="800100" lvl="2" indent="-342900" algn="just"/>
            <a:r>
              <a:rPr lang="en-US" dirty="0"/>
              <a:t>    Average cost :  $8000/ month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15546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B8924-C0B1-B17E-C2A0-2ADCD1B00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ED883-62F6-BEDE-0F30-87C7120D5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 estimation (Example 2) solution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0D826C-A3C0-4A8E-BE13-BB1263B49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521885"/>
            <a:ext cx="10077557" cy="426821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Average LOC= 600 LOC/pm</a:t>
            </a:r>
          </a:p>
          <a:p>
            <a:pPr algn="just"/>
            <a:r>
              <a:rPr lang="en-US" dirty="0"/>
              <a:t>Average cost =  $8000/ month</a:t>
            </a:r>
          </a:p>
          <a:p>
            <a:pPr algn="just"/>
            <a:r>
              <a:rPr lang="en-US" dirty="0"/>
              <a:t>Cost/LOC =8000/600 =13.3</a:t>
            </a:r>
          </a:p>
          <a:p>
            <a:pPr algn="just"/>
            <a:r>
              <a:rPr lang="en-US" dirty="0"/>
              <a:t>SUM of LOC = 1000+3000+2000+1500+500</a:t>
            </a:r>
          </a:p>
          <a:p>
            <a:pPr marL="800100" lvl="2" indent="-342900" algn="just"/>
            <a:r>
              <a:rPr lang="en-US" dirty="0"/>
              <a:t>                        = 8000 LOC</a:t>
            </a:r>
          </a:p>
          <a:p>
            <a:pPr marL="342900" indent="-342900" algn="just"/>
            <a:r>
              <a:rPr lang="en-US" dirty="0"/>
              <a:t>Effort = LOC/LOC per pm</a:t>
            </a:r>
          </a:p>
          <a:p>
            <a:pPr marL="342900" indent="-342900" algn="just"/>
            <a:r>
              <a:rPr lang="en-US" dirty="0"/>
              <a:t>            = 8000/600 </a:t>
            </a:r>
          </a:p>
          <a:p>
            <a:pPr marL="342900" indent="-342900" algn="just"/>
            <a:r>
              <a:rPr lang="en-US" dirty="0"/>
              <a:t>             =13.33 pm</a:t>
            </a:r>
          </a:p>
          <a:p>
            <a:pPr marL="342900" indent="-342900" algn="just"/>
            <a:r>
              <a:rPr lang="en-US" dirty="0"/>
              <a:t>Cost = total LOC* Cost per LOC </a:t>
            </a:r>
          </a:p>
          <a:p>
            <a:pPr marL="342900" indent="-342900" algn="just"/>
            <a:r>
              <a:rPr lang="en-US" dirty="0"/>
              <a:t>          = 8000 * 13.3</a:t>
            </a:r>
          </a:p>
          <a:p>
            <a:pPr marL="342900" indent="-342900" algn="just"/>
            <a:r>
              <a:rPr lang="en-US" dirty="0"/>
              <a:t>          = $106,640</a:t>
            </a:r>
          </a:p>
          <a:p>
            <a:pPr marL="342900" indent="-342900" algn="just"/>
            <a:endParaRPr lang="en-US" dirty="0"/>
          </a:p>
          <a:p>
            <a:pPr marL="342900" indent="-342900" algn="just"/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91384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B0542-601B-1D91-4A73-355405DBD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81A2AA-519E-4BB8-76FE-8D7541D3D7CC}"/>
              </a:ext>
            </a:extLst>
          </p:cNvPr>
          <p:cNvSpPr txBox="1"/>
          <p:nvPr/>
        </p:nvSpPr>
        <p:spPr>
          <a:xfrm>
            <a:off x="2234698" y="2692414"/>
            <a:ext cx="8819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FUNCTIONAL POINT ESTIMATION</a:t>
            </a:r>
          </a:p>
        </p:txBody>
      </p:sp>
    </p:spTree>
    <p:extLst>
      <p:ext uri="{BB962C8B-B14F-4D97-AF65-F5344CB8AC3E}">
        <p14:creationId xmlns:p14="http://schemas.microsoft.com/office/powerpoint/2010/main" val="1606653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51849-39CA-ECAD-AE27-6FE585E99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94F8D-12C2-C7CE-E356-0D4403688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 estimation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ED554F-50CF-E0A7-9EAE-66A0676EC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Not a language dependent estimator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 measures functionality from a user’s point of view. Like what he/she received or entered to the system.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estimate inputs, outputs, inquiries, files and external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Here,</a:t>
            </a:r>
          </a:p>
          <a:p>
            <a:pPr marL="800100" lvl="2" indent="-342900"/>
            <a:r>
              <a:rPr lang="en-US" dirty="0"/>
              <a:t>weight defines the importance and complexity of an operation (LMS would have more I/O operations, phone directory will have more files and searching operations)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97015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1F247-0CFC-E1EA-3C84-FE46BB6FA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4D8C8-5FA1-A869-EEE5-723D8FF33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 estimation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56D535-DB1D-ADC2-43B5-996C36252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521885"/>
            <a:ext cx="10157372" cy="3549045"/>
          </a:xfrm>
        </p:spPr>
        <p:txBody>
          <a:bodyPr>
            <a:normAutofit fontScale="92500" lnSpcReduction="20000"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Find the number of functions belonging to the following types: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u="sng" dirty="0"/>
              <a:t>External Inputs: </a:t>
            </a:r>
            <a:r>
              <a:rPr lang="en-US" dirty="0"/>
              <a:t>Functions related to data entering the system.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100" b="1" u="sng" dirty="0"/>
              <a:t>External outputs: </a:t>
            </a:r>
            <a:r>
              <a:rPr lang="en-US" dirty="0"/>
              <a:t>Functions related to data exiting the system.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100" b="1" u="sng" dirty="0"/>
              <a:t>External Inquiries: </a:t>
            </a:r>
            <a:r>
              <a:rPr lang="en-US" dirty="0"/>
              <a:t>They leads to data retrieval from system but don’t change the system.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100" b="1" u="sng" dirty="0"/>
              <a:t>Internal Files: </a:t>
            </a:r>
            <a:r>
              <a:rPr lang="en-US" dirty="0"/>
              <a:t>a user identifiable group of logically related data that resides entirely within the application boundary and is maintained through External Inputs. Log files are not included here.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100" b="1" u="sng" dirty="0"/>
              <a:t>External interface Files: </a:t>
            </a:r>
            <a:r>
              <a:rPr lang="en-US" dirty="0"/>
              <a:t>These are logical files for other applications which are used by our system.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95226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5CE399-FDB0-EA4F-003A-81471E6C8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42D98E1-37D2-4470-BF74-845E89795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43980C-7CEF-90E0-7CC7-6B060DC83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6961" y="105076"/>
            <a:ext cx="5512288" cy="1880555"/>
          </a:xfrm>
        </p:spPr>
        <p:txBody>
          <a:bodyPr anchor="t">
            <a:normAutofit/>
          </a:bodyPr>
          <a:lstStyle/>
          <a:p>
            <a:r>
              <a:rPr lang="en-US" dirty="0"/>
              <a:t>FP estimation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9BFB270-A887-4B62-B243-50F92509A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2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5" name="Graphic 78">
            <a:extLst>
              <a:ext uri="{FF2B5EF4-FFF2-40B4-BE49-F238E27FC236}">
                <a16:creationId xmlns:a16="http://schemas.microsoft.com/office/drawing/2014/main" id="{2EDC2578-BDB0-4118-975D-CFCE02823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63724" y="776109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6" name="Graphic 78">
              <a:extLst>
                <a:ext uri="{FF2B5EF4-FFF2-40B4-BE49-F238E27FC236}">
                  <a16:creationId xmlns:a16="http://schemas.microsoft.com/office/drawing/2014/main" id="{FB6536F0-4A9C-46C9-96E9-22CBB33E61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aphic 78">
              <a:extLst>
                <a:ext uri="{FF2B5EF4-FFF2-40B4-BE49-F238E27FC236}">
                  <a16:creationId xmlns:a16="http://schemas.microsoft.com/office/drawing/2014/main" id="{DFD6A33A-F889-42D7-ADC2-DD9B88DF0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7" name="Graphic 78">
                <a:extLst>
                  <a:ext uri="{FF2B5EF4-FFF2-40B4-BE49-F238E27FC236}">
                    <a16:creationId xmlns:a16="http://schemas.microsoft.com/office/drawing/2014/main" id="{C375AFD7-9E86-4D19-B86E-C936D33B0D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Graphic 78">
                <a:extLst>
                  <a:ext uri="{FF2B5EF4-FFF2-40B4-BE49-F238E27FC236}">
                    <a16:creationId xmlns:a16="http://schemas.microsoft.com/office/drawing/2014/main" id="{4102C78E-31A2-4DB3-8790-415EB0B48A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Graphic 78">
                <a:extLst>
                  <a:ext uri="{FF2B5EF4-FFF2-40B4-BE49-F238E27FC236}">
                    <a16:creationId xmlns:a16="http://schemas.microsoft.com/office/drawing/2014/main" id="{4F3E144D-8167-438A-B67F-50F5D9C0C3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Graphic 78">
                <a:extLst>
                  <a:ext uri="{FF2B5EF4-FFF2-40B4-BE49-F238E27FC236}">
                    <a16:creationId xmlns:a16="http://schemas.microsoft.com/office/drawing/2014/main" id="{4BE2135F-02C1-449F-B195-232E9AFDD6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4" name="Picture 3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EDA7C520-F0A6-7069-F79B-399806389E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2" b="-223"/>
          <a:stretch/>
        </p:blipFill>
        <p:spPr>
          <a:xfrm>
            <a:off x="-34065" y="1085313"/>
            <a:ext cx="6351032" cy="5482834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62C22B-EA9F-705A-E253-D634B068E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6962" y="1019030"/>
            <a:ext cx="5576510" cy="5590000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 compute functional points;</a:t>
            </a:r>
          </a:p>
          <a:p>
            <a:r>
              <a:rPr lang="en-US" dirty="0"/>
              <a:t>                   FP=UFP * CAF </a:t>
            </a:r>
          </a:p>
          <a:p>
            <a:r>
              <a:rPr lang="en-US" dirty="0"/>
              <a:t>Where,</a:t>
            </a:r>
          </a:p>
          <a:p>
            <a:r>
              <a:rPr lang="en-US" dirty="0"/>
              <a:t>UFP = unadjusted functional points, </a:t>
            </a:r>
          </a:p>
          <a:p>
            <a:r>
              <a:rPr lang="en-US" dirty="0"/>
              <a:t>CAF = complexity adjustment factor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Now calculate UFP, where each FP is ranked as per complexity. </a:t>
            </a:r>
          </a:p>
          <a:p>
            <a:r>
              <a:rPr lang="en-US" dirty="0"/>
              <a:t>Predefined weights for each category is given in the table. Depends upon the complexity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Calculate CAF </a:t>
            </a:r>
          </a:p>
          <a:p>
            <a:r>
              <a:rPr lang="en-US" dirty="0"/>
              <a:t>          CAF = 0.65 +(0.01 * Σ Fi ) </a:t>
            </a:r>
          </a:p>
          <a:p>
            <a:r>
              <a:rPr lang="en-US" dirty="0"/>
              <a:t>Where, F</a:t>
            </a:r>
            <a:r>
              <a:rPr lang="en-US" baseline="-25000" dirty="0"/>
              <a:t>i</a:t>
            </a:r>
            <a:r>
              <a:rPr lang="en-US" dirty="0"/>
              <a:t> is the value adjustment factor depends on the reply to following 14 questions.</a:t>
            </a:r>
            <a:endParaRPr lang="en-US" b="1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E1BEDD21-8CC9-4E04-B8CF-CE59786DF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915833"/>
            <a:ext cx="2438970" cy="942167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B108AF4-088E-4064-B983-46D04AE2E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9771377" y="5278254"/>
            <a:ext cx="623078" cy="1834221"/>
            <a:chOff x="10948005" y="3272152"/>
            <a:chExt cx="623078" cy="1834221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0072F45-87A5-41AF-8A5F-AA1169606F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543D5C-6314-4A56-96D8-66138F7AD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3B17B08-2B11-4A2F-9E2C-DE23C7250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38962" y="5013367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6" name="Graphic 12">
              <a:extLst>
                <a:ext uri="{FF2B5EF4-FFF2-40B4-BE49-F238E27FC236}">
                  <a16:creationId xmlns:a16="http://schemas.microsoft.com/office/drawing/2014/main" id="{1C07DBD2-276A-4A72-BF25-6FB2FCD05A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Graphic 15">
              <a:extLst>
                <a:ext uri="{FF2B5EF4-FFF2-40B4-BE49-F238E27FC236}">
                  <a16:creationId xmlns:a16="http://schemas.microsoft.com/office/drawing/2014/main" id="{C354B108-DB71-4484-8743-68C8D50307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56574" y="4484929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Graphic 15">
              <a:extLst>
                <a:ext uri="{FF2B5EF4-FFF2-40B4-BE49-F238E27FC236}">
                  <a16:creationId xmlns:a16="http://schemas.microsoft.com/office/drawing/2014/main" id="{C50B8508-ED23-4F52-B6D0-18C4EFC54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7C296D5-FE18-49F2-BECF-3BBFD7834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98165" y="4772395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753920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42963-3E85-FFF5-05E4-926E6BBF1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F9011-3791-9A60-59E8-D59DE45C7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792" y="0"/>
            <a:ext cx="10077557" cy="813132"/>
          </a:xfrm>
        </p:spPr>
        <p:txBody>
          <a:bodyPr/>
          <a:lstStyle/>
          <a:p>
            <a:r>
              <a:rPr lang="en-US" dirty="0"/>
              <a:t>FP estimation</a:t>
            </a:r>
          </a:p>
        </p:txBody>
      </p:sp>
      <p:pic>
        <p:nvPicPr>
          <p:cNvPr id="4" name="Content Placeholder 3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9D77383C-A79A-6FF9-D1CB-626B761298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26" y="813133"/>
            <a:ext cx="12030074" cy="6111542"/>
          </a:xfrm>
        </p:spPr>
      </p:pic>
    </p:spTree>
    <p:extLst>
      <p:ext uri="{BB962C8B-B14F-4D97-AF65-F5344CB8AC3E}">
        <p14:creationId xmlns:p14="http://schemas.microsoft.com/office/powerpoint/2010/main" val="15003194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37B67-DA6A-F881-5757-14622F5BB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6FB26-4490-6964-7EFA-181FF9D4D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17" y="0"/>
            <a:ext cx="10077557" cy="655306"/>
          </a:xfrm>
        </p:spPr>
        <p:txBody>
          <a:bodyPr/>
          <a:lstStyle/>
          <a:p>
            <a:r>
              <a:rPr lang="en-US" dirty="0"/>
              <a:t>FP estimation (Example 1)</a:t>
            </a:r>
          </a:p>
        </p:txBody>
      </p:sp>
      <p:pic>
        <p:nvPicPr>
          <p:cNvPr id="7" name="Content Placeholder 6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54FDCB58-207E-36E7-3CBB-8C4FE1DAA1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37" y="845805"/>
            <a:ext cx="12057063" cy="5831219"/>
          </a:xfrm>
        </p:spPr>
      </p:pic>
    </p:spTree>
    <p:extLst>
      <p:ext uri="{BB962C8B-B14F-4D97-AF65-F5344CB8AC3E}">
        <p14:creationId xmlns:p14="http://schemas.microsoft.com/office/powerpoint/2010/main" val="21322980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1FE5D-7F21-A88D-45D9-89ADC0982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A78DE-B3BF-247A-1E25-E80EC340C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17" y="0"/>
            <a:ext cx="10077557" cy="655306"/>
          </a:xfrm>
        </p:spPr>
        <p:txBody>
          <a:bodyPr/>
          <a:lstStyle/>
          <a:p>
            <a:r>
              <a:rPr lang="en-US" dirty="0"/>
              <a:t>FP estimation (Example 1)</a:t>
            </a:r>
          </a:p>
        </p:txBody>
      </p:sp>
      <p:pic>
        <p:nvPicPr>
          <p:cNvPr id="6" name="Content Placeholder 5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91F96365-C4F0-C03B-8384-F576087CBF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17" y="865187"/>
            <a:ext cx="11132883" cy="5621337"/>
          </a:xfrm>
        </p:spPr>
      </p:pic>
    </p:spTree>
    <p:extLst>
      <p:ext uri="{BB962C8B-B14F-4D97-AF65-F5344CB8AC3E}">
        <p14:creationId xmlns:p14="http://schemas.microsoft.com/office/powerpoint/2010/main" val="30961734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5BE08-00A9-61B6-F95D-6ED55609B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359EA-541E-AA0A-2D7D-7066FD783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089" y="1249378"/>
            <a:ext cx="10077557" cy="655306"/>
          </a:xfrm>
        </p:spPr>
        <p:txBody>
          <a:bodyPr/>
          <a:lstStyle/>
          <a:p>
            <a:r>
              <a:rPr lang="en-US" dirty="0"/>
              <a:t>FP estimation (Example 1)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795B25-19E5-46E2-26E2-6C4237534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Calculate CAF </a:t>
            </a:r>
          </a:p>
          <a:p>
            <a:r>
              <a:rPr lang="en-US" dirty="0"/>
              <a:t>CAF = 0.65 +(0.01 * Σ Fi ) </a:t>
            </a:r>
          </a:p>
          <a:p>
            <a:r>
              <a:rPr lang="en-US" dirty="0"/>
              <a:t>Lets say, the product is moderately complex product, </a:t>
            </a:r>
          </a:p>
          <a:p>
            <a:r>
              <a:rPr lang="en-US" dirty="0"/>
              <a:t>so all 14 questions answered in moderate form i.e. 2 </a:t>
            </a:r>
          </a:p>
          <a:p>
            <a:r>
              <a:rPr lang="en-US" dirty="0"/>
              <a:t>Σ Fi = 14*2 =28</a:t>
            </a:r>
          </a:p>
          <a:p>
            <a:r>
              <a:rPr lang="en-US" dirty="0"/>
              <a:t>CAF = 0.65 + ( 0.01 * 28) =0.93 </a:t>
            </a:r>
          </a:p>
          <a:p>
            <a:r>
              <a:rPr lang="en-US" dirty="0"/>
              <a:t>FP = UFP * CAF </a:t>
            </a:r>
          </a:p>
          <a:p>
            <a:r>
              <a:rPr lang="en-US" dirty="0"/>
              <a:t>FP = 50 * 0.93 = 46.5</a:t>
            </a:r>
          </a:p>
        </p:txBody>
      </p:sp>
    </p:spTree>
    <p:extLst>
      <p:ext uri="{BB962C8B-B14F-4D97-AF65-F5344CB8AC3E}">
        <p14:creationId xmlns:p14="http://schemas.microsoft.com/office/powerpoint/2010/main" val="19732224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BF4F6-21BB-6269-8340-E434FF041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606F9-995F-3789-2819-E4D2DEBC0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089" y="1249378"/>
            <a:ext cx="10077557" cy="655306"/>
          </a:xfrm>
        </p:spPr>
        <p:txBody>
          <a:bodyPr/>
          <a:lstStyle/>
          <a:p>
            <a:r>
              <a:rPr lang="en-US" dirty="0"/>
              <a:t>FP estimation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D7768-A2F6-B21D-7D63-0040BB17F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If lets say team productivity is 60FP/person-week,</a:t>
            </a:r>
          </a:p>
          <a:p>
            <a:r>
              <a:rPr lang="en-US" dirty="0"/>
              <a:t>Then, </a:t>
            </a:r>
          </a:p>
          <a:p>
            <a:r>
              <a:rPr lang="en-US" b="1" dirty="0"/>
              <a:t>Effort = FP/productivity </a:t>
            </a:r>
          </a:p>
          <a:p>
            <a:r>
              <a:rPr lang="en-US" dirty="0"/>
              <a:t>            = FP/60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If team size =5, </a:t>
            </a:r>
          </a:p>
          <a:p>
            <a:r>
              <a:rPr lang="en-US" dirty="0"/>
              <a:t>Then,</a:t>
            </a:r>
          </a:p>
          <a:p>
            <a:r>
              <a:rPr lang="en-US" b="1" dirty="0"/>
              <a:t>Project duration = Effort/ team size </a:t>
            </a:r>
          </a:p>
          <a:p>
            <a:r>
              <a:rPr lang="en-US" dirty="0"/>
              <a:t>                                = Effort/5 weeks</a:t>
            </a:r>
          </a:p>
        </p:txBody>
      </p:sp>
    </p:spTree>
    <p:extLst>
      <p:ext uri="{BB962C8B-B14F-4D97-AF65-F5344CB8AC3E}">
        <p14:creationId xmlns:p14="http://schemas.microsoft.com/office/powerpoint/2010/main" val="195952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1853DC-4584-B18A-DCD9-7B4433187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1B1175-D1F5-E886-2611-90FAE434D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292" y="1091331"/>
            <a:ext cx="4663649" cy="1455091"/>
          </a:xfrm>
        </p:spPr>
        <p:txBody>
          <a:bodyPr>
            <a:normAutofit/>
          </a:bodyPr>
          <a:lstStyle/>
          <a:p>
            <a:r>
              <a:rPr lang="en-US" dirty="0"/>
              <a:t>FP estimation (Example 2)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2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aphic 78">
            <a:extLst>
              <a:ext uri="{FF2B5EF4-FFF2-40B4-BE49-F238E27FC236}">
                <a16:creationId xmlns:a16="http://schemas.microsoft.com/office/drawing/2014/main" id="{61BBAB6F-65E6-4E2B-B363-6AB27C84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717" y="2585111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5" name="Graphic 78">
              <a:extLst>
                <a:ext uri="{FF2B5EF4-FFF2-40B4-BE49-F238E27FC236}">
                  <a16:creationId xmlns:a16="http://schemas.microsoft.com/office/drawing/2014/main" id="{6DA3BBB2-E620-4C13-98C9-FE1EF7D2E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aphic 78">
              <a:extLst>
                <a:ext uri="{FF2B5EF4-FFF2-40B4-BE49-F238E27FC236}">
                  <a16:creationId xmlns:a16="http://schemas.microsoft.com/office/drawing/2014/main" id="{ADC9AB5D-88A1-4FA9-B467-E8EF8FFE5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0867B8E5-4535-4743-8235-6612FEA410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BE48FEA7-5915-4751-8090-63F3094324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32B378CE-44FD-4120-B9ED-7828D4EE9A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Graphic 78">
                <a:extLst>
                  <a:ext uri="{FF2B5EF4-FFF2-40B4-BE49-F238E27FC236}">
                    <a16:creationId xmlns:a16="http://schemas.microsoft.com/office/drawing/2014/main" id="{40FA43D3-D34B-4BC7-80D0-F3E75A222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155DB-41C6-9779-904D-2B064A408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792" y="2796429"/>
            <a:ext cx="11666283" cy="327450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Given,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User input = 55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User outputs = 35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User enquiries = 40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Internal logical files = 8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External interfaces =5 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Problem: Calculate FP when the FPs have low complexity and the product is significantly complex product, so all 14 questions answered in moderate form i.e. 4</a:t>
            </a:r>
            <a:endParaRPr lang="en-US" sz="1400" dirty="0"/>
          </a:p>
        </p:txBody>
      </p:sp>
      <p:pic>
        <p:nvPicPr>
          <p:cNvPr id="5" name="Picture 4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E5F1CBD3-CA69-3FED-6EE4-2EDEF1BA73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41" b="10910"/>
          <a:stretch/>
        </p:blipFill>
        <p:spPr>
          <a:xfrm>
            <a:off x="3793053" y="420407"/>
            <a:ext cx="8479909" cy="4411922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5820E42-2F9D-41EF-B67F-522A133B3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3D9BC31-B57D-4933-AD83-94F462D4C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84AFEA3-A055-41AE-96F3-34BA58142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028771F-62FA-4349-B7A8-CE1682D2C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19CDEE6-CB2F-49F0-B237-2A26A3D1D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8" name="Graphic 12">
              <a:extLst>
                <a:ext uri="{FF2B5EF4-FFF2-40B4-BE49-F238E27FC236}">
                  <a16:creationId xmlns:a16="http://schemas.microsoft.com/office/drawing/2014/main" id="{3DD82286-02D2-4210-A797-5D502D44A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735449F4-80DA-4E06-B3B6-B9F519F4A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Graphic 15">
              <a:extLst>
                <a:ext uri="{FF2B5EF4-FFF2-40B4-BE49-F238E27FC236}">
                  <a16:creationId xmlns:a16="http://schemas.microsoft.com/office/drawing/2014/main" id="{61FABA3B-05B6-433C-90F9-8D9691A84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1FEBA45-D0A3-4091-9956-161EDA21A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91924615"/>
      </p:ext>
    </p:extLst>
  </p:cSld>
  <p:clrMapOvr>
    <a:masterClrMapping/>
  </p:clrMapOvr>
</p:sld>
</file>

<file path=ppt/theme/theme1.xml><?xml version="1.0" encoding="utf-8"?>
<a:theme xmlns:a="http://schemas.openxmlformats.org/drawingml/2006/main" name="RocaVTI">
  <a:themeElements>
    <a:clrScheme name="Custom 101">
      <a:dk1>
        <a:sysClr val="windowText" lastClr="000000"/>
      </a:dk1>
      <a:lt1>
        <a:sysClr val="window" lastClr="FFFFFF"/>
      </a:lt1>
      <a:dk2>
        <a:srgbClr val="463443"/>
      </a:dk2>
      <a:lt2>
        <a:srgbClr val="F3F0E9"/>
      </a:lt2>
      <a:accent1>
        <a:srgbClr val="D45E5E"/>
      </a:accent1>
      <a:accent2>
        <a:srgbClr val="D49D8C"/>
      </a:accent2>
      <a:accent3>
        <a:srgbClr val="BF873A"/>
      </a:accent3>
      <a:accent4>
        <a:srgbClr val="C05050"/>
      </a:accent4>
      <a:accent5>
        <a:srgbClr val="A89F68"/>
      </a:accent5>
      <a:accent6>
        <a:srgbClr val="8F6B8A"/>
      </a:accent6>
      <a:hlink>
        <a:srgbClr val="D75681"/>
      </a:hlink>
      <a:folHlink>
        <a:srgbClr val="6C9D92"/>
      </a:folHlink>
    </a:clrScheme>
    <a:fontScheme name="Custom 36">
      <a:majorFont>
        <a:latin typeface="Georgia Pro Semibold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caVTI" id="{D79FE1D1-0489-4A69-8531-D0B8CDC31CBE}" vid="{CEBA7FE6-C04B-474E-964F-B022887AD13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6AD490AB366E428D05388BF1D2D436" ma:contentTypeVersion="15" ma:contentTypeDescription="Create a new document." ma:contentTypeScope="" ma:versionID="66750ac9d745b25e3b4754b0beb6cd3d">
  <xsd:schema xmlns:xsd="http://www.w3.org/2001/XMLSchema" xmlns:xs="http://www.w3.org/2001/XMLSchema" xmlns:p="http://schemas.microsoft.com/office/2006/metadata/properties" xmlns:ns3="6aa03a03-4952-44e6-9263-89c31372fb57" xmlns:ns4="51090ae2-ab58-441b-8f3d-ab0d5987cf65" targetNamespace="http://schemas.microsoft.com/office/2006/metadata/properties" ma:root="true" ma:fieldsID="b480bcd6a4ad343d9e4cf9f76cc357ef" ns3:_="" ns4:_="">
    <xsd:import namespace="6aa03a03-4952-44e6-9263-89c31372fb57"/>
    <xsd:import namespace="51090ae2-ab58-441b-8f3d-ab0d5987cf65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ServiceAutoKeyPoints" minOccurs="0"/>
                <xsd:element ref="ns4:MediaServiceKeyPoints" minOccurs="0"/>
                <xsd:element ref="ns4:_activity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a03a03-4952-44e6-9263-89c31372fb5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090ae2-ab58-441b-8f3d-ab0d5987c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1090ae2-ab58-441b-8f3d-ab0d5987cf65" xsi:nil="true"/>
  </documentManagement>
</p:properties>
</file>

<file path=customXml/itemProps1.xml><?xml version="1.0" encoding="utf-8"?>
<ds:datastoreItem xmlns:ds="http://schemas.openxmlformats.org/officeDocument/2006/customXml" ds:itemID="{07FD145E-33F6-4BF8-BBC5-E20E78F70A8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6C0188-C2CF-4FB9-88A8-0FCF702DD9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aa03a03-4952-44e6-9263-89c31372fb57"/>
    <ds:schemaRef ds:uri="51090ae2-ab58-441b-8f3d-ab0d5987cf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EF6DB17-E642-440F-87C9-B5894F769590}">
  <ds:schemaRefs>
    <ds:schemaRef ds:uri="http://purl.org/dc/elements/1.1/"/>
    <ds:schemaRef ds:uri="http://purl.org/dc/dcmitype/"/>
    <ds:schemaRef ds:uri="51090ae2-ab58-441b-8f3d-ab0d5987cf65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6aa03a03-4952-44e6-9263-89c31372fb57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1172</Words>
  <Application>Microsoft Office PowerPoint</Application>
  <PresentationFormat>Widescreen</PresentationFormat>
  <Paragraphs>151</Paragraphs>
  <Slides>27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Avenir Next LT Pro</vt:lpstr>
      <vt:lpstr>Avenir Next LT Pro Light</vt:lpstr>
      <vt:lpstr>Courier New</vt:lpstr>
      <vt:lpstr>Georgia Pro Semibold</vt:lpstr>
      <vt:lpstr>Wingdings</vt:lpstr>
      <vt:lpstr>RocaVTI</vt:lpstr>
      <vt:lpstr>Estimation of Software</vt:lpstr>
      <vt:lpstr>Software Project Management</vt:lpstr>
      <vt:lpstr>Project Estimation</vt:lpstr>
      <vt:lpstr>Project Estimation</vt:lpstr>
      <vt:lpstr>Software cost components</vt:lpstr>
      <vt:lpstr>costing / pricing</vt:lpstr>
      <vt:lpstr>Software productivity</vt:lpstr>
      <vt:lpstr>Software productivity measures</vt:lpstr>
      <vt:lpstr>Software project estimation</vt:lpstr>
      <vt:lpstr>PowerPoint Presentation</vt:lpstr>
      <vt:lpstr>LOC estimation</vt:lpstr>
      <vt:lpstr>LOC estimation</vt:lpstr>
      <vt:lpstr>LOC estimation (Example 1)</vt:lpstr>
      <vt:lpstr>LOC estimation (Example 1) solution</vt:lpstr>
      <vt:lpstr>LOC (Example 1) solution</vt:lpstr>
      <vt:lpstr>LOC estimation (Example 2)</vt:lpstr>
      <vt:lpstr>LOC estimation (Example 2) solution</vt:lpstr>
      <vt:lpstr>PowerPoint Presentation</vt:lpstr>
      <vt:lpstr>FP estimation</vt:lpstr>
      <vt:lpstr>FP estimation</vt:lpstr>
      <vt:lpstr>FP estimation</vt:lpstr>
      <vt:lpstr>FP estimation</vt:lpstr>
      <vt:lpstr>FP estimation (Example 1)</vt:lpstr>
      <vt:lpstr>FP estimation (Example 1)</vt:lpstr>
      <vt:lpstr>FP estimation (Example 1)</vt:lpstr>
      <vt:lpstr>FP estimation</vt:lpstr>
      <vt:lpstr>FP estimation (Example 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Hajra  Ahmed</dc:creator>
  <cp:lastModifiedBy>Hajra  Ahmed</cp:lastModifiedBy>
  <cp:revision>6</cp:revision>
  <dcterms:created xsi:type="dcterms:W3CDTF">2025-04-22T07:08:32Z</dcterms:created>
  <dcterms:modified xsi:type="dcterms:W3CDTF">2025-04-24T05:03:30Z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0x010100CF6AD490AB366E428D05388BF1D2D436</vt:lpwstr>
  </property>
</Properties>
</file>