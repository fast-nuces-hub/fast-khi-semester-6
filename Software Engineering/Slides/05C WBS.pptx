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0"/>
  </p:notesMasterIdLst>
  <p:sldIdLst>
    <p:sldId id="256" r:id="rId2"/>
    <p:sldId id="702" r:id="rId3"/>
    <p:sldId id="729" r:id="rId4"/>
    <p:sldId id="738" r:id="rId5"/>
    <p:sldId id="703" r:id="rId6"/>
    <p:sldId id="730" r:id="rId7"/>
    <p:sldId id="707" r:id="rId8"/>
    <p:sldId id="709" r:id="rId9"/>
    <p:sldId id="737" r:id="rId10"/>
    <p:sldId id="740" r:id="rId11"/>
    <p:sldId id="742" r:id="rId12"/>
    <p:sldId id="734" r:id="rId13"/>
    <p:sldId id="713" r:id="rId14"/>
    <p:sldId id="714" r:id="rId15"/>
    <p:sldId id="715" r:id="rId16"/>
    <p:sldId id="719" r:id="rId17"/>
    <p:sldId id="727" r:id="rId18"/>
    <p:sldId id="74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7" autoAdjust="0"/>
    <p:restoredTop sz="81900" autoAdjust="0"/>
  </p:normalViewPr>
  <p:slideViewPr>
    <p:cSldViewPr>
      <p:cViewPr varScale="1">
        <p:scale>
          <a:sx n="88" d="100"/>
          <a:sy n="88" d="100"/>
        </p:scale>
        <p:origin x="220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33B9BE-FFB0-4BFB-B818-FA44F8023D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5F9707B-E8AB-4F89-AC22-A4C89D82BD52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Planning</a:t>
          </a:r>
          <a:endParaRPr lang="en-US"/>
        </a:p>
      </dgm:t>
    </dgm:pt>
    <dgm:pt modelId="{76B85802-3E77-4B99-A17B-AAEE9FC2F13E}" type="parTrans" cxnId="{E9807B5C-6632-4C79-A724-6AEA238D7597}">
      <dgm:prSet/>
      <dgm:spPr/>
      <dgm:t>
        <a:bodyPr/>
        <a:lstStyle/>
        <a:p>
          <a:endParaRPr lang="en-US"/>
        </a:p>
      </dgm:t>
    </dgm:pt>
    <dgm:pt modelId="{DB774F65-8B33-4263-A272-3E1484A7C1AE}" type="sibTrans" cxnId="{E9807B5C-6632-4C79-A724-6AEA238D7597}">
      <dgm:prSet/>
      <dgm:spPr/>
      <dgm:t>
        <a:bodyPr/>
        <a:lstStyle/>
        <a:p>
          <a:endParaRPr lang="en-US"/>
        </a:p>
      </dgm:t>
    </dgm:pt>
    <dgm:pt modelId="{D195F4B9-9281-4678-AD7F-7694A3DEFF32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Estimating</a:t>
          </a:r>
          <a:endParaRPr lang="en-US"/>
        </a:p>
      </dgm:t>
    </dgm:pt>
    <dgm:pt modelId="{7E11F54E-EFA0-4AE2-8556-321AB1A67560}" type="parTrans" cxnId="{36B80BF7-B61B-49DB-81E9-5BDFD9E84CBF}">
      <dgm:prSet/>
      <dgm:spPr/>
      <dgm:t>
        <a:bodyPr/>
        <a:lstStyle/>
        <a:p>
          <a:endParaRPr lang="en-US"/>
        </a:p>
      </dgm:t>
    </dgm:pt>
    <dgm:pt modelId="{EE4D4309-0CC0-4937-A696-C9C373A68B5F}" type="sibTrans" cxnId="{36B80BF7-B61B-49DB-81E9-5BDFD9E84CBF}">
      <dgm:prSet/>
      <dgm:spPr/>
      <dgm:t>
        <a:bodyPr/>
        <a:lstStyle/>
        <a:p>
          <a:endParaRPr lang="en-US"/>
        </a:p>
      </dgm:t>
    </dgm:pt>
    <dgm:pt modelId="{BA4BDAB7-7908-43FB-8B31-604C3FE604C3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Scheduling</a:t>
          </a:r>
          <a:endParaRPr lang="en-US"/>
        </a:p>
      </dgm:t>
    </dgm:pt>
    <dgm:pt modelId="{3A9ECA7D-4820-4EF1-A00C-B3303E837A93}" type="parTrans" cxnId="{0C941535-72C5-48A5-BD7D-CBBB424E84AC}">
      <dgm:prSet/>
      <dgm:spPr/>
      <dgm:t>
        <a:bodyPr/>
        <a:lstStyle/>
        <a:p>
          <a:endParaRPr lang="en-US"/>
        </a:p>
      </dgm:t>
    </dgm:pt>
    <dgm:pt modelId="{9EFD591A-03D0-4038-9383-DB8D2CF559C2}" type="sibTrans" cxnId="{0C941535-72C5-48A5-BD7D-CBBB424E84AC}">
      <dgm:prSet/>
      <dgm:spPr/>
      <dgm:t>
        <a:bodyPr/>
        <a:lstStyle/>
        <a:p>
          <a:endParaRPr lang="en-US"/>
        </a:p>
      </dgm:t>
    </dgm:pt>
    <dgm:pt modelId="{59C17B46-48F1-4496-AD3A-3AA61E4310B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Define activities &amp; deliverables</a:t>
          </a:r>
          <a:endParaRPr lang="en-US" dirty="0"/>
        </a:p>
      </dgm:t>
    </dgm:pt>
    <dgm:pt modelId="{8B0EA2DB-73DA-4A1C-A4EE-F65D42EA9CF5}" type="parTrans" cxnId="{E3641072-CCD6-40EE-B0AF-EC4AFB0C8E06}">
      <dgm:prSet/>
      <dgm:spPr/>
      <dgm:t>
        <a:bodyPr/>
        <a:lstStyle/>
        <a:p>
          <a:endParaRPr lang="en-US"/>
        </a:p>
      </dgm:t>
    </dgm:pt>
    <dgm:pt modelId="{15C3B739-AF2E-4737-B8FC-AC982807F3BA}" type="sibTrans" cxnId="{E3641072-CCD6-40EE-B0AF-EC4AFB0C8E06}">
      <dgm:prSet/>
      <dgm:spPr/>
      <dgm:t>
        <a:bodyPr/>
        <a:lstStyle/>
        <a:p>
          <a:endParaRPr lang="en-US"/>
        </a:p>
      </dgm:t>
    </dgm:pt>
    <dgm:pt modelId="{E157B73D-ABCF-4FE8-A27A-053D77D5547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Time, Cost in terms of resource usage</a:t>
          </a:r>
          <a:endParaRPr lang="en-US" dirty="0"/>
        </a:p>
      </dgm:t>
    </dgm:pt>
    <dgm:pt modelId="{66D12392-68FD-4AAF-B3AD-F5777A3D99A7}" type="parTrans" cxnId="{E61315D9-3DD7-4274-BCBC-F210FFA08FE9}">
      <dgm:prSet/>
      <dgm:spPr/>
      <dgm:t>
        <a:bodyPr/>
        <a:lstStyle/>
        <a:p>
          <a:endParaRPr lang="en-US"/>
        </a:p>
      </dgm:t>
    </dgm:pt>
    <dgm:pt modelId="{C78F1183-0067-453B-90F7-D8AEA6FECC9A}" type="sibTrans" cxnId="{E61315D9-3DD7-4274-BCBC-F210FFA08FE9}">
      <dgm:prSet/>
      <dgm:spPr/>
      <dgm:t>
        <a:bodyPr/>
        <a:lstStyle/>
        <a:p>
          <a:endParaRPr lang="en-US"/>
        </a:p>
      </dgm:t>
    </dgm:pt>
    <dgm:pt modelId="{1156FA0B-8434-4A76-A516-1D058E2A2D1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Define sequence of tasks occurrence</a:t>
          </a:r>
          <a:endParaRPr lang="en-US" dirty="0"/>
        </a:p>
      </dgm:t>
    </dgm:pt>
    <dgm:pt modelId="{37B48C3F-ADF8-42B4-BA88-5BD7EE60C54D}" type="parTrans" cxnId="{90C40559-5BD7-40A1-A73B-CE7E0A71D3BF}">
      <dgm:prSet/>
      <dgm:spPr/>
      <dgm:t>
        <a:bodyPr/>
        <a:lstStyle/>
        <a:p>
          <a:endParaRPr lang="en-US"/>
        </a:p>
      </dgm:t>
    </dgm:pt>
    <dgm:pt modelId="{1BF45271-0A15-4D67-B266-CE56E63CCC8C}" type="sibTrans" cxnId="{90C40559-5BD7-40A1-A73B-CE7E0A71D3BF}">
      <dgm:prSet/>
      <dgm:spPr/>
      <dgm:t>
        <a:bodyPr/>
        <a:lstStyle/>
        <a:p>
          <a:endParaRPr lang="en-US"/>
        </a:p>
      </dgm:t>
    </dgm:pt>
    <dgm:pt modelId="{15FA0889-DE21-4C4D-8131-349B3BC6B082}" type="pres">
      <dgm:prSet presAssocID="{E033B9BE-FFB0-4BFB-B818-FA44F8023D97}" presName="root" presStyleCnt="0">
        <dgm:presLayoutVars>
          <dgm:dir/>
          <dgm:resizeHandles val="exact"/>
        </dgm:presLayoutVars>
      </dgm:prSet>
      <dgm:spPr/>
    </dgm:pt>
    <dgm:pt modelId="{7369D53F-88C1-451B-9671-692A738DD2AA}" type="pres">
      <dgm:prSet presAssocID="{D5F9707B-E8AB-4F89-AC22-A4C89D82BD52}" presName="compNode" presStyleCnt="0"/>
      <dgm:spPr/>
    </dgm:pt>
    <dgm:pt modelId="{C88D444B-079A-40FC-AEE4-AD933E675134}" type="pres">
      <dgm:prSet presAssocID="{D5F9707B-E8AB-4F89-AC22-A4C89D82BD52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B099674-5914-44B4-820E-407A751F67B3}" type="pres">
      <dgm:prSet presAssocID="{D5F9707B-E8AB-4F89-AC22-A4C89D82BD52}" presName="iconSpace" presStyleCnt="0"/>
      <dgm:spPr/>
    </dgm:pt>
    <dgm:pt modelId="{FEC94BCC-DB65-4F1E-9E09-57A6C3730046}" type="pres">
      <dgm:prSet presAssocID="{D5F9707B-E8AB-4F89-AC22-A4C89D82BD52}" presName="parTx" presStyleLbl="revTx" presStyleIdx="0" presStyleCnt="6">
        <dgm:presLayoutVars>
          <dgm:chMax val="0"/>
          <dgm:chPref val="0"/>
        </dgm:presLayoutVars>
      </dgm:prSet>
      <dgm:spPr/>
    </dgm:pt>
    <dgm:pt modelId="{8FCA8C3B-B0A4-40C3-8DD6-616AA943DCB8}" type="pres">
      <dgm:prSet presAssocID="{D5F9707B-E8AB-4F89-AC22-A4C89D82BD52}" presName="txSpace" presStyleCnt="0"/>
      <dgm:spPr/>
    </dgm:pt>
    <dgm:pt modelId="{C88F4793-7ABA-4351-8AA1-CBD315E65FC7}" type="pres">
      <dgm:prSet presAssocID="{D5F9707B-E8AB-4F89-AC22-A4C89D82BD52}" presName="desTx" presStyleLbl="revTx" presStyleIdx="1" presStyleCnt="6">
        <dgm:presLayoutVars/>
      </dgm:prSet>
      <dgm:spPr/>
    </dgm:pt>
    <dgm:pt modelId="{67208A3E-52C3-4446-9BA6-1C26C60B631B}" type="pres">
      <dgm:prSet presAssocID="{DB774F65-8B33-4263-A272-3E1484A7C1AE}" presName="sibTrans" presStyleCnt="0"/>
      <dgm:spPr/>
    </dgm:pt>
    <dgm:pt modelId="{11458872-D590-49F1-9578-827683714E44}" type="pres">
      <dgm:prSet presAssocID="{D195F4B9-9281-4678-AD7F-7694A3DEFF32}" presName="compNode" presStyleCnt="0"/>
      <dgm:spPr/>
    </dgm:pt>
    <dgm:pt modelId="{803D9105-AEDA-48CF-9171-E06F671B6231}" type="pres">
      <dgm:prSet presAssocID="{D195F4B9-9281-4678-AD7F-7694A3DEFF32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FABD25C5-62B6-479C-984A-91CBB65E665A}" type="pres">
      <dgm:prSet presAssocID="{D195F4B9-9281-4678-AD7F-7694A3DEFF32}" presName="iconSpace" presStyleCnt="0"/>
      <dgm:spPr/>
    </dgm:pt>
    <dgm:pt modelId="{F9C0B943-6B52-476F-BFE3-0A7067E56BA3}" type="pres">
      <dgm:prSet presAssocID="{D195F4B9-9281-4678-AD7F-7694A3DEFF32}" presName="parTx" presStyleLbl="revTx" presStyleIdx="2" presStyleCnt="6">
        <dgm:presLayoutVars>
          <dgm:chMax val="0"/>
          <dgm:chPref val="0"/>
        </dgm:presLayoutVars>
      </dgm:prSet>
      <dgm:spPr/>
    </dgm:pt>
    <dgm:pt modelId="{EB1A7EF9-2EE3-4DE2-BF9D-33A7093BCB01}" type="pres">
      <dgm:prSet presAssocID="{D195F4B9-9281-4678-AD7F-7694A3DEFF32}" presName="txSpace" presStyleCnt="0"/>
      <dgm:spPr/>
    </dgm:pt>
    <dgm:pt modelId="{9B3E27DB-FBB7-45B5-B101-3BAD6835A965}" type="pres">
      <dgm:prSet presAssocID="{D195F4B9-9281-4678-AD7F-7694A3DEFF32}" presName="desTx" presStyleLbl="revTx" presStyleIdx="3" presStyleCnt="6">
        <dgm:presLayoutVars/>
      </dgm:prSet>
      <dgm:spPr/>
    </dgm:pt>
    <dgm:pt modelId="{B32D87CB-3B2C-487F-B3FE-02FD58DF7277}" type="pres">
      <dgm:prSet presAssocID="{EE4D4309-0CC0-4937-A696-C9C373A68B5F}" presName="sibTrans" presStyleCnt="0"/>
      <dgm:spPr/>
    </dgm:pt>
    <dgm:pt modelId="{E45699AF-E478-4FD8-B5A2-2F9634F5F8FF}" type="pres">
      <dgm:prSet presAssocID="{BA4BDAB7-7908-43FB-8B31-604C3FE604C3}" presName="compNode" presStyleCnt="0"/>
      <dgm:spPr/>
    </dgm:pt>
    <dgm:pt modelId="{0FB9CC69-6654-443E-8AB6-267685FAB07C}" type="pres">
      <dgm:prSet presAssocID="{BA4BDAB7-7908-43FB-8B31-604C3FE604C3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3CD87F0F-A8EA-444A-8420-BED664611697}" type="pres">
      <dgm:prSet presAssocID="{BA4BDAB7-7908-43FB-8B31-604C3FE604C3}" presName="iconSpace" presStyleCnt="0"/>
      <dgm:spPr/>
    </dgm:pt>
    <dgm:pt modelId="{514277E2-229C-44C1-972D-645E971BE9E3}" type="pres">
      <dgm:prSet presAssocID="{BA4BDAB7-7908-43FB-8B31-604C3FE604C3}" presName="parTx" presStyleLbl="revTx" presStyleIdx="4" presStyleCnt="6">
        <dgm:presLayoutVars>
          <dgm:chMax val="0"/>
          <dgm:chPref val="0"/>
        </dgm:presLayoutVars>
      </dgm:prSet>
      <dgm:spPr/>
    </dgm:pt>
    <dgm:pt modelId="{177B66B4-BE2E-4DC9-8DA1-9B01DAD3DE62}" type="pres">
      <dgm:prSet presAssocID="{BA4BDAB7-7908-43FB-8B31-604C3FE604C3}" presName="txSpace" presStyleCnt="0"/>
      <dgm:spPr/>
    </dgm:pt>
    <dgm:pt modelId="{532A1382-8255-4FDC-8443-321397B929C3}" type="pres">
      <dgm:prSet presAssocID="{BA4BDAB7-7908-43FB-8B31-604C3FE604C3}" presName="desTx" presStyleLbl="revTx" presStyleIdx="5" presStyleCnt="6">
        <dgm:presLayoutVars/>
      </dgm:prSet>
      <dgm:spPr/>
    </dgm:pt>
  </dgm:ptLst>
  <dgm:cxnLst>
    <dgm:cxn modelId="{4437801E-C4F0-4471-86C7-330B63189A6C}" type="presOf" srcId="{D195F4B9-9281-4678-AD7F-7694A3DEFF32}" destId="{F9C0B943-6B52-476F-BFE3-0A7067E56BA3}" srcOrd="0" destOrd="0" presId="urn:microsoft.com/office/officeart/2018/5/layout/CenteredIconLabelDescriptionList"/>
    <dgm:cxn modelId="{0C941535-72C5-48A5-BD7D-CBBB424E84AC}" srcId="{E033B9BE-FFB0-4BFB-B818-FA44F8023D97}" destId="{BA4BDAB7-7908-43FB-8B31-604C3FE604C3}" srcOrd="2" destOrd="0" parTransId="{3A9ECA7D-4820-4EF1-A00C-B3303E837A93}" sibTransId="{9EFD591A-03D0-4038-9383-DB8D2CF559C2}"/>
    <dgm:cxn modelId="{E9807B5C-6632-4C79-A724-6AEA238D7597}" srcId="{E033B9BE-FFB0-4BFB-B818-FA44F8023D97}" destId="{D5F9707B-E8AB-4F89-AC22-A4C89D82BD52}" srcOrd="0" destOrd="0" parTransId="{76B85802-3E77-4B99-A17B-AAEE9FC2F13E}" sibTransId="{DB774F65-8B33-4263-A272-3E1484A7C1AE}"/>
    <dgm:cxn modelId="{FD161A47-571D-4BB3-8E23-D610403BBB6D}" type="presOf" srcId="{59C17B46-48F1-4496-AD3A-3AA61E4310B1}" destId="{C88F4793-7ABA-4351-8AA1-CBD315E65FC7}" srcOrd="0" destOrd="0" presId="urn:microsoft.com/office/officeart/2018/5/layout/CenteredIconLabelDescriptionList"/>
    <dgm:cxn modelId="{E3641072-CCD6-40EE-B0AF-EC4AFB0C8E06}" srcId="{D5F9707B-E8AB-4F89-AC22-A4C89D82BD52}" destId="{59C17B46-48F1-4496-AD3A-3AA61E4310B1}" srcOrd="0" destOrd="0" parTransId="{8B0EA2DB-73DA-4A1C-A4EE-F65D42EA9CF5}" sibTransId="{15C3B739-AF2E-4737-B8FC-AC982807F3BA}"/>
    <dgm:cxn modelId="{B27C2F58-4144-47A7-A5E1-A3AEEA379D91}" type="presOf" srcId="{D5F9707B-E8AB-4F89-AC22-A4C89D82BD52}" destId="{FEC94BCC-DB65-4F1E-9E09-57A6C3730046}" srcOrd="0" destOrd="0" presId="urn:microsoft.com/office/officeart/2018/5/layout/CenteredIconLabelDescriptionList"/>
    <dgm:cxn modelId="{90C40559-5BD7-40A1-A73B-CE7E0A71D3BF}" srcId="{BA4BDAB7-7908-43FB-8B31-604C3FE604C3}" destId="{1156FA0B-8434-4A76-A516-1D058E2A2D17}" srcOrd="0" destOrd="0" parTransId="{37B48C3F-ADF8-42B4-BA88-5BD7EE60C54D}" sibTransId="{1BF45271-0A15-4D67-B266-CE56E63CCC8C}"/>
    <dgm:cxn modelId="{F05261A4-8DBD-41E5-9322-0D3A942974DA}" type="presOf" srcId="{1156FA0B-8434-4A76-A516-1D058E2A2D17}" destId="{532A1382-8255-4FDC-8443-321397B929C3}" srcOrd="0" destOrd="0" presId="urn:microsoft.com/office/officeart/2018/5/layout/CenteredIconLabelDescriptionList"/>
    <dgm:cxn modelId="{41706EB2-F8E3-4C9B-A341-550F79F96C39}" type="presOf" srcId="{BA4BDAB7-7908-43FB-8B31-604C3FE604C3}" destId="{514277E2-229C-44C1-972D-645E971BE9E3}" srcOrd="0" destOrd="0" presId="urn:microsoft.com/office/officeart/2018/5/layout/CenteredIconLabelDescriptionList"/>
    <dgm:cxn modelId="{9374F1C7-E32C-4D55-9A3D-771C7C2783A3}" type="presOf" srcId="{E033B9BE-FFB0-4BFB-B818-FA44F8023D97}" destId="{15FA0889-DE21-4C4D-8131-349B3BC6B082}" srcOrd="0" destOrd="0" presId="urn:microsoft.com/office/officeart/2018/5/layout/CenteredIconLabelDescriptionList"/>
    <dgm:cxn modelId="{E61315D9-3DD7-4274-BCBC-F210FFA08FE9}" srcId="{D195F4B9-9281-4678-AD7F-7694A3DEFF32}" destId="{E157B73D-ABCF-4FE8-A27A-053D77D55473}" srcOrd="0" destOrd="0" parTransId="{66D12392-68FD-4AAF-B3AD-F5777A3D99A7}" sibTransId="{C78F1183-0067-453B-90F7-D8AEA6FECC9A}"/>
    <dgm:cxn modelId="{36B80BF7-B61B-49DB-81E9-5BDFD9E84CBF}" srcId="{E033B9BE-FFB0-4BFB-B818-FA44F8023D97}" destId="{D195F4B9-9281-4678-AD7F-7694A3DEFF32}" srcOrd="1" destOrd="0" parTransId="{7E11F54E-EFA0-4AE2-8556-321AB1A67560}" sibTransId="{EE4D4309-0CC0-4937-A696-C9C373A68B5F}"/>
    <dgm:cxn modelId="{822A64F7-B68F-4472-8003-8E136E606A7F}" type="presOf" srcId="{E157B73D-ABCF-4FE8-A27A-053D77D55473}" destId="{9B3E27DB-FBB7-45B5-B101-3BAD6835A965}" srcOrd="0" destOrd="0" presId="urn:microsoft.com/office/officeart/2018/5/layout/CenteredIconLabelDescriptionList"/>
    <dgm:cxn modelId="{04C352E1-448D-4B49-B819-EBB0FAFAF0C0}" type="presParOf" srcId="{15FA0889-DE21-4C4D-8131-349B3BC6B082}" destId="{7369D53F-88C1-451B-9671-692A738DD2AA}" srcOrd="0" destOrd="0" presId="urn:microsoft.com/office/officeart/2018/5/layout/CenteredIconLabelDescriptionList"/>
    <dgm:cxn modelId="{7275B551-C9EC-407F-8502-587274FD1E67}" type="presParOf" srcId="{7369D53F-88C1-451B-9671-692A738DD2AA}" destId="{C88D444B-079A-40FC-AEE4-AD933E675134}" srcOrd="0" destOrd="0" presId="urn:microsoft.com/office/officeart/2018/5/layout/CenteredIconLabelDescriptionList"/>
    <dgm:cxn modelId="{7283A9D4-C06A-46D3-B494-9FC966444136}" type="presParOf" srcId="{7369D53F-88C1-451B-9671-692A738DD2AA}" destId="{EB099674-5914-44B4-820E-407A751F67B3}" srcOrd="1" destOrd="0" presId="urn:microsoft.com/office/officeart/2018/5/layout/CenteredIconLabelDescriptionList"/>
    <dgm:cxn modelId="{CE6A145D-03F4-4040-BEA4-86732B08047E}" type="presParOf" srcId="{7369D53F-88C1-451B-9671-692A738DD2AA}" destId="{FEC94BCC-DB65-4F1E-9E09-57A6C3730046}" srcOrd="2" destOrd="0" presId="urn:microsoft.com/office/officeart/2018/5/layout/CenteredIconLabelDescriptionList"/>
    <dgm:cxn modelId="{D67A6790-B970-42A5-BB15-1BCCBE55B564}" type="presParOf" srcId="{7369D53F-88C1-451B-9671-692A738DD2AA}" destId="{8FCA8C3B-B0A4-40C3-8DD6-616AA943DCB8}" srcOrd="3" destOrd="0" presId="urn:microsoft.com/office/officeart/2018/5/layout/CenteredIconLabelDescriptionList"/>
    <dgm:cxn modelId="{BCAF6AAA-5602-43BB-B163-9203037B9C09}" type="presParOf" srcId="{7369D53F-88C1-451B-9671-692A738DD2AA}" destId="{C88F4793-7ABA-4351-8AA1-CBD315E65FC7}" srcOrd="4" destOrd="0" presId="urn:microsoft.com/office/officeart/2018/5/layout/CenteredIconLabelDescriptionList"/>
    <dgm:cxn modelId="{1EA39CE7-1501-4ECE-AD92-4B57FE9518B1}" type="presParOf" srcId="{15FA0889-DE21-4C4D-8131-349B3BC6B082}" destId="{67208A3E-52C3-4446-9BA6-1C26C60B631B}" srcOrd="1" destOrd="0" presId="urn:microsoft.com/office/officeart/2018/5/layout/CenteredIconLabelDescriptionList"/>
    <dgm:cxn modelId="{D1C61A3F-AAB1-4CD1-A4F9-776681930CA2}" type="presParOf" srcId="{15FA0889-DE21-4C4D-8131-349B3BC6B082}" destId="{11458872-D590-49F1-9578-827683714E44}" srcOrd="2" destOrd="0" presId="urn:microsoft.com/office/officeart/2018/5/layout/CenteredIconLabelDescriptionList"/>
    <dgm:cxn modelId="{CAEB0180-DEFB-442E-A089-DA8F1602972A}" type="presParOf" srcId="{11458872-D590-49F1-9578-827683714E44}" destId="{803D9105-AEDA-48CF-9171-E06F671B6231}" srcOrd="0" destOrd="0" presId="urn:microsoft.com/office/officeart/2018/5/layout/CenteredIconLabelDescriptionList"/>
    <dgm:cxn modelId="{D5736703-EED4-4BF1-B794-41B62BF674BE}" type="presParOf" srcId="{11458872-D590-49F1-9578-827683714E44}" destId="{FABD25C5-62B6-479C-984A-91CBB65E665A}" srcOrd="1" destOrd="0" presId="urn:microsoft.com/office/officeart/2018/5/layout/CenteredIconLabelDescriptionList"/>
    <dgm:cxn modelId="{5B7E93C9-C0A2-4798-B893-375F3F017ACB}" type="presParOf" srcId="{11458872-D590-49F1-9578-827683714E44}" destId="{F9C0B943-6B52-476F-BFE3-0A7067E56BA3}" srcOrd="2" destOrd="0" presId="urn:microsoft.com/office/officeart/2018/5/layout/CenteredIconLabelDescriptionList"/>
    <dgm:cxn modelId="{D96696B1-D9AD-4F92-AA44-625BC505B67F}" type="presParOf" srcId="{11458872-D590-49F1-9578-827683714E44}" destId="{EB1A7EF9-2EE3-4DE2-BF9D-33A7093BCB01}" srcOrd="3" destOrd="0" presId="urn:microsoft.com/office/officeart/2018/5/layout/CenteredIconLabelDescriptionList"/>
    <dgm:cxn modelId="{E941B71A-A52E-468C-8412-4C1FBCBAF0F4}" type="presParOf" srcId="{11458872-D590-49F1-9578-827683714E44}" destId="{9B3E27DB-FBB7-45B5-B101-3BAD6835A965}" srcOrd="4" destOrd="0" presId="urn:microsoft.com/office/officeart/2018/5/layout/CenteredIconLabelDescriptionList"/>
    <dgm:cxn modelId="{C858289D-3ADE-4CC9-A6FA-C9D4BAF2223E}" type="presParOf" srcId="{15FA0889-DE21-4C4D-8131-349B3BC6B082}" destId="{B32D87CB-3B2C-487F-B3FE-02FD58DF7277}" srcOrd="3" destOrd="0" presId="urn:microsoft.com/office/officeart/2018/5/layout/CenteredIconLabelDescriptionList"/>
    <dgm:cxn modelId="{5B805FDC-C391-4602-8F5E-DAF65A59D270}" type="presParOf" srcId="{15FA0889-DE21-4C4D-8131-349B3BC6B082}" destId="{E45699AF-E478-4FD8-B5A2-2F9634F5F8FF}" srcOrd="4" destOrd="0" presId="urn:microsoft.com/office/officeart/2018/5/layout/CenteredIconLabelDescriptionList"/>
    <dgm:cxn modelId="{C25458B8-C9AE-4B48-96EC-1367C0E04B6C}" type="presParOf" srcId="{E45699AF-E478-4FD8-B5A2-2F9634F5F8FF}" destId="{0FB9CC69-6654-443E-8AB6-267685FAB07C}" srcOrd="0" destOrd="0" presId="urn:microsoft.com/office/officeart/2018/5/layout/CenteredIconLabelDescriptionList"/>
    <dgm:cxn modelId="{1628334F-318B-4954-984A-28F33BC3887D}" type="presParOf" srcId="{E45699AF-E478-4FD8-B5A2-2F9634F5F8FF}" destId="{3CD87F0F-A8EA-444A-8420-BED664611697}" srcOrd="1" destOrd="0" presId="urn:microsoft.com/office/officeart/2018/5/layout/CenteredIconLabelDescriptionList"/>
    <dgm:cxn modelId="{2ED6C840-4D30-4E3F-8C45-D316B3CFC80A}" type="presParOf" srcId="{E45699AF-E478-4FD8-B5A2-2F9634F5F8FF}" destId="{514277E2-229C-44C1-972D-645E971BE9E3}" srcOrd="2" destOrd="0" presId="urn:microsoft.com/office/officeart/2018/5/layout/CenteredIconLabelDescriptionList"/>
    <dgm:cxn modelId="{4F8BC4C6-01E9-4453-A33E-C2A12E2A3E3F}" type="presParOf" srcId="{E45699AF-E478-4FD8-B5A2-2F9634F5F8FF}" destId="{177B66B4-BE2E-4DC9-8DA1-9B01DAD3DE62}" srcOrd="3" destOrd="0" presId="urn:microsoft.com/office/officeart/2018/5/layout/CenteredIconLabelDescriptionList"/>
    <dgm:cxn modelId="{60BB10CB-81E8-41D8-A0BC-AC1759908C29}" type="presParOf" srcId="{E45699AF-E478-4FD8-B5A2-2F9634F5F8FF}" destId="{532A1382-8255-4FDC-8443-321397B929C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9996DD-4538-4871-A449-EDFA66932B6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B9D0D3-F38E-4B04-9290-8F84B9E51E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Dividing complex projects to simpler and manageable tasks.</a:t>
          </a:r>
          <a:endParaRPr lang="en-US"/>
        </a:p>
      </dgm:t>
    </dgm:pt>
    <dgm:pt modelId="{5F6512BF-9DE6-4C8C-9D26-38A4DE92BBF8}" type="parTrans" cxnId="{45677578-8008-4CB9-9EDF-C2D98782898C}">
      <dgm:prSet/>
      <dgm:spPr/>
      <dgm:t>
        <a:bodyPr/>
        <a:lstStyle/>
        <a:p>
          <a:endParaRPr lang="en-US"/>
        </a:p>
      </dgm:t>
    </dgm:pt>
    <dgm:pt modelId="{8A71F62D-38DA-4656-B790-6ED93A738A12}" type="sibTrans" cxnId="{45677578-8008-4CB9-9EDF-C2D9878289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E84637-C96E-45E4-9044-1876092D6A4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Stops till the tasks no longer remains decomposable.</a:t>
          </a:r>
          <a:endParaRPr lang="en-US"/>
        </a:p>
      </dgm:t>
    </dgm:pt>
    <dgm:pt modelId="{107F97DE-E2F5-4745-BF4F-2A4AE49F38E2}" type="parTrans" cxnId="{40602642-0108-4982-865B-F49082A5D146}">
      <dgm:prSet/>
      <dgm:spPr/>
      <dgm:t>
        <a:bodyPr/>
        <a:lstStyle/>
        <a:p>
          <a:endParaRPr lang="en-US"/>
        </a:p>
      </dgm:t>
    </dgm:pt>
    <dgm:pt modelId="{49F333AB-81C5-4474-945D-592F05B704BF}" type="sibTrans" cxnId="{40602642-0108-4982-865B-F49082A5D1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0D6B07B-8756-4106-8756-2B285E9FC3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Work packages: the smallest unit of work that a project can be broken down into.</a:t>
          </a:r>
          <a:endParaRPr lang="en-US"/>
        </a:p>
      </dgm:t>
    </dgm:pt>
    <dgm:pt modelId="{10CA9011-42FA-4964-A38F-82CC6B275F6B}" type="parTrans" cxnId="{067D4D42-3C9A-4471-AC60-A82D7FA276F2}">
      <dgm:prSet/>
      <dgm:spPr/>
      <dgm:t>
        <a:bodyPr/>
        <a:lstStyle/>
        <a:p>
          <a:endParaRPr lang="en-US"/>
        </a:p>
      </dgm:t>
    </dgm:pt>
    <dgm:pt modelId="{50F2CC3A-1389-43BB-8A81-E12A99C8669D}" type="sibTrans" cxnId="{067D4D42-3C9A-4471-AC60-A82D7FA276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717A47E-89A5-431F-A006-ABFF63A035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 WBS element may be a product, data, a service, or any combination. </a:t>
          </a:r>
          <a:endParaRPr lang="en-US"/>
        </a:p>
      </dgm:t>
    </dgm:pt>
    <dgm:pt modelId="{15B04FFD-F305-4193-A96F-9BB5716F03D2}" type="parTrans" cxnId="{7EC108DD-5CE1-456D-9F12-75A00759EB53}">
      <dgm:prSet/>
      <dgm:spPr/>
      <dgm:t>
        <a:bodyPr/>
        <a:lstStyle/>
        <a:p>
          <a:endParaRPr lang="en-US"/>
        </a:p>
      </dgm:t>
    </dgm:pt>
    <dgm:pt modelId="{79538D66-6973-4645-9A19-13CC1F2B2ADD}" type="sibTrans" cxnId="{7EC108DD-5CE1-456D-9F12-75A00759EB53}">
      <dgm:prSet/>
      <dgm:spPr/>
      <dgm:t>
        <a:bodyPr/>
        <a:lstStyle/>
        <a:p>
          <a:endParaRPr lang="en-US"/>
        </a:p>
      </dgm:t>
    </dgm:pt>
    <dgm:pt modelId="{3896404F-342E-463A-AA30-3A76DE7097D5}" type="pres">
      <dgm:prSet presAssocID="{DA9996DD-4538-4871-A449-EDFA66932B68}" presName="root" presStyleCnt="0">
        <dgm:presLayoutVars>
          <dgm:dir/>
          <dgm:resizeHandles val="exact"/>
        </dgm:presLayoutVars>
      </dgm:prSet>
      <dgm:spPr/>
    </dgm:pt>
    <dgm:pt modelId="{7655074A-321E-4B1A-AD3C-A1DA2B89697C}" type="pres">
      <dgm:prSet presAssocID="{DA9996DD-4538-4871-A449-EDFA66932B68}" presName="container" presStyleCnt="0">
        <dgm:presLayoutVars>
          <dgm:dir/>
          <dgm:resizeHandles val="exact"/>
        </dgm:presLayoutVars>
      </dgm:prSet>
      <dgm:spPr/>
    </dgm:pt>
    <dgm:pt modelId="{3E1ABFE8-7F77-4595-B4D1-4001C45F1FBB}" type="pres">
      <dgm:prSet presAssocID="{D7B9D0D3-F38E-4B04-9290-8F84B9E51E32}" presName="compNode" presStyleCnt="0"/>
      <dgm:spPr/>
    </dgm:pt>
    <dgm:pt modelId="{79A38204-7CAE-4B1C-8299-BAB86BE31255}" type="pres">
      <dgm:prSet presAssocID="{D7B9D0D3-F38E-4B04-9290-8F84B9E51E32}" presName="iconBgRect" presStyleLbl="bgShp" presStyleIdx="0" presStyleCnt="4"/>
      <dgm:spPr/>
    </dgm:pt>
    <dgm:pt modelId="{2AC9A117-66A4-4F0E-9589-EB322A74E3DE}" type="pres">
      <dgm:prSet presAssocID="{D7B9D0D3-F38E-4B04-9290-8F84B9E51E32}" presName="icon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8445FF0D-D2FE-45F4-8528-70E6C7CA1A4A}" type="pres">
      <dgm:prSet presAssocID="{D7B9D0D3-F38E-4B04-9290-8F84B9E51E32}" presName="spaceRect" presStyleCnt="0"/>
      <dgm:spPr/>
    </dgm:pt>
    <dgm:pt modelId="{5A49B7BE-14A8-4026-A42E-1001EEFB7497}" type="pres">
      <dgm:prSet presAssocID="{D7B9D0D3-F38E-4B04-9290-8F84B9E51E32}" presName="textRect" presStyleLbl="revTx" presStyleIdx="0" presStyleCnt="4">
        <dgm:presLayoutVars>
          <dgm:chMax val="1"/>
          <dgm:chPref val="1"/>
        </dgm:presLayoutVars>
      </dgm:prSet>
      <dgm:spPr/>
    </dgm:pt>
    <dgm:pt modelId="{54A2F603-A540-4B03-B528-83BF87337042}" type="pres">
      <dgm:prSet presAssocID="{8A71F62D-38DA-4656-B790-6ED93A738A12}" presName="sibTrans" presStyleLbl="sibTrans2D1" presStyleIdx="0" presStyleCnt="0"/>
      <dgm:spPr/>
    </dgm:pt>
    <dgm:pt modelId="{F11E6364-A783-4D5F-AB95-87D6EF916C43}" type="pres">
      <dgm:prSet presAssocID="{8FE84637-C96E-45E4-9044-1876092D6A49}" presName="compNode" presStyleCnt="0"/>
      <dgm:spPr/>
    </dgm:pt>
    <dgm:pt modelId="{E39F676F-C09E-470A-91BB-C8B3206DF08D}" type="pres">
      <dgm:prSet presAssocID="{8FE84637-C96E-45E4-9044-1876092D6A49}" presName="iconBgRect" presStyleLbl="bgShp" presStyleIdx="1" presStyleCnt="4"/>
      <dgm:spPr/>
    </dgm:pt>
    <dgm:pt modelId="{70E52BB9-510D-4789-8678-8DA835357CB9}" type="pres">
      <dgm:prSet presAssocID="{8FE84637-C96E-45E4-9044-1876092D6A49}" presName="iconRect" presStyleLbl="node1" presStyleIdx="1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5FA2BD71-6B82-4A51-82B5-BDF1EB1C23F6}" type="pres">
      <dgm:prSet presAssocID="{8FE84637-C96E-45E4-9044-1876092D6A49}" presName="spaceRect" presStyleCnt="0"/>
      <dgm:spPr/>
    </dgm:pt>
    <dgm:pt modelId="{07105CA4-211E-4406-80A5-6D23C4FD94C1}" type="pres">
      <dgm:prSet presAssocID="{8FE84637-C96E-45E4-9044-1876092D6A49}" presName="textRect" presStyleLbl="revTx" presStyleIdx="1" presStyleCnt="4">
        <dgm:presLayoutVars>
          <dgm:chMax val="1"/>
          <dgm:chPref val="1"/>
        </dgm:presLayoutVars>
      </dgm:prSet>
      <dgm:spPr/>
    </dgm:pt>
    <dgm:pt modelId="{949DDD63-9F34-4D80-B4EA-3C2C3EC1AFF9}" type="pres">
      <dgm:prSet presAssocID="{49F333AB-81C5-4474-945D-592F05B704BF}" presName="sibTrans" presStyleLbl="sibTrans2D1" presStyleIdx="0" presStyleCnt="0"/>
      <dgm:spPr/>
    </dgm:pt>
    <dgm:pt modelId="{9D054C84-11C0-43DD-B440-5DE27D39F2C2}" type="pres">
      <dgm:prSet presAssocID="{70D6B07B-8756-4106-8756-2B285E9FC344}" presName="compNode" presStyleCnt="0"/>
      <dgm:spPr/>
    </dgm:pt>
    <dgm:pt modelId="{769F74BF-19BF-4903-B80C-7124D8BD7D34}" type="pres">
      <dgm:prSet presAssocID="{70D6B07B-8756-4106-8756-2B285E9FC344}" presName="iconBgRect" presStyleLbl="bgShp" presStyleIdx="2" presStyleCnt="4"/>
      <dgm:spPr/>
    </dgm:pt>
    <dgm:pt modelId="{82FFAA0B-0F74-4D76-9662-657181C911D5}" type="pres">
      <dgm:prSet presAssocID="{70D6B07B-8756-4106-8756-2B285E9FC344}" presName="iconRect" presStyleLbl="node1" presStyleIdx="2" presStyleCnt="4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3565181-19A8-422C-8E6C-6E32A4D9097A}" type="pres">
      <dgm:prSet presAssocID="{70D6B07B-8756-4106-8756-2B285E9FC344}" presName="spaceRect" presStyleCnt="0"/>
      <dgm:spPr/>
    </dgm:pt>
    <dgm:pt modelId="{B19C675B-8A08-404F-91B8-4C83D9659B9B}" type="pres">
      <dgm:prSet presAssocID="{70D6B07B-8756-4106-8756-2B285E9FC344}" presName="textRect" presStyleLbl="revTx" presStyleIdx="2" presStyleCnt="4">
        <dgm:presLayoutVars>
          <dgm:chMax val="1"/>
          <dgm:chPref val="1"/>
        </dgm:presLayoutVars>
      </dgm:prSet>
      <dgm:spPr/>
    </dgm:pt>
    <dgm:pt modelId="{7225A32D-AB58-4357-8121-AF01B441AE4D}" type="pres">
      <dgm:prSet presAssocID="{50F2CC3A-1389-43BB-8A81-E12A99C8669D}" presName="sibTrans" presStyleLbl="sibTrans2D1" presStyleIdx="0" presStyleCnt="0"/>
      <dgm:spPr/>
    </dgm:pt>
    <dgm:pt modelId="{DEBECB34-4692-4B17-8BCB-897656EBA2A6}" type="pres">
      <dgm:prSet presAssocID="{9717A47E-89A5-431F-A006-ABFF63A0352E}" presName="compNode" presStyleCnt="0"/>
      <dgm:spPr/>
    </dgm:pt>
    <dgm:pt modelId="{E7172C7F-E3DA-4712-AA2B-F88C9A6410C8}" type="pres">
      <dgm:prSet presAssocID="{9717A47E-89A5-431F-A006-ABFF63A0352E}" presName="iconBgRect" presStyleLbl="bgShp" presStyleIdx="3" presStyleCnt="4"/>
      <dgm:spPr/>
    </dgm:pt>
    <dgm:pt modelId="{6EBD3DD6-F778-438A-B390-88CB16CC5B6F}" type="pres">
      <dgm:prSet presAssocID="{9717A47E-89A5-431F-A006-ABFF63A0352E}" presName="iconRect" presStyleLbl="node1" presStyleIdx="3" presStyleCnt="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2404F92-9A8B-47EF-9E62-68278F1A74C0}" type="pres">
      <dgm:prSet presAssocID="{9717A47E-89A5-431F-A006-ABFF63A0352E}" presName="spaceRect" presStyleCnt="0"/>
      <dgm:spPr/>
    </dgm:pt>
    <dgm:pt modelId="{424E2E66-E78F-41F5-93A8-838B2B73C2A2}" type="pres">
      <dgm:prSet presAssocID="{9717A47E-89A5-431F-A006-ABFF63A0352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413B813-EAC0-4195-89C0-B3E8F400B2C4}" type="presOf" srcId="{70D6B07B-8756-4106-8756-2B285E9FC344}" destId="{B19C675B-8A08-404F-91B8-4C83D9659B9B}" srcOrd="0" destOrd="0" presId="urn:microsoft.com/office/officeart/2018/2/layout/IconCircleList"/>
    <dgm:cxn modelId="{345A952A-6ADB-4047-8EFC-1A3490CFCB06}" type="presOf" srcId="{D7B9D0D3-F38E-4B04-9290-8F84B9E51E32}" destId="{5A49B7BE-14A8-4026-A42E-1001EEFB7497}" srcOrd="0" destOrd="0" presId="urn:microsoft.com/office/officeart/2018/2/layout/IconCircleList"/>
    <dgm:cxn modelId="{1AC4EB40-DD39-418E-8C3C-545C0EAE3511}" type="presOf" srcId="{49F333AB-81C5-4474-945D-592F05B704BF}" destId="{949DDD63-9F34-4D80-B4EA-3C2C3EC1AFF9}" srcOrd="0" destOrd="0" presId="urn:microsoft.com/office/officeart/2018/2/layout/IconCircleList"/>
    <dgm:cxn modelId="{40602642-0108-4982-865B-F49082A5D146}" srcId="{DA9996DD-4538-4871-A449-EDFA66932B68}" destId="{8FE84637-C96E-45E4-9044-1876092D6A49}" srcOrd="1" destOrd="0" parTransId="{107F97DE-E2F5-4745-BF4F-2A4AE49F38E2}" sibTransId="{49F333AB-81C5-4474-945D-592F05B704BF}"/>
    <dgm:cxn modelId="{067D4D42-3C9A-4471-AC60-A82D7FA276F2}" srcId="{DA9996DD-4538-4871-A449-EDFA66932B68}" destId="{70D6B07B-8756-4106-8756-2B285E9FC344}" srcOrd="2" destOrd="0" parTransId="{10CA9011-42FA-4964-A38F-82CC6B275F6B}" sibTransId="{50F2CC3A-1389-43BB-8A81-E12A99C8669D}"/>
    <dgm:cxn modelId="{29244375-44EA-414F-BABE-9894A68A69DD}" type="presOf" srcId="{8FE84637-C96E-45E4-9044-1876092D6A49}" destId="{07105CA4-211E-4406-80A5-6D23C4FD94C1}" srcOrd="0" destOrd="0" presId="urn:microsoft.com/office/officeart/2018/2/layout/IconCircleList"/>
    <dgm:cxn modelId="{45677578-8008-4CB9-9EDF-C2D98782898C}" srcId="{DA9996DD-4538-4871-A449-EDFA66932B68}" destId="{D7B9D0D3-F38E-4B04-9290-8F84B9E51E32}" srcOrd="0" destOrd="0" parTransId="{5F6512BF-9DE6-4C8C-9D26-38A4DE92BBF8}" sibTransId="{8A71F62D-38DA-4656-B790-6ED93A738A12}"/>
    <dgm:cxn modelId="{C99B6E9E-F304-4FE8-B6B5-6E0733D44776}" type="presOf" srcId="{8A71F62D-38DA-4656-B790-6ED93A738A12}" destId="{54A2F603-A540-4B03-B528-83BF87337042}" srcOrd="0" destOrd="0" presId="urn:microsoft.com/office/officeart/2018/2/layout/IconCircleList"/>
    <dgm:cxn modelId="{78DE60C6-971C-426D-86F9-03C39D0CCFFA}" type="presOf" srcId="{DA9996DD-4538-4871-A449-EDFA66932B68}" destId="{3896404F-342E-463A-AA30-3A76DE7097D5}" srcOrd="0" destOrd="0" presId="urn:microsoft.com/office/officeart/2018/2/layout/IconCircleList"/>
    <dgm:cxn modelId="{7EC108DD-5CE1-456D-9F12-75A00759EB53}" srcId="{DA9996DD-4538-4871-A449-EDFA66932B68}" destId="{9717A47E-89A5-431F-A006-ABFF63A0352E}" srcOrd="3" destOrd="0" parTransId="{15B04FFD-F305-4193-A96F-9BB5716F03D2}" sibTransId="{79538D66-6973-4645-9A19-13CC1F2B2ADD}"/>
    <dgm:cxn modelId="{E5CEB0F1-5FE6-4A29-8D6B-686E8DB0AA12}" type="presOf" srcId="{9717A47E-89A5-431F-A006-ABFF63A0352E}" destId="{424E2E66-E78F-41F5-93A8-838B2B73C2A2}" srcOrd="0" destOrd="0" presId="urn:microsoft.com/office/officeart/2018/2/layout/IconCircleList"/>
    <dgm:cxn modelId="{923468FC-5194-4470-9739-DDB02EC358ED}" type="presOf" srcId="{50F2CC3A-1389-43BB-8A81-E12A99C8669D}" destId="{7225A32D-AB58-4357-8121-AF01B441AE4D}" srcOrd="0" destOrd="0" presId="urn:microsoft.com/office/officeart/2018/2/layout/IconCircleList"/>
    <dgm:cxn modelId="{A4CA21FA-ECF6-4A2D-9E9C-E6CF524893E9}" type="presParOf" srcId="{3896404F-342E-463A-AA30-3A76DE7097D5}" destId="{7655074A-321E-4B1A-AD3C-A1DA2B89697C}" srcOrd="0" destOrd="0" presId="urn:microsoft.com/office/officeart/2018/2/layout/IconCircleList"/>
    <dgm:cxn modelId="{8289E6C9-F6CE-4649-B4CB-3F302A025C36}" type="presParOf" srcId="{7655074A-321E-4B1A-AD3C-A1DA2B89697C}" destId="{3E1ABFE8-7F77-4595-B4D1-4001C45F1FBB}" srcOrd="0" destOrd="0" presId="urn:microsoft.com/office/officeart/2018/2/layout/IconCircleList"/>
    <dgm:cxn modelId="{2F161EDD-EE0B-46F2-AEB9-B602B682982E}" type="presParOf" srcId="{3E1ABFE8-7F77-4595-B4D1-4001C45F1FBB}" destId="{79A38204-7CAE-4B1C-8299-BAB86BE31255}" srcOrd="0" destOrd="0" presId="urn:microsoft.com/office/officeart/2018/2/layout/IconCircleList"/>
    <dgm:cxn modelId="{16C4E486-7EFD-4087-B6E9-4EFB05001564}" type="presParOf" srcId="{3E1ABFE8-7F77-4595-B4D1-4001C45F1FBB}" destId="{2AC9A117-66A4-4F0E-9589-EB322A74E3DE}" srcOrd="1" destOrd="0" presId="urn:microsoft.com/office/officeart/2018/2/layout/IconCircleList"/>
    <dgm:cxn modelId="{12FBA1A7-BAB0-497A-AC61-B9548DCBE5B3}" type="presParOf" srcId="{3E1ABFE8-7F77-4595-B4D1-4001C45F1FBB}" destId="{8445FF0D-D2FE-45F4-8528-70E6C7CA1A4A}" srcOrd="2" destOrd="0" presId="urn:microsoft.com/office/officeart/2018/2/layout/IconCircleList"/>
    <dgm:cxn modelId="{050073B2-4C91-45E9-8BD9-6A56684F3503}" type="presParOf" srcId="{3E1ABFE8-7F77-4595-B4D1-4001C45F1FBB}" destId="{5A49B7BE-14A8-4026-A42E-1001EEFB7497}" srcOrd="3" destOrd="0" presId="urn:microsoft.com/office/officeart/2018/2/layout/IconCircleList"/>
    <dgm:cxn modelId="{02CDFBB0-C1C3-4C07-ADDE-C12F2C8D22C7}" type="presParOf" srcId="{7655074A-321E-4B1A-AD3C-A1DA2B89697C}" destId="{54A2F603-A540-4B03-B528-83BF87337042}" srcOrd="1" destOrd="0" presId="urn:microsoft.com/office/officeart/2018/2/layout/IconCircleList"/>
    <dgm:cxn modelId="{DE68C382-0FA6-444D-8596-C6D7791E92DE}" type="presParOf" srcId="{7655074A-321E-4B1A-AD3C-A1DA2B89697C}" destId="{F11E6364-A783-4D5F-AB95-87D6EF916C43}" srcOrd="2" destOrd="0" presId="urn:microsoft.com/office/officeart/2018/2/layout/IconCircleList"/>
    <dgm:cxn modelId="{73BC1C2A-2093-4852-A2FA-DA64ABC8DC1F}" type="presParOf" srcId="{F11E6364-A783-4D5F-AB95-87D6EF916C43}" destId="{E39F676F-C09E-470A-91BB-C8B3206DF08D}" srcOrd="0" destOrd="0" presId="urn:microsoft.com/office/officeart/2018/2/layout/IconCircleList"/>
    <dgm:cxn modelId="{6ABB59C9-E168-4A22-9E97-C7FC6758D0D7}" type="presParOf" srcId="{F11E6364-A783-4D5F-AB95-87D6EF916C43}" destId="{70E52BB9-510D-4789-8678-8DA835357CB9}" srcOrd="1" destOrd="0" presId="urn:microsoft.com/office/officeart/2018/2/layout/IconCircleList"/>
    <dgm:cxn modelId="{713019F6-4225-45A3-B226-22FCD953D8D2}" type="presParOf" srcId="{F11E6364-A783-4D5F-AB95-87D6EF916C43}" destId="{5FA2BD71-6B82-4A51-82B5-BDF1EB1C23F6}" srcOrd="2" destOrd="0" presId="urn:microsoft.com/office/officeart/2018/2/layout/IconCircleList"/>
    <dgm:cxn modelId="{474B5037-2F7E-4DA5-A057-5712C2E48933}" type="presParOf" srcId="{F11E6364-A783-4D5F-AB95-87D6EF916C43}" destId="{07105CA4-211E-4406-80A5-6D23C4FD94C1}" srcOrd="3" destOrd="0" presId="urn:microsoft.com/office/officeart/2018/2/layout/IconCircleList"/>
    <dgm:cxn modelId="{F436E133-2B68-4677-9BAA-6F70FC385256}" type="presParOf" srcId="{7655074A-321E-4B1A-AD3C-A1DA2B89697C}" destId="{949DDD63-9F34-4D80-B4EA-3C2C3EC1AFF9}" srcOrd="3" destOrd="0" presId="urn:microsoft.com/office/officeart/2018/2/layout/IconCircleList"/>
    <dgm:cxn modelId="{CFF151E8-0A5F-42DD-BEB6-E29B1B723A7F}" type="presParOf" srcId="{7655074A-321E-4B1A-AD3C-A1DA2B89697C}" destId="{9D054C84-11C0-43DD-B440-5DE27D39F2C2}" srcOrd="4" destOrd="0" presId="urn:microsoft.com/office/officeart/2018/2/layout/IconCircleList"/>
    <dgm:cxn modelId="{8C1A3F96-9770-43B0-A291-5821982BACC7}" type="presParOf" srcId="{9D054C84-11C0-43DD-B440-5DE27D39F2C2}" destId="{769F74BF-19BF-4903-B80C-7124D8BD7D34}" srcOrd="0" destOrd="0" presId="urn:microsoft.com/office/officeart/2018/2/layout/IconCircleList"/>
    <dgm:cxn modelId="{4D23E610-324D-43B1-AD0B-E97A3C6D2CB8}" type="presParOf" srcId="{9D054C84-11C0-43DD-B440-5DE27D39F2C2}" destId="{82FFAA0B-0F74-4D76-9662-657181C911D5}" srcOrd="1" destOrd="0" presId="urn:microsoft.com/office/officeart/2018/2/layout/IconCircleList"/>
    <dgm:cxn modelId="{089FCC2A-C109-4DA8-A7FC-6B4F0FC0FA7B}" type="presParOf" srcId="{9D054C84-11C0-43DD-B440-5DE27D39F2C2}" destId="{A3565181-19A8-422C-8E6C-6E32A4D9097A}" srcOrd="2" destOrd="0" presId="urn:microsoft.com/office/officeart/2018/2/layout/IconCircleList"/>
    <dgm:cxn modelId="{0D47FDFD-BB75-4EA3-AF95-4EAE40CCA7A7}" type="presParOf" srcId="{9D054C84-11C0-43DD-B440-5DE27D39F2C2}" destId="{B19C675B-8A08-404F-91B8-4C83D9659B9B}" srcOrd="3" destOrd="0" presId="urn:microsoft.com/office/officeart/2018/2/layout/IconCircleList"/>
    <dgm:cxn modelId="{0C7F7912-3F26-46A8-A006-3F7BEAF699B7}" type="presParOf" srcId="{7655074A-321E-4B1A-AD3C-A1DA2B89697C}" destId="{7225A32D-AB58-4357-8121-AF01B441AE4D}" srcOrd="5" destOrd="0" presId="urn:microsoft.com/office/officeart/2018/2/layout/IconCircleList"/>
    <dgm:cxn modelId="{46B79935-FB87-4944-87D2-FC8F0F46942A}" type="presParOf" srcId="{7655074A-321E-4B1A-AD3C-A1DA2B89697C}" destId="{DEBECB34-4692-4B17-8BCB-897656EBA2A6}" srcOrd="6" destOrd="0" presId="urn:microsoft.com/office/officeart/2018/2/layout/IconCircleList"/>
    <dgm:cxn modelId="{6E0C97D6-F7E0-4FE6-B1AA-D8B90FEC2D27}" type="presParOf" srcId="{DEBECB34-4692-4B17-8BCB-897656EBA2A6}" destId="{E7172C7F-E3DA-4712-AA2B-F88C9A6410C8}" srcOrd="0" destOrd="0" presId="urn:microsoft.com/office/officeart/2018/2/layout/IconCircleList"/>
    <dgm:cxn modelId="{96F1C56A-4FEC-427B-B008-6F42999B7E35}" type="presParOf" srcId="{DEBECB34-4692-4B17-8BCB-897656EBA2A6}" destId="{6EBD3DD6-F778-438A-B390-88CB16CC5B6F}" srcOrd="1" destOrd="0" presId="urn:microsoft.com/office/officeart/2018/2/layout/IconCircleList"/>
    <dgm:cxn modelId="{9C194458-0A83-4D6F-BE03-CE19A93FD8E6}" type="presParOf" srcId="{DEBECB34-4692-4B17-8BCB-897656EBA2A6}" destId="{42404F92-9A8B-47EF-9E62-68278F1A74C0}" srcOrd="2" destOrd="0" presId="urn:microsoft.com/office/officeart/2018/2/layout/IconCircleList"/>
    <dgm:cxn modelId="{F24D44CF-BA27-4D9D-896C-95ECC0C38FB5}" type="presParOf" srcId="{DEBECB34-4692-4B17-8BCB-897656EBA2A6}" destId="{424E2E66-E78F-41F5-93A8-838B2B73C2A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E97830-EB38-484C-8336-CB817E01C8D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1B66BE-E169-4BCF-B463-530190C077B9}">
      <dgm:prSet/>
      <dgm:spPr/>
      <dgm:t>
        <a:bodyPr/>
        <a:lstStyle/>
        <a:p>
          <a:r>
            <a:rPr lang="en-US" b="1" dirty="0"/>
            <a:t>Done by project managers mostly</a:t>
          </a:r>
          <a:endParaRPr lang="en-US" dirty="0"/>
        </a:p>
      </dgm:t>
    </dgm:pt>
    <dgm:pt modelId="{D9386A2E-549C-411A-A6D8-953C892CE0C9}" type="parTrans" cxnId="{CBEA2526-9E2A-4447-B3BA-8D7FCE7E234F}">
      <dgm:prSet/>
      <dgm:spPr/>
      <dgm:t>
        <a:bodyPr/>
        <a:lstStyle/>
        <a:p>
          <a:endParaRPr lang="en-US"/>
        </a:p>
      </dgm:t>
    </dgm:pt>
    <dgm:pt modelId="{49A795F3-140A-4D41-8CF3-9F8FCA2BC2E2}" type="sibTrans" cxnId="{CBEA2526-9E2A-4447-B3BA-8D7FCE7E234F}">
      <dgm:prSet/>
      <dgm:spPr/>
      <dgm:t>
        <a:bodyPr/>
        <a:lstStyle/>
        <a:p>
          <a:endParaRPr lang="en-US"/>
        </a:p>
      </dgm:t>
    </dgm:pt>
    <dgm:pt modelId="{068806B1-80DF-4956-A15A-30D649E92A1D}">
      <dgm:prSet/>
      <dgm:spPr/>
      <dgm:t>
        <a:bodyPr/>
        <a:lstStyle/>
        <a:p>
          <a:r>
            <a:rPr lang="en-US" b="1" dirty="0"/>
            <a:t>describe the project statement</a:t>
          </a:r>
          <a:endParaRPr lang="en-US" dirty="0"/>
        </a:p>
      </dgm:t>
    </dgm:pt>
    <dgm:pt modelId="{D25AD215-C926-479E-AFB2-A68F57FCBA3C}" type="parTrans" cxnId="{F88A2DD2-9670-4182-8A92-4C42F117DD9B}">
      <dgm:prSet/>
      <dgm:spPr/>
      <dgm:t>
        <a:bodyPr/>
        <a:lstStyle/>
        <a:p>
          <a:endParaRPr lang="en-US"/>
        </a:p>
      </dgm:t>
    </dgm:pt>
    <dgm:pt modelId="{21C3DCC3-23C7-4778-80C4-F6079723F6AA}" type="sibTrans" cxnId="{F88A2DD2-9670-4182-8A92-4C42F117DD9B}">
      <dgm:prSet/>
      <dgm:spPr/>
      <dgm:t>
        <a:bodyPr/>
        <a:lstStyle/>
        <a:p>
          <a:endParaRPr lang="en-US"/>
        </a:p>
      </dgm:t>
    </dgm:pt>
    <dgm:pt modelId="{208C339E-7F61-4CE1-BF19-35DADB860B50}">
      <dgm:prSet/>
      <dgm:spPr/>
      <dgm:t>
        <a:bodyPr/>
        <a:lstStyle/>
        <a:p>
          <a:r>
            <a:rPr lang="en-US" b="1" dirty="0"/>
            <a:t>Highlight all necessary phases in the project</a:t>
          </a:r>
          <a:endParaRPr lang="en-US" dirty="0"/>
        </a:p>
      </dgm:t>
    </dgm:pt>
    <dgm:pt modelId="{9D2EF9FD-45DD-4909-90EF-012B146EBF3F}" type="parTrans" cxnId="{765AD708-88CA-4959-AE7D-6F6138073433}">
      <dgm:prSet/>
      <dgm:spPr/>
      <dgm:t>
        <a:bodyPr/>
        <a:lstStyle/>
        <a:p>
          <a:endParaRPr lang="en-US"/>
        </a:p>
      </dgm:t>
    </dgm:pt>
    <dgm:pt modelId="{70C9516E-4E01-424E-B2AD-889D384E3D62}" type="sibTrans" cxnId="{765AD708-88CA-4959-AE7D-6F6138073433}">
      <dgm:prSet/>
      <dgm:spPr/>
      <dgm:t>
        <a:bodyPr/>
        <a:lstStyle/>
        <a:p>
          <a:endParaRPr lang="en-US"/>
        </a:p>
      </dgm:t>
    </dgm:pt>
    <dgm:pt modelId="{2767464F-8F2F-422B-A1A8-48E733FA8C9A}">
      <dgm:prSet/>
      <dgm:spPr/>
      <dgm:t>
        <a:bodyPr/>
        <a:lstStyle/>
        <a:p>
          <a:r>
            <a:rPr lang="en-US" b="1" dirty="0"/>
            <a:t>Create deliverables</a:t>
          </a:r>
          <a:endParaRPr lang="en-US" dirty="0"/>
        </a:p>
      </dgm:t>
    </dgm:pt>
    <dgm:pt modelId="{AFAD8B43-5A07-497B-8CCC-836F3880E3AA}" type="parTrans" cxnId="{A62E1E7C-C109-44D6-9389-2BB7DF34B4C9}">
      <dgm:prSet/>
      <dgm:spPr/>
      <dgm:t>
        <a:bodyPr/>
        <a:lstStyle/>
        <a:p>
          <a:endParaRPr lang="en-US"/>
        </a:p>
      </dgm:t>
    </dgm:pt>
    <dgm:pt modelId="{5D725287-30AE-495A-A380-747BA8E0D844}" type="sibTrans" cxnId="{A62E1E7C-C109-44D6-9389-2BB7DF34B4C9}">
      <dgm:prSet/>
      <dgm:spPr/>
      <dgm:t>
        <a:bodyPr/>
        <a:lstStyle/>
        <a:p>
          <a:endParaRPr lang="en-US"/>
        </a:p>
      </dgm:t>
    </dgm:pt>
    <dgm:pt modelId="{A0473074-16B8-4895-B877-25AE6D8B0217}">
      <dgm:prSet/>
      <dgm:spPr/>
      <dgm:t>
        <a:bodyPr/>
        <a:lstStyle/>
        <a:p>
          <a:r>
            <a:rPr lang="en-US" dirty="0"/>
            <a:t>Validate for completeness</a:t>
          </a:r>
        </a:p>
      </dgm:t>
    </dgm:pt>
    <dgm:pt modelId="{F793E93A-602D-476E-8CAB-207C0174FC0D}" type="parTrans" cxnId="{6FFFC2E7-CE90-4908-8CD5-DE7C68A6B35D}">
      <dgm:prSet/>
      <dgm:spPr/>
      <dgm:t>
        <a:bodyPr/>
        <a:lstStyle/>
        <a:p>
          <a:endParaRPr lang="en-US"/>
        </a:p>
      </dgm:t>
    </dgm:pt>
    <dgm:pt modelId="{3DDFA3AA-DE95-4CFC-8104-C39CA78D6DB9}" type="sibTrans" cxnId="{6FFFC2E7-CE90-4908-8CD5-DE7C68A6B35D}">
      <dgm:prSet/>
      <dgm:spPr/>
      <dgm:t>
        <a:bodyPr/>
        <a:lstStyle/>
        <a:p>
          <a:endParaRPr lang="en-US"/>
        </a:p>
      </dgm:t>
    </dgm:pt>
    <dgm:pt modelId="{828DFC3A-BE35-40D1-8245-46353022423E}" type="pres">
      <dgm:prSet presAssocID="{21E97830-EB38-484C-8336-CB817E01C8D1}" presName="vert0" presStyleCnt="0">
        <dgm:presLayoutVars>
          <dgm:dir/>
          <dgm:animOne val="branch"/>
          <dgm:animLvl val="lvl"/>
        </dgm:presLayoutVars>
      </dgm:prSet>
      <dgm:spPr/>
    </dgm:pt>
    <dgm:pt modelId="{7844ACD1-E54B-49E8-A599-2091AF7AD45E}" type="pres">
      <dgm:prSet presAssocID="{CA1B66BE-E169-4BCF-B463-530190C077B9}" presName="thickLine" presStyleLbl="alignNode1" presStyleIdx="0" presStyleCnt="5"/>
      <dgm:spPr/>
    </dgm:pt>
    <dgm:pt modelId="{18B98372-8675-43F3-82D2-43CA164B1D3B}" type="pres">
      <dgm:prSet presAssocID="{CA1B66BE-E169-4BCF-B463-530190C077B9}" presName="horz1" presStyleCnt="0"/>
      <dgm:spPr/>
    </dgm:pt>
    <dgm:pt modelId="{8DEFB96B-B6CE-4DC5-8C99-E8868B07B7BB}" type="pres">
      <dgm:prSet presAssocID="{CA1B66BE-E169-4BCF-B463-530190C077B9}" presName="tx1" presStyleLbl="revTx" presStyleIdx="0" presStyleCnt="5"/>
      <dgm:spPr/>
    </dgm:pt>
    <dgm:pt modelId="{8B9CAA39-1CDC-4CB8-A9AB-306228E968E8}" type="pres">
      <dgm:prSet presAssocID="{CA1B66BE-E169-4BCF-B463-530190C077B9}" presName="vert1" presStyleCnt="0"/>
      <dgm:spPr/>
    </dgm:pt>
    <dgm:pt modelId="{0F1723A2-D952-4919-9B85-5E2BA8487300}" type="pres">
      <dgm:prSet presAssocID="{068806B1-80DF-4956-A15A-30D649E92A1D}" presName="thickLine" presStyleLbl="alignNode1" presStyleIdx="1" presStyleCnt="5"/>
      <dgm:spPr/>
    </dgm:pt>
    <dgm:pt modelId="{1FD30788-7ECB-4D0D-AFE2-2BFA1705B515}" type="pres">
      <dgm:prSet presAssocID="{068806B1-80DF-4956-A15A-30D649E92A1D}" presName="horz1" presStyleCnt="0"/>
      <dgm:spPr/>
    </dgm:pt>
    <dgm:pt modelId="{6CA7EAA4-88BC-4FDE-94CD-030F04E2B174}" type="pres">
      <dgm:prSet presAssocID="{068806B1-80DF-4956-A15A-30D649E92A1D}" presName="tx1" presStyleLbl="revTx" presStyleIdx="1" presStyleCnt="5"/>
      <dgm:spPr/>
    </dgm:pt>
    <dgm:pt modelId="{07276A79-CC24-408D-8F15-F7E99432E56E}" type="pres">
      <dgm:prSet presAssocID="{068806B1-80DF-4956-A15A-30D649E92A1D}" presName="vert1" presStyleCnt="0"/>
      <dgm:spPr/>
    </dgm:pt>
    <dgm:pt modelId="{B66D3375-3549-44F7-B785-70D7EB3CEC30}" type="pres">
      <dgm:prSet presAssocID="{208C339E-7F61-4CE1-BF19-35DADB860B50}" presName="thickLine" presStyleLbl="alignNode1" presStyleIdx="2" presStyleCnt="5"/>
      <dgm:spPr/>
    </dgm:pt>
    <dgm:pt modelId="{9771F727-88E7-408A-B33F-ED8D859F0B7A}" type="pres">
      <dgm:prSet presAssocID="{208C339E-7F61-4CE1-BF19-35DADB860B50}" presName="horz1" presStyleCnt="0"/>
      <dgm:spPr/>
    </dgm:pt>
    <dgm:pt modelId="{41A58521-E7D9-453F-BA54-B12D738D4318}" type="pres">
      <dgm:prSet presAssocID="{208C339E-7F61-4CE1-BF19-35DADB860B50}" presName="tx1" presStyleLbl="revTx" presStyleIdx="2" presStyleCnt="5"/>
      <dgm:spPr/>
    </dgm:pt>
    <dgm:pt modelId="{D18B0098-4D7E-469A-9B80-07C5B53B40A3}" type="pres">
      <dgm:prSet presAssocID="{208C339E-7F61-4CE1-BF19-35DADB860B50}" presName="vert1" presStyleCnt="0"/>
      <dgm:spPr/>
    </dgm:pt>
    <dgm:pt modelId="{D078D658-5CE4-4DDB-ABBE-A2037EA9DD9C}" type="pres">
      <dgm:prSet presAssocID="{2767464F-8F2F-422B-A1A8-48E733FA8C9A}" presName="thickLine" presStyleLbl="alignNode1" presStyleIdx="3" presStyleCnt="5"/>
      <dgm:spPr/>
    </dgm:pt>
    <dgm:pt modelId="{7298417A-781B-49DD-9A2F-A03C1EED8DFA}" type="pres">
      <dgm:prSet presAssocID="{2767464F-8F2F-422B-A1A8-48E733FA8C9A}" presName="horz1" presStyleCnt="0"/>
      <dgm:spPr/>
    </dgm:pt>
    <dgm:pt modelId="{8231DE66-DD3D-4322-8851-D54CFC1CCF61}" type="pres">
      <dgm:prSet presAssocID="{2767464F-8F2F-422B-A1A8-48E733FA8C9A}" presName="tx1" presStyleLbl="revTx" presStyleIdx="3" presStyleCnt="5"/>
      <dgm:spPr/>
    </dgm:pt>
    <dgm:pt modelId="{E51F3738-EF3F-4D17-8697-017D32B23BA4}" type="pres">
      <dgm:prSet presAssocID="{2767464F-8F2F-422B-A1A8-48E733FA8C9A}" presName="vert1" presStyleCnt="0"/>
      <dgm:spPr/>
    </dgm:pt>
    <dgm:pt modelId="{35BB1924-C17F-4B16-B1EE-54939683A790}" type="pres">
      <dgm:prSet presAssocID="{A0473074-16B8-4895-B877-25AE6D8B0217}" presName="thickLine" presStyleLbl="alignNode1" presStyleIdx="4" presStyleCnt="5"/>
      <dgm:spPr/>
    </dgm:pt>
    <dgm:pt modelId="{DE0255AA-34CC-4E8A-8357-F4C2DCE7AE54}" type="pres">
      <dgm:prSet presAssocID="{A0473074-16B8-4895-B877-25AE6D8B0217}" presName="horz1" presStyleCnt="0"/>
      <dgm:spPr/>
    </dgm:pt>
    <dgm:pt modelId="{810C6D4A-CC5B-4A3D-9E6B-46A9003FE0FC}" type="pres">
      <dgm:prSet presAssocID="{A0473074-16B8-4895-B877-25AE6D8B0217}" presName="tx1" presStyleLbl="revTx" presStyleIdx="4" presStyleCnt="5"/>
      <dgm:spPr/>
    </dgm:pt>
    <dgm:pt modelId="{CD9D8E3E-6622-48F4-80E1-14403970559F}" type="pres">
      <dgm:prSet presAssocID="{A0473074-16B8-4895-B877-25AE6D8B0217}" presName="vert1" presStyleCnt="0"/>
      <dgm:spPr/>
    </dgm:pt>
  </dgm:ptLst>
  <dgm:cxnLst>
    <dgm:cxn modelId="{C311B601-C915-42DB-B4FA-7395CBE7CF02}" type="presOf" srcId="{A0473074-16B8-4895-B877-25AE6D8B0217}" destId="{810C6D4A-CC5B-4A3D-9E6B-46A9003FE0FC}" srcOrd="0" destOrd="0" presId="urn:microsoft.com/office/officeart/2008/layout/LinedList"/>
    <dgm:cxn modelId="{765AD708-88CA-4959-AE7D-6F6138073433}" srcId="{21E97830-EB38-484C-8336-CB817E01C8D1}" destId="{208C339E-7F61-4CE1-BF19-35DADB860B50}" srcOrd="2" destOrd="0" parTransId="{9D2EF9FD-45DD-4909-90EF-012B146EBF3F}" sibTransId="{70C9516E-4E01-424E-B2AD-889D384E3D62}"/>
    <dgm:cxn modelId="{D8F50B1B-DEE8-49FB-9485-938A70D308CD}" type="presOf" srcId="{2767464F-8F2F-422B-A1A8-48E733FA8C9A}" destId="{8231DE66-DD3D-4322-8851-D54CFC1CCF61}" srcOrd="0" destOrd="0" presId="urn:microsoft.com/office/officeart/2008/layout/LinedList"/>
    <dgm:cxn modelId="{CBEA2526-9E2A-4447-B3BA-8D7FCE7E234F}" srcId="{21E97830-EB38-484C-8336-CB817E01C8D1}" destId="{CA1B66BE-E169-4BCF-B463-530190C077B9}" srcOrd="0" destOrd="0" parTransId="{D9386A2E-549C-411A-A6D8-953C892CE0C9}" sibTransId="{49A795F3-140A-4D41-8CF3-9F8FCA2BC2E2}"/>
    <dgm:cxn modelId="{A8476C38-406A-416A-828B-89974E8201F2}" type="presOf" srcId="{068806B1-80DF-4956-A15A-30D649E92A1D}" destId="{6CA7EAA4-88BC-4FDE-94CD-030F04E2B174}" srcOrd="0" destOrd="0" presId="urn:microsoft.com/office/officeart/2008/layout/LinedList"/>
    <dgm:cxn modelId="{F0443852-C3CA-44AE-A438-230D67EB4200}" type="presOf" srcId="{208C339E-7F61-4CE1-BF19-35DADB860B50}" destId="{41A58521-E7D9-453F-BA54-B12D738D4318}" srcOrd="0" destOrd="0" presId="urn:microsoft.com/office/officeart/2008/layout/LinedList"/>
    <dgm:cxn modelId="{A62E1E7C-C109-44D6-9389-2BB7DF34B4C9}" srcId="{21E97830-EB38-484C-8336-CB817E01C8D1}" destId="{2767464F-8F2F-422B-A1A8-48E733FA8C9A}" srcOrd="3" destOrd="0" parTransId="{AFAD8B43-5A07-497B-8CCC-836F3880E3AA}" sibTransId="{5D725287-30AE-495A-A380-747BA8E0D844}"/>
    <dgm:cxn modelId="{91069B95-CD3F-4BE0-A660-28C732C3BDBD}" type="presOf" srcId="{CA1B66BE-E169-4BCF-B463-530190C077B9}" destId="{8DEFB96B-B6CE-4DC5-8C99-E8868B07B7BB}" srcOrd="0" destOrd="0" presId="urn:microsoft.com/office/officeart/2008/layout/LinedList"/>
    <dgm:cxn modelId="{F88A2DD2-9670-4182-8A92-4C42F117DD9B}" srcId="{21E97830-EB38-484C-8336-CB817E01C8D1}" destId="{068806B1-80DF-4956-A15A-30D649E92A1D}" srcOrd="1" destOrd="0" parTransId="{D25AD215-C926-479E-AFB2-A68F57FCBA3C}" sibTransId="{21C3DCC3-23C7-4778-80C4-F6079723F6AA}"/>
    <dgm:cxn modelId="{6FFFC2E7-CE90-4908-8CD5-DE7C68A6B35D}" srcId="{21E97830-EB38-484C-8336-CB817E01C8D1}" destId="{A0473074-16B8-4895-B877-25AE6D8B0217}" srcOrd="4" destOrd="0" parTransId="{F793E93A-602D-476E-8CAB-207C0174FC0D}" sibTransId="{3DDFA3AA-DE95-4CFC-8104-C39CA78D6DB9}"/>
    <dgm:cxn modelId="{06F636EE-2DE7-4888-B60A-234009CE559E}" type="presOf" srcId="{21E97830-EB38-484C-8336-CB817E01C8D1}" destId="{828DFC3A-BE35-40D1-8245-46353022423E}" srcOrd="0" destOrd="0" presId="urn:microsoft.com/office/officeart/2008/layout/LinedList"/>
    <dgm:cxn modelId="{3314B974-9057-4153-BD43-CE360856AAB3}" type="presParOf" srcId="{828DFC3A-BE35-40D1-8245-46353022423E}" destId="{7844ACD1-E54B-49E8-A599-2091AF7AD45E}" srcOrd="0" destOrd="0" presId="urn:microsoft.com/office/officeart/2008/layout/LinedList"/>
    <dgm:cxn modelId="{77FD7F78-7143-4B68-9866-F77ECAF21EBE}" type="presParOf" srcId="{828DFC3A-BE35-40D1-8245-46353022423E}" destId="{18B98372-8675-43F3-82D2-43CA164B1D3B}" srcOrd="1" destOrd="0" presId="urn:microsoft.com/office/officeart/2008/layout/LinedList"/>
    <dgm:cxn modelId="{E5F431F3-B503-4261-8186-4D59BFF9B465}" type="presParOf" srcId="{18B98372-8675-43F3-82D2-43CA164B1D3B}" destId="{8DEFB96B-B6CE-4DC5-8C99-E8868B07B7BB}" srcOrd="0" destOrd="0" presId="urn:microsoft.com/office/officeart/2008/layout/LinedList"/>
    <dgm:cxn modelId="{25FA082D-091E-43D9-BF7A-72790A81F6DE}" type="presParOf" srcId="{18B98372-8675-43F3-82D2-43CA164B1D3B}" destId="{8B9CAA39-1CDC-4CB8-A9AB-306228E968E8}" srcOrd="1" destOrd="0" presId="urn:microsoft.com/office/officeart/2008/layout/LinedList"/>
    <dgm:cxn modelId="{AC531AFA-57D5-4EF3-A63D-53159FBBEC1F}" type="presParOf" srcId="{828DFC3A-BE35-40D1-8245-46353022423E}" destId="{0F1723A2-D952-4919-9B85-5E2BA8487300}" srcOrd="2" destOrd="0" presId="urn:microsoft.com/office/officeart/2008/layout/LinedList"/>
    <dgm:cxn modelId="{151DF00F-7F56-42B7-9334-66AF97DF3943}" type="presParOf" srcId="{828DFC3A-BE35-40D1-8245-46353022423E}" destId="{1FD30788-7ECB-4D0D-AFE2-2BFA1705B515}" srcOrd="3" destOrd="0" presId="urn:microsoft.com/office/officeart/2008/layout/LinedList"/>
    <dgm:cxn modelId="{7EBB4F5C-4E35-4D71-BCC3-31D427550F74}" type="presParOf" srcId="{1FD30788-7ECB-4D0D-AFE2-2BFA1705B515}" destId="{6CA7EAA4-88BC-4FDE-94CD-030F04E2B174}" srcOrd="0" destOrd="0" presId="urn:microsoft.com/office/officeart/2008/layout/LinedList"/>
    <dgm:cxn modelId="{205E6DD8-9293-4CDB-8C51-536CC51E2388}" type="presParOf" srcId="{1FD30788-7ECB-4D0D-AFE2-2BFA1705B515}" destId="{07276A79-CC24-408D-8F15-F7E99432E56E}" srcOrd="1" destOrd="0" presId="urn:microsoft.com/office/officeart/2008/layout/LinedList"/>
    <dgm:cxn modelId="{35D595B9-A0DD-4C7F-8D53-F0360A9F0BB0}" type="presParOf" srcId="{828DFC3A-BE35-40D1-8245-46353022423E}" destId="{B66D3375-3549-44F7-B785-70D7EB3CEC30}" srcOrd="4" destOrd="0" presId="urn:microsoft.com/office/officeart/2008/layout/LinedList"/>
    <dgm:cxn modelId="{3A7EC6E7-48FD-41AC-A615-BF5684864517}" type="presParOf" srcId="{828DFC3A-BE35-40D1-8245-46353022423E}" destId="{9771F727-88E7-408A-B33F-ED8D859F0B7A}" srcOrd="5" destOrd="0" presId="urn:microsoft.com/office/officeart/2008/layout/LinedList"/>
    <dgm:cxn modelId="{36E430D7-BF20-4E3D-804C-050356ED2A41}" type="presParOf" srcId="{9771F727-88E7-408A-B33F-ED8D859F0B7A}" destId="{41A58521-E7D9-453F-BA54-B12D738D4318}" srcOrd="0" destOrd="0" presId="urn:microsoft.com/office/officeart/2008/layout/LinedList"/>
    <dgm:cxn modelId="{7541CE32-5CEA-4479-BF9D-F1F18AEF052A}" type="presParOf" srcId="{9771F727-88E7-408A-B33F-ED8D859F0B7A}" destId="{D18B0098-4D7E-469A-9B80-07C5B53B40A3}" srcOrd="1" destOrd="0" presId="urn:microsoft.com/office/officeart/2008/layout/LinedList"/>
    <dgm:cxn modelId="{2FCFA1A6-A38F-4D42-B9A7-CB30BAEB90A5}" type="presParOf" srcId="{828DFC3A-BE35-40D1-8245-46353022423E}" destId="{D078D658-5CE4-4DDB-ABBE-A2037EA9DD9C}" srcOrd="6" destOrd="0" presId="urn:microsoft.com/office/officeart/2008/layout/LinedList"/>
    <dgm:cxn modelId="{C1137282-9723-4C26-A0BF-35AF362F030E}" type="presParOf" srcId="{828DFC3A-BE35-40D1-8245-46353022423E}" destId="{7298417A-781B-49DD-9A2F-A03C1EED8DFA}" srcOrd="7" destOrd="0" presId="urn:microsoft.com/office/officeart/2008/layout/LinedList"/>
    <dgm:cxn modelId="{E63B0E6C-F074-4105-897B-629579A2B8E0}" type="presParOf" srcId="{7298417A-781B-49DD-9A2F-A03C1EED8DFA}" destId="{8231DE66-DD3D-4322-8851-D54CFC1CCF61}" srcOrd="0" destOrd="0" presId="urn:microsoft.com/office/officeart/2008/layout/LinedList"/>
    <dgm:cxn modelId="{EA3C61A4-810C-480A-9CC1-3BF983367FBC}" type="presParOf" srcId="{7298417A-781B-49DD-9A2F-A03C1EED8DFA}" destId="{E51F3738-EF3F-4D17-8697-017D32B23BA4}" srcOrd="1" destOrd="0" presId="urn:microsoft.com/office/officeart/2008/layout/LinedList"/>
    <dgm:cxn modelId="{E7D82E1A-E728-4B7D-8E3A-7403D51E2AF8}" type="presParOf" srcId="{828DFC3A-BE35-40D1-8245-46353022423E}" destId="{35BB1924-C17F-4B16-B1EE-54939683A790}" srcOrd="8" destOrd="0" presId="urn:microsoft.com/office/officeart/2008/layout/LinedList"/>
    <dgm:cxn modelId="{6A310D3B-597B-4579-AF55-B36F8A9D5876}" type="presParOf" srcId="{828DFC3A-BE35-40D1-8245-46353022423E}" destId="{DE0255AA-34CC-4E8A-8357-F4C2DCE7AE54}" srcOrd="9" destOrd="0" presId="urn:microsoft.com/office/officeart/2008/layout/LinedList"/>
    <dgm:cxn modelId="{44307B0C-FBC4-4734-98C8-97BDCDE74840}" type="presParOf" srcId="{DE0255AA-34CC-4E8A-8357-F4C2DCE7AE54}" destId="{810C6D4A-CC5B-4A3D-9E6B-46A9003FE0FC}" srcOrd="0" destOrd="0" presId="urn:microsoft.com/office/officeart/2008/layout/LinedList"/>
    <dgm:cxn modelId="{C7CA36C9-927E-4406-8039-2D999A751119}" type="presParOf" srcId="{DE0255AA-34CC-4E8A-8357-F4C2DCE7AE54}" destId="{CD9D8E3E-6622-48F4-80E1-1440397055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09B65F-3545-4188-8D58-3FC8643C55D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E89A27-CA78-4BCE-9F16-E141942C436D}">
      <dgm:prSet/>
      <dgm:spPr/>
      <dgm:t>
        <a:bodyPr/>
        <a:lstStyle/>
        <a:p>
          <a:r>
            <a:rPr lang="en-GB" dirty="0"/>
            <a:t>correct project organization.</a:t>
          </a:r>
          <a:endParaRPr lang="en-US" dirty="0"/>
        </a:p>
      </dgm:t>
    </dgm:pt>
    <dgm:pt modelId="{7363837C-A630-4CF3-8267-ABF4DAC7C221}" type="parTrans" cxnId="{5934736E-1179-4407-9F14-16EA628CB31E}">
      <dgm:prSet/>
      <dgm:spPr/>
      <dgm:t>
        <a:bodyPr/>
        <a:lstStyle/>
        <a:p>
          <a:endParaRPr lang="en-US"/>
        </a:p>
      </dgm:t>
    </dgm:pt>
    <dgm:pt modelId="{42B70AFD-131F-474F-B811-E77245A42D5D}" type="sibTrans" cxnId="{5934736E-1179-4407-9F14-16EA628CB31E}">
      <dgm:prSet/>
      <dgm:spPr/>
      <dgm:t>
        <a:bodyPr/>
        <a:lstStyle/>
        <a:p>
          <a:endParaRPr lang="en-US"/>
        </a:p>
      </dgm:t>
    </dgm:pt>
    <dgm:pt modelId="{4C2E184A-2610-4E44-ABF0-36557B483957}">
      <dgm:prSet/>
      <dgm:spPr/>
      <dgm:t>
        <a:bodyPr/>
        <a:lstStyle/>
        <a:p>
          <a:r>
            <a:rPr lang="en-GB" dirty="0"/>
            <a:t>depicts whole project work.</a:t>
          </a:r>
          <a:endParaRPr lang="en-US" dirty="0"/>
        </a:p>
      </dgm:t>
    </dgm:pt>
    <dgm:pt modelId="{E8C08206-088E-4E93-9546-F6912044CCE3}" type="parTrans" cxnId="{679C9A43-2792-47C0-8413-037668D5F43E}">
      <dgm:prSet/>
      <dgm:spPr/>
      <dgm:t>
        <a:bodyPr/>
        <a:lstStyle/>
        <a:p>
          <a:endParaRPr lang="en-US"/>
        </a:p>
      </dgm:t>
    </dgm:pt>
    <dgm:pt modelId="{59E3A79D-1190-4CE0-9C39-A3A99CC4CA43}" type="sibTrans" cxnId="{679C9A43-2792-47C0-8413-037668D5F43E}">
      <dgm:prSet/>
      <dgm:spPr/>
      <dgm:t>
        <a:bodyPr/>
        <a:lstStyle/>
        <a:p>
          <a:endParaRPr lang="en-US"/>
        </a:p>
      </dgm:t>
    </dgm:pt>
    <dgm:pt modelId="{7E519320-3627-499C-9870-D523C88784C9}">
      <dgm:prSet/>
      <dgm:spPr/>
      <dgm:t>
        <a:bodyPr/>
        <a:lstStyle/>
        <a:p>
          <a:r>
            <a:rPr lang="en-GB" dirty="0"/>
            <a:t>Helpful for describing the project scope to stakeholders.</a:t>
          </a:r>
          <a:endParaRPr lang="en-US" dirty="0"/>
        </a:p>
      </dgm:t>
    </dgm:pt>
    <dgm:pt modelId="{F3BF50DC-9430-43B5-9046-DCAA5FFA7B5E}" type="parTrans" cxnId="{DD0D93B2-E8B6-41F8-BA87-9AFF2FE46547}">
      <dgm:prSet/>
      <dgm:spPr/>
      <dgm:t>
        <a:bodyPr/>
        <a:lstStyle/>
        <a:p>
          <a:endParaRPr lang="en-US"/>
        </a:p>
      </dgm:t>
    </dgm:pt>
    <dgm:pt modelId="{55D1E46A-EF53-4451-BDC6-CE19F4B98740}" type="sibTrans" cxnId="{DD0D93B2-E8B6-41F8-BA87-9AFF2FE46547}">
      <dgm:prSet/>
      <dgm:spPr/>
      <dgm:t>
        <a:bodyPr/>
        <a:lstStyle/>
        <a:p>
          <a:endParaRPr lang="en-US"/>
        </a:p>
      </dgm:t>
    </dgm:pt>
    <dgm:pt modelId="{0033FF22-22A7-4B0D-B46B-C74B47F6652C}">
      <dgm:prSet/>
      <dgm:spPr/>
      <dgm:t>
        <a:bodyPr/>
        <a:lstStyle/>
        <a:p>
          <a:r>
            <a:rPr lang="en-US" dirty="0"/>
            <a:t>Helpful in cost estimation, resource allocation, and time management improvements.</a:t>
          </a:r>
        </a:p>
      </dgm:t>
    </dgm:pt>
    <dgm:pt modelId="{124C84B9-C6A2-4709-8B44-E6150AD824AA}" type="parTrans" cxnId="{4C9DD6AD-0B8B-49F7-B3AA-78AD7DFC7AAD}">
      <dgm:prSet/>
      <dgm:spPr/>
      <dgm:t>
        <a:bodyPr/>
        <a:lstStyle/>
        <a:p>
          <a:endParaRPr lang="en-US"/>
        </a:p>
      </dgm:t>
    </dgm:pt>
    <dgm:pt modelId="{4CD52E00-DFFE-4CE1-AB84-92EA0807CC21}" type="sibTrans" cxnId="{4C9DD6AD-0B8B-49F7-B3AA-78AD7DFC7AAD}">
      <dgm:prSet/>
      <dgm:spPr/>
      <dgm:t>
        <a:bodyPr/>
        <a:lstStyle/>
        <a:p>
          <a:endParaRPr lang="en-US"/>
        </a:p>
      </dgm:t>
    </dgm:pt>
    <dgm:pt modelId="{3A835B05-26AD-4A8F-842A-44593752A2A3}">
      <dgm:prSet/>
      <dgm:spPr/>
      <dgm:t>
        <a:bodyPr/>
        <a:lstStyle/>
        <a:p>
          <a:r>
            <a:rPr lang="en-US" dirty="0"/>
            <a:t>Minimize unnecessary work that leads to missed deadlines and out-of-scope work.</a:t>
          </a:r>
        </a:p>
      </dgm:t>
    </dgm:pt>
    <dgm:pt modelId="{BD0A236F-BF6B-41F6-BC10-0880DC93BBD1}" type="parTrans" cxnId="{FC0EB1D8-3D9E-4511-8CFF-A83170E0613D}">
      <dgm:prSet/>
      <dgm:spPr/>
      <dgm:t>
        <a:bodyPr/>
        <a:lstStyle/>
        <a:p>
          <a:endParaRPr lang="en-US"/>
        </a:p>
      </dgm:t>
    </dgm:pt>
    <dgm:pt modelId="{0413CB14-4706-481E-9492-F9B0EC4475B5}" type="sibTrans" cxnId="{FC0EB1D8-3D9E-4511-8CFF-A83170E0613D}">
      <dgm:prSet/>
      <dgm:spPr/>
      <dgm:t>
        <a:bodyPr/>
        <a:lstStyle/>
        <a:p>
          <a:endParaRPr lang="en-US"/>
        </a:p>
      </dgm:t>
    </dgm:pt>
    <dgm:pt modelId="{0BB51828-2763-4283-B8CC-EC8CAA78EFF4}" type="pres">
      <dgm:prSet presAssocID="{E609B65F-3545-4188-8D58-3FC8643C55DF}" presName="vert0" presStyleCnt="0">
        <dgm:presLayoutVars>
          <dgm:dir/>
          <dgm:animOne val="branch"/>
          <dgm:animLvl val="lvl"/>
        </dgm:presLayoutVars>
      </dgm:prSet>
      <dgm:spPr/>
    </dgm:pt>
    <dgm:pt modelId="{624B9973-1950-4EBE-BA44-856D6282A713}" type="pres">
      <dgm:prSet presAssocID="{31E89A27-CA78-4BCE-9F16-E141942C436D}" presName="thickLine" presStyleLbl="alignNode1" presStyleIdx="0" presStyleCnt="5"/>
      <dgm:spPr/>
    </dgm:pt>
    <dgm:pt modelId="{CA53D2A1-2B25-4E93-9372-B9D23A26261D}" type="pres">
      <dgm:prSet presAssocID="{31E89A27-CA78-4BCE-9F16-E141942C436D}" presName="horz1" presStyleCnt="0"/>
      <dgm:spPr/>
    </dgm:pt>
    <dgm:pt modelId="{7C668EEE-ED21-41B0-8E80-4CEA65CC3F9A}" type="pres">
      <dgm:prSet presAssocID="{31E89A27-CA78-4BCE-9F16-E141942C436D}" presName="tx1" presStyleLbl="revTx" presStyleIdx="0" presStyleCnt="5"/>
      <dgm:spPr/>
    </dgm:pt>
    <dgm:pt modelId="{DCF19305-7A6E-4B94-AD81-A22AA1F0EA09}" type="pres">
      <dgm:prSet presAssocID="{31E89A27-CA78-4BCE-9F16-E141942C436D}" presName="vert1" presStyleCnt="0"/>
      <dgm:spPr/>
    </dgm:pt>
    <dgm:pt modelId="{954CB6AC-638B-46EE-9B73-36818BE164DA}" type="pres">
      <dgm:prSet presAssocID="{4C2E184A-2610-4E44-ABF0-36557B483957}" presName="thickLine" presStyleLbl="alignNode1" presStyleIdx="1" presStyleCnt="5"/>
      <dgm:spPr/>
    </dgm:pt>
    <dgm:pt modelId="{021EE2FD-CAEB-4EF8-A88A-C505E1C03D9D}" type="pres">
      <dgm:prSet presAssocID="{4C2E184A-2610-4E44-ABF0-36557B483957}" presName="horz1" presStyleCnt="0"/>
      <dgm:spPr/>
    </dgm:pt>
    <dgm:pt modelId="{A39CC28B-B8DC-4270-96F5-B60AA0BFB5A9}" type="pres">
      <dgm:prSet presAssocID="{4C2E184A-2610-4E44-ABF0-36557B483957}" presName="tx1" presStyleLbl="revTx" presStyleIdx="1" presStyleCnt="5"/>
      <dgm:spPr/>
    </dgm:pt>
    <dgm:pt modelId="{8233F20F-E742-42CA-85B8-8C90FA362D32}" type="pres">
      <dgm:prSet presAssocID="{4C2E184A-2610-4E44-ABF0-36557B483957}" presName="vert1" presStyleCnt="0"/>
      <dgm:spPr/>
    </dgm:pt>
    <dgm:pt modelId="{6D1C3B44-0DEF-4394-A3A5-E3EC7F7CD465}" type="pres">
      <dgm:prSet presAssocID="{7E519320-3627-499C-9870-D523C88784C9}" presName="thickLine" presStyleLbl="alignNode1" presStyleIdx="2" presStyleCnt="5"/>
      <dgm:spPr/>
    </dgm:pt>
    <dgm:pt modelId="{3F8FA6A9-91AF-412D-9592-51E5FD78A421}" type="pres">
      <dgm:prSet presAssocID="{7E519320-3627-499C-9870-D523C88784C9}" presName="horz1" presStyleCnt="0"/>
      <dgm:spPr/>
    </dgm:pt>
    <dgm:pt modelId="{FA48C3A2-24AD-44EB-8DA6-6B3B83C851A4}" type="pres">
      <dgm:prSet presAssocID="{7E519320-3627-499C-9870-D523C88784C9}" presName="tx1" presStyleLbl="revTx" presStyleIdx="2" presStyleCnt="5"/>
      <dgm:spPr/>
    </dgm:pt>
    <dgm:pt modelId="{64EC62A1-1512-4E02-ACE3-71EB1087E054}" type="pres">
      <dgm:prSet presAssocID="{7E519320-3627-499C-9870-D523C88784C9}" presName="vert1" presStyleCnt="0"/>
      <dgm:spPr/>
    </dgm:pt>
    <dgm:pt modelId="{C4D6D7EF-4D9F-4DFD-9116-06C3D47DFEF5}" type="pres">
      <dgm:prSet presAssocID="{0033FF22-22A7-4B0D-B46B-C74B47F6652C}" presName="thickLine" presStyleLbl="alignNode1" presStyleIdx="3" presStyleCnt="5"/>
      <dgm:spPr/>
    </dgm:pt>
    <dgm:pt modelId="{E7D2E13F-627B-41FB-B961-2F4AD53815CC}" type="pres">
      <dgm:prSet presAssocID="{0033FF22-22A7-4B0D-B46B-C74B47F6652C}" presName="horz1" presStyleCnt="0"/>
      <dgm:spPr/>
    </dgm:pt>
    <dgm:pt modelId="{54BE1C0B-C98D-4FFD-843D-9A9D1D246659}" type="pres">
      <dgm:prSet presAssocID="{0033FF22-22A7-4B0D-B46B-C74B47F6652C}" presName="tx1" presStyleLbl="revTx" presStyleIdx="3" presStyleCnt="5"/>
      <dgm:spPr/>
    </dgm:pt>
    <dgm:pt modelId="{2E10D4DA-6282-4487-9691-FCE5BC811D62}" type="pres">
      <dgm:prSet presAssocID="{0033FF22-22A7-4B0D-B46B-C74B47F6652C}" presName="vert1" presStyleCnt="0"/>
      <dgm:spPr/>
    </dgm:pt>
    <dgm:pt modelId="{CAC6F45B-58D3-4915-A3AB-402D9A22BA4C}" type="pres">
      <dgm:prSet presAssocID="{3A835B05-26AD-4A8F-842A-44593752A2A3}" presName="thickLine" presStyleLbl="alignNode1" presStyleIdx="4" presStyleCnt="5"/>
      <dgm:spPr/>
    </dgm:pt>
    <dgm:pt modelId="{E6D81E90-2FF5-4166-B252-C2D772AB70B5}" type="pres">
      <dgm:prSet presAssocID="{3A835B05-26AD-4A8F-842A-44593752A2A3}" presName="horz1" presStyleCnt="0"/>
      <dgm:spPr/>
    </dgm:pt>
    <dgm:pt modelId="{1940A153-10C3-45CB-A104-356B09134E0B}" type="pres">
      <dgm:prSet presAssocID="{3A835B05-26AD-4A8F-842A-44593752A2A3}" presName="tx1" presStyleLbl="revTx" presStyleIdx="4" presStyleCnt="5"/>
      <dgm:spPr/>
    </dgm:pt>
    <dgm:pt modelId="{A527D31D-31E1-4D2B-A158-4CAE99164957}" type="pres">
      <dgm:prSet presAssocID="{3A835B05-26AD-4A8F-842A-44593752A2A3}" presName="vert1" presStyleCnt="0"/>
      <dgm:spPr/>
    </dgm:pt>
  </dgm:ptLst>
  <dgm:cxnLst>
    <dgm:cxn modelId="{03809614-83E7-459A-9B69-088CFBEB8CCE}" type="presOf" srcId="{4C2E184A-2610-4E44-ABF0-36557B483957}" destId="{A39CC28B-B8DC-4270-96F5-B60AA0BFB5A9}" srcOrd="0" destOrd="0" presId="urn:microsoft.com/office/officeart/2008/layout/LinedList"/>
    <dgm:cxn modelId="{679C9A43-2792-47C0-8413-037668D5F43E}" srcId="{E609B65F-3545-4188-8D58-3FC8643C55DF}" destId="{4C2E184A-2610-4E44-ABF0-36557B483957}" srcOrd="1" destOrd="0" parTransId="{E8C08206-088E-4E93-9546-F6912044CCE3}" sibTransId="{59E3A79D-1190-4CE0-9C39-A3A99CC4CA43}"/>
    <dgm:cxn modelId="{5934736E-1179-4407-9F14-16EA628CB31E}" srcId="{E609B65F-3545-4188-8D58-3FC8643C55DF}" destId="{31E89A27-CA78-4BCE-9F16-E141942C436D}" srcOrd="0" destOrd="0" parTransId="{7363837C-A630-4CF3-8267-ABF4DAC7C221}" sibTransId="{42B70AFD-131F-474F-B811-E77245A42D5D}"/>
    <dgm:cxn modelId="{1EEDDE7A-598D-4BA3-9D8C-8A2297EE99CD}" type="presOf" srcId="{31E89A27-CA78-4BCE-9F16-E141942C436D}" destId="{7C668EEE-ED21-41B0-8E80-4CEA65CC3F9A}" srcOrd="0" destOrd="0" presId="urn:microsoft.com/office/officeart/2008/layout/LinedList"/>
    <dgm:cxn modelId="{58569CA4-6479-4AA6-B13C-E5342C091696}" type="presOf" srcId="{0033FF22-22A7-4B0D-B46B-C74B47F6652C}" destId="{54BE1C0B-C98D-4FFD-843D-9A9D1D246659}" srcOrd="0" destOrd="0" presId="urn:microsoft.com/office/officeart/2008/layout/LinedList"/>
    <dgm:cxn modelId="{4C9DD6AD-0B8B-49F7-B3AA-78AD7DFC7AAD}" srcId="{E609B65F-3545-4188-8D58-3FC8643C55DF}" destId="{0033FF22-22A7-4B0D-B46B-C74B47F6652C}" srcOrd="3" destOrd="0" parTransId="{124C84B9-C6A2-4709-8B44-E6150AD824AA}" sibTransId="{4CD52E00-DFFE-4CE1-AB84-92EA0807CC21}"/>
    <dgm:cxn modelId="{DD0D93B2-E8B6-41F8-BA87-9AFF2FE46547}" srcId="{E609B65F-3545-4188-8D58-3FC8643C55DF}" destId="{7E519320-3627-499C-9870-D523C88784C9}" srcOrd="2" destOrd="0" parTransId="{F3BF50DC-9430-43B5-9046-DCAA5FFA7B5E}" sibTransId="{55D1E46A-EF53-4451-BDC6-CE19F4B98740}"/>
    <dgm:cxn modelId="{28C1DBC5-4C79-48AA-A57D-7AEFE3D6A8E4}" type="presOf" srcId="{3A835B05-26AD-4A8F-842A-44593752A2A3}" destId="{1940A153-10C3-45CB-A104-356B09134E0B}" srcOrd="0" destOrd="0" presId="urn:microsoft.com/office/officeart/2008/layout/LinedList"/>
    <dgm:cxn modelId="{FC0EB1D8-3D9E-4511-8CFF-A83170E0613D}" srcId="{E609B65F-3545-4188-8D58-3FC8643C55DF}" destId="{3A835B05-26AD-4A8F-842A-44593752A2A3}" srcOrd="4" destOrd="0" parTransId="{BD0A236F-BF6B-41F6-BC10-0880DC93BBD1}" sibTransId="{0413CB14-4706-481E-9492-F9B0EC4475B5}"/>
    <dgm:cxn modelId="{2FD72DD9-A8AB-4D14-9C0E-FA29DAD3A998}" type="presOf" srcId="{E609B65F-3545-4188-8D58-3FC8643C55DF}" destId="{0BB51828-2763-4283-B8CC-EC8CAA78EFF4}" srcOrd="0" destOrd="0" presId="urn:microsoft.com/office/officeart/2008/layout/LinedList"/>
    <dgm:cxn modelId="{5175A6FE-B7F6-4743-8091-10A97D139758}" type="presOf" srcId="{7E519320-3627-499C-9870-D523C88784C9}" destId="{FA48C3A2-24AD-44EB-8DA6-6B3B83C851A4}" srcOrd="0" destOrd="0" presId="urn:microsoft.com/office/officeart/2008/layout/LinedList"/>
    <dgm:cxn modelId="{E081B298-27CD-41BB-9F25-6A32CBD4B504}" type="presParOf" srcId="{0BB51828-2763-4283-B8CC-EC8CAA78EFF4}" destId="{624B9973-1950-4EBE-BA44-856D6282A713}" srcOrd="0" destOrd="0" presId="urn:microsoft.com/office/officeart/2008/layout/LinedList"/>
    <dgm:cxn modelId="{3E9AC30A-52A6-49F4-8B06-166A233D27EE}" type="presParOf" srcId="{0BB51828-2763-4283-B8CC-EC8CAA78EFF4}" destId="{CA53D2A1-2B25-4E93-9372-B9D23A26261D}" srcOrd="1" destOrd="0" presId="urn:microsoft.com/office/officeart/2008/layout/LinedList"/>
    <dgm:cxn modelId="{FE71909F-8AD9-4BE4-B380-7DE292D5CF40}" type="presParOf" srcId="{CA53D2A1-2B25-4E93-9372-B9D23A26261D}" destId="{7C668EEE-ED21-41B0-8E80-4CEA65CC3F9A}" srcOrd="0" destOrd="0" presId="urn:microsoft.com/office/officeart/2008/layout/LinedList"/>
    <dgm:cxn modelId="{629F0845-2282-49DB-8149-141D544E1617}" type="presParOf" srcId="{CA53D2A1-2B25-4E93-9372-B9D23A26261D}" destId="{DCF19305-7A6E-4B94-AD81-A22AA1F0EA09}" srcOrd="1" destOrd="0" presId="urn:microsoft.com/office/officeart/2008/layout/LinedList"/>
    <dgm:cxn modelId="{9010BA89-B443-437D-B6DC-EFC194CD74F6}" type="presParOf" srcId="{0BB51828-2763-4283-B8CC-EC8CAA78EFF4}" destId="{954CB6AC-638B-46EE-9B73-36818BE164DA}" srcOrd="2" destOrd="0" presId="urn:microsoft.com/office/officeart/2008/layout/LinedList"/>
    <dgm:cxn modelId="{9A7C96CD-43CA-41EE-80D9-7120A1D89DEE}" type="presParOf" srcId="{0BB51828-2763-4283-B8CC-EC8CAA78EFF4}" destId="{021EE2FD-CAEB-4EF8-A88A-C505E1C03D9D}" srcOrd="3" destOrd="0" presId="urn:microsoft.com/office/officeart/2008/layout/LinedList"/>
    <dgm:cxn modelId="{9639EF70-9AF6-4BE4-8F40-B157C168BF34}" type="presParOf" srcId="{021EE2FD-CAEB-4EF8-A88A-C505E1C03D9D}" destId="{A39CC28B-B8DC-4270-96F5-B60AA0BFB5A9}" srcOrd="0" destOrd="0" presId="urn:microsoft.com/office/officeart/2008/layout/LinedList"/>
    <dgm:cxn modelId="{18B4D7A3-B4AC-45E1-9E3E-3AAA1BB31AAD}" type="presParOf" srcId="{021EE2FD-CAEB-4EF8-A88A-C505E1C03D9D}" destId="{8233F20F-E742-42CA-85B8-8C90FA362D32}" srcOrd="1" destOrd="0" presId="urn:microsoft.com/office/officeart/2008/layout/LinedList"/>
    <dgm:cxn modelId="{9295B8AF-EDC6-47B6-9FA8-C7B67241BB24}" type="presParOf" srcId="{0BB51828-2763-4283-B8CC-EC8CAA78EFF4}" destId="{6D1C3B44-0DEF-4394-A3A5-E3EC7F7CD465}" srcOrd="4" destOrd="0" presId="urn:microsoft.com/office/officeart/2008/layout/LinedList"/>
    <dgm:cxn modelId="{4A62C98B-7D58-42C2-B533-64DFD8EAAB00}" type="presParOf" srcId="{0BB51828-2763-4283-B8CC-EC8CAA78EFF4}" destId="{3F8FA6A9-91AF-412D-9592-51E5FD78A421}" srcOrd="5" destOrd="0" presId="urn:microsoft.com/office/officeart/2008/layout/LinedList"/>
    <dgm:cxn modelId="{1FCC9630-6A39-4A1F-8C6B-B7A4E0C4DE76}" type="presParOf" srcId="{3F8FA6A9-91AF-412D-9592-51E5FD78A421}" destId="{FA48C3A2-24AD-44EB-8DA6-6B3B83C851A4}" srcOrd="0" destOrd="0" presId="urn:microsoft.com/office/officeart/2008/layout/LinedList"/>
    <dgm:cxn modelId="{317C01D9-5301-4EB3-B6C1-475F0788A58C}" type="presParOf" srcId="{3F8FA6A9-91AF-412D-9592-51E5FD78A421}" destId="{64EC62A1-1512-4E02-ACE3-71EB1087E054}" srcOrd="1" destOrd="0" presId="urn:microsoft.com/office/officeart/2008/layout/LinedList"/>
    <dgm:cxn modelId="{A5DFD1C1-3EBC-44EA-8018-570E328AF1C5}" type="presParOf" srcId="{0BB51828-2763-4283-B8CC-EC8CAA78EFF4}" destId="{C4D6D7EF-4D9F-4DFD-9116-06C3D47DFEF5}" srcOrd="6" destOrd="0" presId="urn:microsoft.com/office/officeart/2008/layout/LinedList"/>
    <dgm:cxn modelId="{5A6911BF-8B6C-4724-84D5-52DD35E7C680}" type="presParOf" srcId="{0BB51828-2763-4283-B8CC-EC8CAA78EFF4}" destId="{E7D2E13F-627B-41FB-B961-2F4AD53815CC}" srcOrd="7" destOrd="0" presId="urn:microsoft.com/office/officeart/2008/layout/LinedList"/>
    <dgm:cxn modelId="{13E0BE80-ED66-4DC4-9411-25613EA2DD9A}" type="presParOf" srcId="{E7D2E13F-627B-41FB-B961-2F4AD53815CC}" destId="{54BE1C0B-C98D-4FFD-843D-9A9D1D246659}" srcOrd="0" destOrd="0" presId="urn:microsoft.com/office/officeart/2008/layout/LinedList"/>
    <dgm:cxn modelId="{0650BB41-FCFE-4634-B59F-6C6AB77B5DAB}" type="presParOf" srcId="{E7D2E13F-627B-41FB-B961-2F4AD53815CC}" destId="{2E10D4DA-6282-4487-9691-FCE5BC811D62}" srcOrd="1" destOrd="0" presId="urn:microsoft.com/office/officeart/2008/layout/LinedList"/>
    <dgm:cxn modelId="{C4EC4BBD-F908-4083-B2E7-6A4DFB73BA81}" type="presParOf" srcId="{0BB51828-2763-4283-B8CC-EC8CAA78EFF4}" destId="{CAC6F45B-58D3-4915-A3AB-402D9A22BA4C}" srcOrd="8" destOrd="0" presId="urn:microsoft.com/office/officeart/2008/layout/LinedList"/>
    <dgm:cxn modelId="{8A7EF97E-CA6D-4FEA-A47D-8AA7520BE50B}" type="presParOf" srcId="{0BB51828-2763-4283-B8CC-EC8CAA78EFF4}" destId="{E6D81E90-2FF5-4166-B252-C2D772AB70B5}" srcOrd="9" destOrd="0" presId="urn:microsoft.com/office/officeart/2008/layout/LinedList"/>
    <dgm:cxn modelId="{5CD843C8-649A-432A-9F18-B5C8A80C0496}" type="presParOf" srcId="{E6D81E90-2FF5-4166-B252-C2D772AB70B5}" destId="{1940A153-10C3-45CB-A104-356B09134E0B}" srcOrd="0" destOrd="0" presId="urn:microsoft.com/office/officeart/2008/layout/LinedList"/>
    <dgm:cxn modelId="{E43E08FF-8ADA-4DD4-B7E9-4936D9E89B87}" type="presParOf" srcId="{E6D81E90-2FF5-4166-B252-C2D772AB70B5}" destId="{A527D31D-31E1-4D2B-A158-4CAE9916495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4800EA-61B7-4B77-A5DB-C6DFEE81D66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2C9E2DF-A0AA-4420-BD32-68F54027F8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Outline (Indented Format)</a:t>
          </a:r>
        </a:p>
      </dgm:t>
    </dgm:pt>
    <dgm:pt modelId="{2E237A99-8BB7-4893-85F7-E3945EEFB820}" type="parTrans" cxnId="{0D292F31-0D38-4510-B678-445B7D3423D2}">
      <dgm:prSet/>
      <dgm:spPr/>
      <dgm:t>
        <a:bodyPr/>
        <a:lstStyle/>
        <a:p>
          <a:endParaRPr lang="en-US"/>
        </a:p>
      </dgm:t>
    </dgm:pt>
    <dgm:pt modelId="{CBC19C57-6E23-40F3-8FBB-6F674FE5E410}" type="sibTrans" cxnId="{0D292F31-0D38-4510-B678-445B7D3423D2}">
      <dgm:prSet/>
      <dgm:spPr/>
      <dgm:t>
        <a:bodyPr/>
        <a:lstStyle/>
        <a:p>
          <a:endParaRPr lang="en-US"/>
        </a:p>
      </dgm:t>
    </dgm:pt>
    <dgm:pt modelId="{8C825750-22E7-43B3-8587-E70498D94D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Graphical Tree (Organizational Chart)</a:t>
          </a:r>
        </a:p>
      </dgm:t>
    </dgm:pt>
    <dgm:pt modelId="{DCAF22A0-21EB-4790-98B2-F2DD57993985}" type="parTrans" cxnId="{92097565-137F-486D-B312-8AB342FB144A}">
      <dgm:prSet/>
      <dgm:spPr/>
      <dgm:t>
        <a:bodyPr/>
        <a:lstStyle/>
        <a:p>
          <a:endParaRPr lang="en-US"/>
        </a:p>
      </dgm:t>
    </dgm:pt>
    <dgm:pt modelId="{B3A2D0F3-6819-4CA2-9859-9142A350826E}" type="sibTrans" cxnId="{92097565-137F-486D-B312-8AB342FB144A}">
      <dgm:prSet/>
      <dgm:spPr/>
      <dgm:t>
        <a:bodyPr/>
        <a:lstStyle/>
        <a:p>
          <a:endParaRPr lang="en-US"/>
        </a:p>
      </dgm:t>
    </dgm:pt>
    <dgm:pt modelId="{A4C0F158-1F88-484C-BB4A-AA04C7CE6A19}" type="pres">
      <dgm:prSet presAssocID="{6B4800EA-61B7-4B77-A5DB-C6DFEE81D66C}" presName="root" presStyleCnt="0">
        <dgm:presLayoutVars>
          <dgm:dir/>
          <dgm:resizeHandles val="exact"/>
        </dgm:presLayoutVars>
      </dgm:prSet>
      <dgm:spPr/>
    </dgm:pt>
    <dgm:pt modelId="{6080D572-3FB9-4F99-A25D-8498B5298175}" type="pres">
      <dgm:prSet presAssocID="{D2C9E2DF-A0AA-4420-BD32-68F54027F812}" presName="compNode" presStyleCnt="0"/>
      <dgm:spPr/>
    </dgm:pt>
    <dgm:pt modelId="{BBC4F701-D175-421E-AAC1-ECF5EA75BDB2}" type="pres">
      <dgm:prSet presAssocID="{D2C9E2DF-A0AA-4420-BD32-68F54027F812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54175B5F-C480-4C5B-A2C1-7815E7CB499B}" type="pres">
      <dgm:prSet presAssocID="{D2C9E2DF-A0AA-4420-BD32-68F54027F812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43DD203-481E-495E-B3EA-63DE95801A3B}" type="pres">
      <dgm:prSet presAssocID="{D2C9E2DF-A0AA-4420-BD32-68F54027F812}" presName="spaceRect" presStyleCnt="0"/>
      <dgm:spPr/>
    </dgm:pt>
    <dgm:pt modelId="{D37F55FC-B6BB-47CB-AE77-E1DCB2835983}" type="pres">
      <dgm:prSet presAssocID="{D2C9E2DF-A0AA-4420-BD32-68F54027F812}" presName="textRect" presStyleLbl="revTx" presStyleIdx="0" presStyleCnt="2">
        <dgm:presLayoutVars>
          <dgm:chMax val="1"/>
          <dgm:chPref val="1"/>
        </dgm:presLayoutVars>
      </dgm:prSet>
      <dgm:spPr/>
    </dgm:pt>
    <dgm:pt modelId="{D8E7B078-7B85-49E2-B30F-41FB8B198994}" type="pres">
      <dgm:prSet presAssocID="{CBC19C57-6E23-40F3-8FBB-6F674FE5E410}" presName="sibTrans" presStyleCnt="0"/>
      <dgm:spPr/>
    </dgm:pt>
    <dgm:pt modelId="{9D85DEF6-D2F2-4FE7-9866-19A53D76463A}" type="pres">
      <dgm:prSet presAssocID="{8C825750-22E7-43B3-8587-E70498D94D9D}" presName="compNode" presStyleCnt="0"/>
      <dgm:spPr/>
    </dgm:pt>
    <dgm:pt modelId="{87A794A3-58EF-4F8F-B221-4D26098C8534}" type="pres">
      <dgm:prSet presAssocID="{8C825750-22E7-43B3-8587-E70498D94D9D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D356B2D-E834-491A-B86D-0702426850B9}" type="pres">
      <dgm:prSet presAssocID="{8C825750-22E7-43B3-8587-E70498D94D9D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29F781F-B249-4BC6-AEF8-6454826EFA30}" type="pres">
      <dgm:prSet presAssocID="{8C825750-22E7-43B3-8587-E70498D94D9D}" presName="spaceRect" presStyleCnt="0"/>
      <dgm:spPr/>
    </dgm:pt>
    <dgm:pt modelId="{BE49CE01-836E-4690-B38D-58353CDE9D48}" type="pres">
      <dgm:prSet presAssocID="{8C825750-22E7-43B3-8587-E70498D94D9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D292F31-0D38-4510-B678-445B7D3423D2}" srcId="{6B4800EA-61B7-4B77-A5DB-C6DFEE81D66C}" destId="{D2C9E2DF-A0AA-4420-BD32-68F54027F812}" srcOrd="0" destOrd="0" parTransId="{2E237A99-8BB7-4893-85F7-E3945EEFB820}" sibTransId="{CBC19C57-6E23-40F3-8FBB-6F674FE5E410}"/>
    <dgm:cxn modelId="{42E39A36-71B0-4E69-BFEE-42B278BFB46A}" type="presOf" srcId="{D2C9E2DF-A0AA-4420-BD32-68F54027F812}" destId="{D37F55FC-B6BB-47CB-AE77-E1DCB2835983}" srcOrd="0" destOrd="0" presId="urn:microsoft.com/office/officeart/2018/5/layout/IconLeafLabelList"/>
    <dgm:cxn modelId="{5F60EA62-6A8A-4AF9-8C46-CFB8A0227BE9}" type="presOf" srcId="{8C825750-22E7-43B3-8587-E70498D94D9D}" destId="{BE49CE01-836E-4690-B38D-58353CDE9D48}" srcOrd="0" destOrd="0" presId="urn:microsoft.com/office/officeart/2018/5/layout/IconLeafLabelList"/>
    <dgm:cxn modelId="{92097565-137F-486D-B312-8AB342FB144A}" srcId="{6B4800EA-61B7-4B77-A5DB-C6DFEE81D66C}" destId="{8C825750-22E7-43B3-8587-E70498D94D9D}" srcOrd="1" destOrd="0" parTransId="{DCAF22A0-21EB-4790-98B2-F2DD57993985}" sibTransId="{B3A2D0F3-6819-4CA2-9859-9142A350826E}"/>
    <dgm:cxn modelId="{4D195158-E0BD-4844-9147-CADDCEFD2983}" type="presOf" srcId="{6B4800EA-61B7-4B77-A5DB-C6DFEE81D66C}" destId="{A4C0F158-1F88-484C-BB4A-AA04C7CE6A19}" srcOrd="0" destOrd="0" presId="urn:microsoft.com/office/officeart/2018/5/layout/IconLeafLabelList"/>
    <dgm:cxn modelId="{1A377CD8-472F-487B-8C1F-7A1FD09C3447}" type="presParOf" srcId="{A4C0F158-1F88-484C-BB4A-AA04C7CE6A19}" destId="{6080D572-3FB9-4F99-A25D-8498B5298175}" srcOrd="0" destOrd="0" presId="urn:microsoft.com/office/officeart/2018/5/layout/IconLeafLabelList"/>
    <dgm:cxn modelId="{92A0F568-D5D9-4FF7-BF30-105D5F4DC6C3}" type="presParOf" srcId="{6080D572-3FB9-4F99-A25D-8498B5298175}" destId="{BBC4F701-D175-421E-AAC1-ECF5EA75BDB2}" srcOrd="0" destOrd="0" presId="urn:microsoft.com/office/officeart/2018/5/layout/IconLeafLabelList"/>
    <dgm:cxn modelId="{31881FB1-2618-4792-A141-49425DDF8FB4}" type="presParOf" srcId="{6080D572-3FB9-4F99-A25D-8498B5298175}" destId="{54175B5F-C480-4C5B-A2C1-7815E7CB499B}" srcOrd="1" destOrd="0" presId="urn:microsoft.com/office/officeart/2018/5/layout/IconLeafLabelList"/>
    <dgm:cxn modelId="{24F7D0AB-1F81-4567-8332-5585FEB6DC86}" type="presParOf" srcId="{6080D572-3FB9-4F99-A25D-8498B5298175}" destId="{943DD203-481E-495E-B3EA-63DE95801A3B}" srcOrd="2" destOrd="0" presId="urn:microsoft.com/office/officeart/2018/5/layout/IconLeafLabelList"/>
    <dgm:cxn modelId="{9387FC28-9C51-469F-88A4-F308B06B4C57}" type="presParOf" srcId="{6080D572-3FB9-4F99-A25D-8498B5298175}" destId="{D37F55FC-B6BB-47CB-AE77-E1DCB2835983}" srcOrd="3" destOrd="0" presId="urn:microsoft.com/office/officeart/2018/5/layout/IconLeafLabelList"/>
    <dgm:cxn modelId="{28F5CCD8-87F8-4CCD-BAC8-404A5DA69B03}" type="presParOf" srcId="{A4C0F158-1F88-484C-BB4A-AA04C7CE6A19}" destId="{D8E7B078-7B85-49E2-B30F-41FB8B198994}" srcOrd="1" destOrd="0" presId="urn:microsoft.com/office/officeart/2018/5/layout/IconLeafLabelList"/>
    <dgm:cxn modelId="{0386D762-5DB3-48CA-ACE3-8099038F78BD}" type="presParOf" srcId="{A4C0F158-1F88-484C-BB4A-AA04C7CE6A19}" destId="{9D85DEF6-D2F2-4FE7-9866-19A53D76463A}" srcOrd="2" destOrd="0" presId="urn:microsoft.com/office/officeart/2018/5/layout/IconLeafLabelList"/>
    <dgm:cxn modelId="{EAAAA3B3-62B9-4CF5-AD24-DC63B54D8C1D}" type="presParOf" srcId="{9D85DEF6-D2F2-4FE7-9866-19A53D76463A}" destId="{87A794A3-58EF-4F8F-B221-4D26098C8534}" srcOrd="0" destOrd="0" presId="urn:microsoft.com/office/officeart/2018/5/layout/IconLeafLabelList"/>
    <dgm:cxn modelId="{822E6971-7A01-441C-A9B7-DAAC5E62D5E3}" type="presParOf" srcId="{9D85DEF6-D2F2-4FE7-9866-19A53D76463A}" destId="{1D356B2D-E834-491A-B86D-0702426850B9}" srcOrd="1" destOrd="0" presId="urn:microsoft.com/office/officeart/2018/5/layout/IconLeafLabelList"/>
    <dgm:cxn modelId="{0F6C7EF6-FF10-411D-9483-A83AF50175A6}" type="presParOf" srcId="{9D85DEF6-D2F2-4FE7-9866-19A53D76463A}" destId="{929F781F-B249-4BC6-AEF8-6454826EFA30}" srcOrd="2" destOrd="0" presId="urn:microsoft.com/office/officeart/2018/5/layout/IconLeafLabelList"/>
    <dgm:cxn modelId="{9DAFA2AE-C811-4D87-B2A4-DBF853F73424}" type="presParOf" srcId="{9D85DEF6-D2F2-4FE7-9866-19A53D76463A}" destId="{BE49CE01-836E-4690-B38D-58353CDE9D4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2D9456B-DEC7-46A6-A458-181F7F24193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AFF228-0ABA-4B03-AACF-34DC4BF1BB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Must have concrete knowledge of project</a:t>
          </a:r>
          <a:endParaRPr lang="en-US"/>
        </a:p>
      </dgm:t>
    </dgm:pt>
    <dgm:pt modelId="{9B0DD957-EBA7-402C-A116-6B1BDD1AC23A}" type="parTrans" cxnId="{A873A352-5949-490F-88F8-01D13222124E}">
      <dgm:prSet/>
      <dgm:spPr/>
      <dgm:t>
        <a:bodyPr/>
        <a:lstStyle/>
        <a:p>
          <a:endParaRPr lang="en-US"/>
        </a:p>
      </dgm:t>
    </dgm:pt>
    <dgm:pt modelId="{E7782A70-5B55-4859-B2F8-03B8653E3A0B}" type="sibTrans" cxnId="{A873A352-5949-490F-88F8-01D13222124E}">
      <dgm:prSet/>
      <dgm:spPr/>
      <dgm:t>
        <a:bodyPr/>
        <a:lstStyle/>
        <a:p>
          <a:endParaRPr lang="en-US"/>
        </a:p>
      </dgm:t>
    </dgm:pt>
    <dgm:pt modelId="{B23735EA-DE93-492B-8CA5-2E67EC92A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All tasks/ deliverables properly identified and quoted</a:t>
          </a:r>
          <a:endParaRPr lang="en-US"/>
        </a:p>
      </dgm:t>
    </dgm:pt>
    <dgm:pt modelId="{D19B62ED-4DBA-481B-8868-5BFF375C6C71}" type="parTrans" cxnId="{35CDFBCD-F031-43AE-8903-2A15FE1DEBDF}">
      <dgm:prSet/>
      <dgm:spPr/>
      <dgm:t>
        <a:bodyPr/>
        <a:lstStyle/>
        <a:p>
          <a:endParaRPr lang="en-US"/>
        </a:p>
      </dgm:t>
    </dgm:pt>
    <dgm:pt modelId="{F10B23BA-870E-40EA-B9E5-1286855851CE}" type="sibTrans" cxnId="{35CDFBCD-F031-43AE-8903-2A15FE1DEBDF}">
      <dgm:prSet/>
      <dgm:spPr/>
      <dgm:t>
        <a:bodyPr/>
        <a:lstStyle/>
        <a:p>
          <a:endParaRPr lang="en-US"/>
        </a:p>
      </dgm:t>
    </dgm:pt>
    <dgm:pt modelId="{ABF0EC89-681B-4D42-973F-3B04DA58AC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Each task should be broken down into legit activities</a:t>
          </a:r>
          <a:endParaRPr lang="en-US"/>
        </a:p>
      </dgm:t>
    </dgm:pt>
    <dgm:pt modelId="{8E145BE5-0F9C-48F8-A773-3728D08F9AE3}" type="parTrans" cxnId="{0D1123C2-1BB2-4A74-A4AA-C239729655C8}">
      <dgm:prSet/>
      <dgm:spPr/>
      <dgm:t>
        <a:bodyPr/>
        <a:lstStyle/>
        <a:p>
          <a:endParaRPr lang="en-US"/>
        </a:p>
      </dgm:t>
    </dgm:pt>
    <dgm:pt modelId="{49745263-571B-4E1C-975C-60016C60013B}" type="sibTrans" cxnId="{0D1123C2-1BB2-4A74-A4AA-C239729655C8}">
      <dgm:prSet/>
      <dgm:spPr/>
      <dgm:t>
        <a:bodyPr/>
        <a:lstStyle/>
        <a:p>
          <a:endParaRPr lang="en-US"/>
        </a:p>
      </dgm:t>
    </dgm:pt>
    <dgm:pt modelId="{070261BA-A152-4339-856D-3D85A4B5C46A}" type="pres">
      <dgm:prSet presAssocID="{42D9456B-DEC7-46A6-A458-181F7F241931}" presName="root" presStyleCnt="0">
        <dgm:presLayoutVars>
          <dgm:dir/>
          <dgm:resizeHandles val="exact"/>
        </dgm:presLayoutVars>
      </dgm:prSet>
      <dgm:spPr/>
    </dgm:pt>
    <dgm:pt modelId="{9667CE26-CED6-40BF-9EBC-93B1736528EF}" type="pres">
      <dgm:prSet presAssocID="{92AFF228-0ABA-4B03-AACF-34DC4BF1BB75}" presName="compNode" presStyleCnt="0"/>
      <dgm:spPr/>
    </dgm:pt>
    <dgm:pt modelId="{260A5D0B-7150-4217-AE04-F05E0A487D2A}" type="pres">
      <dgm:prSet presAssocID="{92AFF228-0ABA-4B03-AACF-34DC4BF1BB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4BC4F13-2292-46E0-AAB5-17984AAF6DB2}" type="pres">
      <dgm:prSet presAssocID="{92AFF228-0ABA-4B03-AACF-34DC4BF1BB75}" presName="spaceRect" presStyleCnt="0"/>
      <dgm:spPr/>
    </dgm:pt>
    <dgm:pt modelId="{2F380DB6-08F2-4A43-8967-BC06517CACFA}" type="pres">
      <dgm:prSet presAssocID="{92AFF228-0ABA-4B03-AACF-34DC4BF1BB75}" presName="textRect" presStyleLbl="revTx" presStyleIdx="0" presStyleCnt="3">
        <dgm:presLayoutVars>
          <dgm:chMax val="1"/>
          <dgm:chPref val="1"/>
        </dgm:presLayoutVars>
      </dgm:prSet>
      <dgm:spPr/>
    </dgm:pt>
    <dgm:pt modelId="{728EC84C-A1A5-4E21-B0C5-FF1ADCAE76C5}" type="pres">
      <dgm:prSet presAssocID="{E7782A70-5B55-4859-B2F8-03B8653E3A0B}" presName="sibTrans" presStyleCnt="0"/>
      <dgm:spPr/>
    </dgm:pt>
    <dgm:pt modelId="{2A4D897B-3B24-476D-BEEA-1A8A2296A3AD}" type="pres">
      <dgm:prSet presAssocID="{B23735EA-DE93-492B-8CA5-2E67EC92AE8C}" presName="compNode" presStyleCnt="0"/>
      <dgm:spPr/>
    </dgm:pt>
    <dgm:pt modelId="{7E3BE507-678F-4D44-AEFA-185358AF3364}" type="pres">
      <dgm:prSet presAssocID="{B23735EA-DE93-492B-8CA5-2E67EC92AE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B73A222-C0FC-4EEF-AF89-3835A0B60B64}" type="pres">
      <dgm:prSet presAssocID="{B23735EA-DE93-492B-8CA5-2E67EC92AE8C}" presName="spaceRect" presStyleCnt="0"/>
      <dgm:spPr/>
    </dgm:pt>
    <dgm:pt modelId="{834FE10E-255F-4B92-8838-281FA094125C}" type="pres">
      <dgm:prSet presAssocID="{B23735EA-DE93-492B-8CA5-2E67EC92AE8C}" presName="textRect" presStyleLbl="revTx" presStyleIdx="1" presStyleCnt="3">
        <dgm:presLayoutVars>
          <dgm:chMax val="1"/>
          <dgm:chPref val="1"/>
        </dgm:presLayoutVars>
      </dgm:prSet>
      <dgm:spPr/>
    </dgm:pt>
    <dgm:pt modelId="{D8F13C67-22F0-4947-9EE7-7F2E2741DC9B}" type="pres">
      <dgm:prSet presAssocID="{F10B23BA-870E-40EA-B9E5-1286855851CE}" presName="sibTrans" presStyleCnt="0"/>
      <dgm:spPr/>
    </dgm:pt>
    <dgm:pt modelId="{9E129B50-E045-4C23-B145-99679821D46C}" type="pres">
      <dgm:prSet presAssocID="{ABF0EC89-681B-4D42-973F-3B04DA58AC3F}" presName="compNode" presStyleCnt="0"/>
      <dgm:spPr/>
    </dgm:pt>
    <dgm:pt modelId="{F5CB24EE-312D-4BBE-BD0A-7A6E398D7FBB}" type="pres">
      <dgm:prSet presAssocID="{ABF0EC89-681B-4D42-973F-3B04DA58AC3F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88A181F9-0FB1-4423-B4D1-A8C841347346}" type="pres">
      <dgm:prSet presAssocID="{ABF0EC89-681B-4D42-973F-3B04DA58AC3F}" presName="spaceRect" presStyleCnt="0"/>
      <dgm:spPr/>
    </dgm:pt>
    <dgm:pt modelId="{1A0E867D-3347-46D8-BE5C-546D7F3507C8}" type="pres">
      <dgm:prSet presAssocID="{ABF0EC89-681B-4D42-973F-3B04DA58AC3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7B6E824-0AC1-48B1-AA5C-31BDF1B20FA4}" type="presOf" srcId="{42D9456B-DEC7-46A6-A458-181F7F241931}" destId="{070261BA-A152-4339-856D-3D85A4B5C46A}" srcOrd="0" destOrd="0" presId="urn:microsoft.com/office/officeart/2018/2/layout/IconLabelList"/>
    <dgm:cxn modelId="{4D4DA528-548F-4FE1-B6F1-BCB189033119}" type="presOf" srcId="{B23735EA-DE93-492B-8CA5-2E67EC92AE8C}" destId="{834FE10E-255F-4B92-8838-281FA094125C}" srcOrd="0" destOrd="0" presId="urn:microsoft.com/office/officeart/2018/2/layout/IconLabelList"/>
    <dgm:cxn modelId="{45C0522D-6E6C-4246-962F-0066ECBB5FDF}" type="presOf" srcId="{ABF0EC89-681B-4D42-973F-3B04DA58AC3F}" destId="{1A0E867D-3347-46D8-BE5C-546D7F3507C8}" srcOrd="0" destOrd="0" presId="urn:microsoft.com/office/officeart/2018/2/layout/IconLabelList"/>
    <dgm:cxn modelId="{F1E5426F-BBAC-4156-BEF1-BF1909336431}" type="presOf" srcId="{92AFF228-0ABA-4B03-AACF-34DC4BF1BB75}" destId="{2F380DB6-08F2-4A43-8967-BC06517CACFA}" srcOrd="0" destOrd="0" presId="urn:microsoft.com/office/officeart/2018/2/layout/IconLabelList"/>
    <dgm:cxn modelId="{A873A352-5949-490F-88F8-01D13222124E}" srcId="{42D9456B-DEC7-46A6-A458-181F7F241931}" destId="{92AFF228-0ABA-4B03-AACF-34DC4BF1BB75}" srcOrd="0" destOrd="0" parTransId="{9B0DD957-EBA7-402C-A116-6B1BDD1AC23A}" sibTransId="{E7782A70-5B55-4859-B2F8-03B8653E3A0B}"/>
    <dgm:cxn modelId="{0D1123C2-1BB2-4A74-A4AA-C239729655C8}" srcId="{42D9456B-DEC7-46A6-A458-181F7F241931}" destId="{ABF0EC89-681B-4D42-973F-3B04DA58AC3F}" srcOrd="2" destOrd="0" parTransId="{8E145BE5-0F9C-48F8-A773-3728D08F9AE3}" sibTransId="{49745263-571B-4E1C-975C-60016C60013B}"/>
    <dgm:cxn modelId="{35CDFBCD-F031-43AE-8903-2A15FE1DEBDF}" srcId="{42D9456B-DEC7-46A6-A458-181F7F241931}" destId="{B23735EA-DE93-492B-8CA5-2E67EC92AE8C}" srcOrd="1" destOrd="0" parTransId="{D19B62ED-4DBA-481B-8868-5BFF375C6C71}" sibTransId="{F10B23BA-870E-40EA-B9E5-1286855851CE}"/>
    <dgm:cxn modelId="{537E3D5F-8D93-4B0C-B67E-6DC71E99D808}" type="presParOf" srcId="{070261BA-A152-4339-856D-3D85A4B5C46A}" destId="{9667CE26-CED6-40BF-9EBC-93B1736528EF}" srcOrd="0" destOrd="0" presId="urn:microsoft.com/office/officeart/2018/2/layout/IconLabelList"/>
    <dgm:cxn modelId="{7E8A1D7B-4472-4434-858D-D3743691BA3E}" type="presParOf" srcId="{9667CE26-CED6-40BF-9EBC-93B1736528EF}" destId="{260A5D0B-7150-4217-AE04-F05E0A487D2A}" srcOrd="0" destOrd="0" presId="urn:microsoft.com/office/officeart/2018/2/layout/IconLabelList"/>
    <dgm:cxn modelId="{60851F93-6F85-4CA6-B265-E60C6CF6A23D}" type="presParOf" srcId="{9667CE26-CED6-40BF-9EBC-93B1736528EF}" destId="{94BC4F13-2292-46E0-AAB5-17984AAF6DB2}" srcOrd="1" destOrd="0" presId="urn:microsoft.com/office/officeart/2018/2/layout/IconLabelList"/>
    <dgm:cxn modelId="{EC628CC5-8AF7-4B91-B7AA-5956C70E181E}" type="presParOf" srcId="{9667CE26-CED6-40BF-9EBC-93B1736528EF}" destId="{2F380DB6-08F2-4A43-8967-BC06517CACFA}" srcOrd="2" destOrd="0" presId="urn:microsoft.com/office/officeart/2018/2/layout/IconLabelList"/>
    <dgm:cxn modelId="{8E38BBBD-9363-4207-B7ED-1C57464C7B80}" type="presParOf" srcId="{070261BA-A152-4339-856D-3D85A4B5C46A}" destId="{728EC84C-A1A5-4E21-B0C5-FF1ADCAE76C5}" srcOrd="1" destOrd="0" presId="urn:microsoft.com/office/officeart/2018/2/layout/IconLabelList"/>
    <dgm:cxn modelId="{68104865-DEBD-4A77-807F-6D8567589B8E}" type="presParOf" srcId="{070261BA-A152-4339-856D-3D85A4B5C46A}" destId="{2A4D897B-3B24-476D-BEEA-1A8A2296A3AD}" srcOrd="2" destOrd="0" presId="urn:microsoft.com/office/officeart/2018/2/layout/IconLabelList"/>
    <dgm:cxn modelId="{49FFBE58-AF53-48D2-9BFE-B3C6521EE97B}" type="presParOf" srcId="{2A4D897B-3B24-476D-BEEA-1A8A2296A3AD}" destId="{7E3BE507-678F-4D44-AEFA-185358AF3364}" srcOrd="0" destOrd="0" presId="urn:microsoft.com/office/officeart/2018/2/layout/IconLabelList"/>
    <dgm:cxn modelId="{88DE64CB-5D49-4DC4-88F4-B62194F9A73E}" type="presParOf" srcId="{2A4D897B-3B24-476D-BEEA-1A8A2296A3AD}" destId="{EB73A222-C0FC-4EEF-AF89-3835A0B60B64}" srcOrd="1" destOrd="0" presId="urn:microsoft.com/office/officeart/2018/2/layout/IconLabelList"/>
    <dgm:cxn modelId="{98780F54-8EE5-4C12-99BC-F8D811FA8B2F}" type="presParOf" srcId="{2A4D897B-3B24-476D-BEEA-1A8A2296A3AD}" destId="{834FE10E-255F-4B92-8838-281FA094125C}" srcOrd="2" destOrd="0" presId="urn:microsoft.com/office/officeart/2018/2/layout/IconLabelList"/>
    <dgm:cxn modelId="{756E47F7-1A65-4205-807B-51687E9C03D7}" type="presParOf" srcId="{070261BA-A152-4339-856D-3D85A4B5C46A}" destId="{D8F13C67-22F0-4947-9EE7-7F2E2741DC9B}" srcOrd="3" destOrd="0" presId="urn:microsoft.com/office/officeart/2018/2/layout/IconLabelList"/>
    <dgm:cxn modelId="{649EAB40-C4C3-41EE-8CCF-44C929C44EDB}" type="presParOf" srcId="{070261BA-A152-4339-856D-3D85A4B5C46A}" destId="{9E129B50-E045-4C23-B145-99679821D46C}" srcOrd="4" destOrd="0" presId="urn:microsoft.com/office/officeart/2018/2/layout/IconLabelList"/>
    <dgm:cxn modelId="{DE2DC2D2-AFE3-43FB-8583-96645D7BDC56}" type="presParOf" srcId="{9E129B50-E045-4C23-B145-99679821D46C}" destId="{F5CB24EE-312D-4BBE-BD0A-7A6E398D7FBB}" srcOrd="0" destOrd="0" presId="urn:microsoft.com/office/officeart/2018/2/layout/IconLabelList"/>
    <dgm:cxn modelId="{D95728D0-6E2E-4251-A6F9-6E1AB9FAD538}" type="presParOf" srcId="{9E129B50-E045-4C23-B145-99679821D46C}" destId="{88A181F9-0FB1-4423-B4D1-A8C841347346}" srcOrd="1" destOrd="0" presId="urn:microsoft.com/office/officeart/2018/2/layout/IconLabelList"/>
    <dgm:cxn modelId="{86184515-09AD-4555-B3FF-37F878344885}" type="presParOf" srcId="{9E129B50-E045-4C23-B145-99679821D46C}" destId="{1A0E867D-3347-46D8-BE5C-546D7F3507C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D444B-079A-40FC-AEE4-AD933E675134}">
      <dsp:nvSpPr>
        <dsp:cNvPr id="0" name=""/>
        <dsp:cNvSpPr/>
      </dsp:nvSpPr>
      <dsp:spPr>
        <a:xfrm>
          <a:off x="755901" y="1063485"/>
          <a:ext cx="810632" cy="81063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94BCC-DB65-4F1E-9E09-57A6C3730046}">
      <dsp:nvSpPr>
        <dsp:cNvPr id="0" name=""/>
        <dsp:cNvSpPr/>
      </dsp:nvSpPr>
      <dsp:spPr>
        <a:xfrm>
          <a:off x="3170" y="1950288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Planning</a:t>
          </a:r>
          <a:endParaRPr lang="en-US" sz="2300" kern="1200"/>
        </a:p>
      </dsp:txBody>
      <dsp:txXfrm>
        <a:off x="3170" y="1950288"/>
        <a:ext cx="2316093" cy="347414"/>
      </dsp:txXfrm>
    </dsp:sp>
    <dsp:sp modelId="{C88F4793-7ABA-4351-8AA1-CBD315E65FC7}">
      <dsp:nvSpPr>
        <dsp:cNvPr id="0" name=""/>
        <dsp:cNvSpPr/>
      </dsp:nvSpPr>
      <dsp:spPr>
        <a:xfrm>
          <a:off x="3170" y="2333130"/>
          <a:ext cx="2316093" cy="501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Define activities &amp; deliverables</a:t>
          </a:r>
          <a:endParaRPr lang="en-US" sz="1700" kern="1200" dirty="0"/>
        </a:p>
      </dsp:txBody>
      <dsp:txXfrm>
        <a:off x="3170" y="2333130"/>
        <a:ext cx="2316093" cy="501752"/>
      </dsp:txXfrm>
    </dsp:sp>
    <dsp:sp modelId="{803D9105-AEDA-48CF-9171-E06F671B6231}">
      <dsp:nvSpPr>
        <dsp:cNvPr id="0" name=""/>
        <dsp:cNvSpPr/>
      </dsp:nvSpPr>
      <dsp:spPr>
        <a:xfrm>
          <a:off x="3477311" y="1063485"/>
          <a:ext cx="810632" cy="810632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0B943-6B52-476F-BFE3-0A7067E56BA3}">
      <dsp:nvSpPr>
        <dsp:cNvPr id="0" name=""/>
        <dsp:cNvSpPr/>
      </dsp:nvSpPr>
      <dsp:spPr>
        <a:xfrm>
          <a:off x="2724581" y="1950288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Estimating</a:t>
          </a:r>
          <a:endParaRPr lang="en-US" sz="2300" kern="1200"/>
        </a:p>
      </dsp:txBody>
      <dsp:txXfrm>
        <a:off x="2724581" y="1950288"/>
        <a:ext cx="2316093" cy="347414"/>
      </dsp:txXfrm>
    </dsp:sp>
    <dsp:sp modelId="{9B3E27DB-FBB7-45B5-B101-3BAD6835A965}">
      <dsp:nvSpPr>
        <dsp:cNvPr id="0" name=""/>
        <dsp:cNvSpPr/>
      </dsp:nvSpPr>
      <dsp:spPr>
        <a:xfrm>
          <a:off x="2724581" y="2333130"/>
          <a:ext cx="2316093" cy="501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Time, Cost in terms of resource usage</a:t>
          </a:r>
          <a:endParaRPr lang="en-US" sz="1700" kern="1200" dirty="0"/>
        </a:p>
      </dsp:txBody>
      <dsp:txXfrm>
        <a:off x="2724581" y="2333130"/>
        <a:ext cx="2316093" cy="501752"/>
      </dsp:txXfrm>
    </dsp:sp>
    <dsp:sp modelId="{0FB9CC69-6654-443E-8AB6-267685FAB07C}">
      <dsp:nvSpPr>
        <dsp:cNvPr id="0" name=""/>
        <dsp:cNvSpPr/>
      </dsp:nvSpPr>
      <dsp:spPr>
        <a:xfrm>
          <a:off x="6198721" y="1063485"/>
          <a:ext cx="810632" cy="81063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277E2-229C-44C1-972D-645E971BE9E3}">
      <dsp:nvSpPr>
        <dsp:cNvPr id="0" name=""/>
        <dsp:cNvSpPr/>
      </dsp:nvSpPr>
      <dsp:spPr>
        <a:xfrm>
          <a:off x="5445991" y="1950288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Scheduling</a:t>
          </a:r>
          <a:endParaRPr lang="en-US" sz="2300" kern="1200"/>
        </a:p>
      </dsp:txBody>
      <dsp:txXfrm>
        <a:off x="5445991" y="1950288"/>
        <a:ext cx="2316093" cy="347414"/>
      </dsp:txXfrm>
    </dsp:sp>
    <dsp:sp modelId="{532A1382-8255-4FDC-8443-321397B929C3}">
      <dsp:nvSpPr>
        <dsp:cNvPr id="0" name=""/>
        <dsp:cNvSpPr/>
      </dsp:nvSpPr>
      <dsp:spPr>
        <a:xfrm>
          <a:off x="5445991" y="2333130"/>
          <a:ext cx="2316093" cy="501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Define sequence of tasks occurrence</a:t>
          </a:r>
          <a:endParaRPr lang="en-US" sz="1700" kern="1200" dirty="0"/>
        </a:p>
      </dsp:txBody>
      <dsp:txXfrm>
        <a:off x="5445991" y="2333130"/>
        <a:ext cx="2316093" cy="5017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38204-7CAE-4B1C-8299-BAB86BE31255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9A117-66A4-4F0E-9589-EB322A74E3DE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9B7BE-14A8-4026-A42E-1001EEFB7497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Dividing complex projects to simpler and manageable tasks.</a:t>
          </a:r>
          <a:endParaRPr lang="en-US" sz="1800" kern="1200"/>
        </a:p>
      </dsp:txBody>
      <dsp:txXfrm>
        <a:off x="1340173" y="795493"/>
        <a:ext cx="2552269" cy="1082781"/>
      </dsp:txXfrm>
    </dsp:sp>
    <dsp:sp modelId="{E39F676F-C09E-470A-91BB-C8B3206DF08D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52BB9-510D-4789-8678-8DA835357CB9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05CA4-211E-4406-80A5-6D23C4FD94C1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Stops till the tasks no longer remains decomposable.</a:t>
          </a:r>
          <a:endParaRPr lang="en-US" sz="1800" kern="1200"/>
        </a:p>
      </dsp:txBody>
      <dsp:txXfrm>
        <a:off x="5651962" y="795493"/>
        <a:ext cx="2552269" cy="1082781"/>
      </dsp:txXfrm>
    </dsp:sp>
    <dsp:sp modelId="{769F74BF-19BF-4903-B80C-7124D8BD7D34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FAA0B-0F74-4D76-9662-657181C911D5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C675B-8A08-404F-91B8-4C83D9659B9B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Work packages: the smallest unit of work that a project can be broken down into.</a:t>
          </a:r>
          <a:endParaRPr lang="en-US" sz="1800" kern="1200"/>
        </a:p>
      </dsp:txBody>
      <dsp:txXfrm>
        <a:off x="1340173" y="2647688"/>
        <a:ext cx="2552269" cy="1082781"/>
      </dsp:txXfrm>
    </dsp:sp>
    <dsp:sp modelId="{E7172C7F-E3DA-4712-AA2B-F88C9A6410C8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D3DD6-F778-438A-B390-88CB16CC5B6F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E2E66-E78F-41F5-93A8-838B2B73C2A2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 WBS element may be a product, data, a service, or any combination. </a:t>
          </a:r>
          <a:endParaRPr lang="en-US" sz="1800" kern="1200"/>
        </a:p>
      </dsp:txBody>
      <dsp:txXfrm>
        <a:off x="5651962" y="2647688"/>
        <a:ext cx="2552269" cy="108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4ACD1-E54B-49E8-A599-2091AF7AD45E}">
      <dsp:nvSpPr>
        <dsp:cNvPr id="0" name=""/>
        <dsp:cNvSpPr/>
      </dsp:nvSpPr>
      <dsp:spPr>
        <a:xfrm>
          <a:off x="0" y="495"/>
          <a:ext cx="77653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FB96B-B6CE-4DC5-8C99-E8868B07B7BB}">
      <dsp:nvSpPr>
        <dsp:cNvPr id="0" name=""/>
        <dsp:cNvSpPr/>
      </dsp:nvSpPr>
      <dsp:spPr>
        <a:xfrm>
          <a:off x="0" y="495"/>
          <a:ext cx="7765322" cy="81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Done by project managers mostly</a:t>
          </a:r>
          <a:endParaRPr lang="en-US" sz="3000" kern="1200" dirty="0"/>
        </a:p>
      </dsp:txBody>
      <dsp:txXfrm>
        <a:off x="0" y="495"/>
        <a:ext cx="7765322" cy="811552"/>
      </dsp:txXfrm>
    </dsp:sp>
    <dsp:sp modelId="{0F1723A2-D952-4919-9B85-5E2BA8487300}">
      <dsp:nvSpPr>
        <dsp:cNvPr id="0" name=""/>
        <dsp:cNvSpPr/>
      </dsp:nvSpPr>
      <dsp:spPr>
        <a:xfrm>
          <a:off x="0" y="812047"/>
          <a:ext cx="77653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7EAA4-88BC-4FDE-94CD-030F04E2B174}">
      <dsp:nvSpPr>
        <dsp:cNvPr id="0" name=""/>
        <dsp:cNvSpPr/>
      </dsp:nvSpPr>
      <dsp:spPr>
        <a:xfrm>
          <a:off x="0" y="812047"/>
          <a:ext cx="7765322" cy="81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describe the project statement</a:t>
          </a:r>
          <a:endParaRPr lang="en-US" sz="3000" kern="1200" dirty="0"/>
        </a:p>
      </dsp:txBody>
      <dsp:txXfrm>
        <a:off x="0" y="812047"/>
        <a:ext cx="7765322" cy="811552"/>
      </dsp:txXfrm>
    </dsp:sp>
    <dsp:sp modelId="{B66D3375-3549-44F7-B785-70D7EB3CEC30}">
      <dsp:nvSpPr>
        <dsp:cNvPr id="0" name=""/>
        <dsp:cNvSpPr/>
      </dsp:nvSpPr>
      <dsp:spPr>
        <a:xfrm>
          <a:off x="0" y="1623599"/>
          <a:ext cx="77653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58521-E7D9-453F-BA54-B12D738D4318}">
      <dsp:nvSpPr>
        <dsp:cNvPr id="0" name=""/>
        <dsp:cNvSpPr/>
      </dsp:nvSpPr>
      <dsp:spPr>
        <a:xfrm>
          <a:off x="0" y="1623599"/>
          <a:ext cx="7765322" cy="81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Highlight all necessary phases in the project</a:t>
          </a:r>
          <a:endParaRPr lang="en-US" sz="3000" kern="1200" dirty="0"/>
        </a:p>
      </dsp:txBody>
      <dsp:txXfrm>
        <a:off x="0" y="1623599"/>
        <a:ext cx="7765322" cy="811552"/>
      </dsp:txXfrm>
    </dsp:sp>
    <dsp:sp modelId="{D078D658-5CE4-4DDB-ABBE-A2037EA9DD9C}">
      <dsp:nvSpPr>
        <dsp:cNvPr id="0" name=""/>
        <dsp:cNvSpPr/>
      </dsp:nvSpPr>
      <dsp:spPr>
        <a:xfrm>
          <a:off x="0" y="2435151"/>
          <a:ext cx="77653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1DE66-DD3D-4322-8851-D54CFC1CCF61}">
      <dsp:nvSpPr>
        <dsp:cNvPr id="0" name=""/>
        <dsp:cNvSpPr/>
      </dsp:nvSpPr>
      <dsp:spPr>
        <a:xfrm>
          <a:off x="0" y="2435151"/>
          <a:ext cx="7765322" cy="81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Create deliverables</a:t>
          </a:r>
          <a:endParaRPr lang="en-US" sz="3000" kern="1200" dirty="0"/>
        </a:p>
      </dsp:txBody>
      <dsp:txXfrm>
        <a:off x="0" y="2435151"/>
        <a:ext cx="7765322" cy="811552"/>
      </dsp:txXfrm>
    </dsp:sp>
    <dsp:sp modelId="{35BB1924-C17F-4B16-B1EE-54939683A790}">
      <dsp:nvSpPr>
        <dsp:cNvPr id="0" name=""/>
        <dsp:cNvSpPr/>
      </dsp:nvSpPr>
      <dsp:spPr>
        <a:xfrm>
          <a:off x="0" y="3246703"/>
          <a:ext cx="77653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C6D4A-CC5B-4A3D-9E6B-46A9003FE0FC}">
      <dsp:nvSpPr>
        <dsp:cNvPr id="0" name=""/>
        <dsp:cNvSpPr/>
      </dsp:nvSpPr>
      <dsp:spPr>
        <a:xfrm>
          <a:off x="0" y="3246703"/>
          <a:ext cx="7765322" cy="81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Validate for completeness</a:t>
          </a:r>
        </a:p>
      </dsp:txBody>
      <dsp:txXfrm>
        <a:off x="0" y="3246703"/>
        <a:ext cx="7765322" cy="8115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B9973-1950-4EBE-BA44-856D6282A713}">
      <dsp:nvSpPr>
        <dsp:cNvPr id="0" name=""/>
        <dsp:cNvSpPr/>
      </dsp:nvSpPr>
      <dsp:spPr>
        <a:xfrm>
          <a:off x="0" y="688"/>
          <a:ext cx="84866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68EEE-ED21-41B0-8E80-4CEA65CC3F9A}">
      <dsp:nvSpPr>
        <dsp:cNvPr id="0" name=""/>
        <dsp:cNvSpPr/>
      </dsp:nvSpPr>
      <dsp:spPr>
        <a:xfrm>
          <a:off x="0" y="688"/>
          <a:ext cx="8486660" cy="112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correct project organization.</a:t>
          </a:r>
          <a:endParaRPr lang="en-US" sz="3200" kern="1200" dirty="0"/>
        </a:p>
      </dsp:txBody>
      <dsp:txXfrm>
        <a:off x="0" y="688"/>
        <a:ext cx="8486660" cy="1127484"/>
      </dsp:txXfrm>
    </dsp:sp>
    <dsp:sp modelId="{954CB6AC-638B-46EE-9B73-36818BE164DA}">
      <dsp:nvSpPr>
        <dsp:cNvPr id="0" name=""/>
        <dsp:cNvSpPr/>
      </dsp:nvSpPr>
      <dsp:spPr>
        <a:xfrm>
          <a:off x="0" y="1128172"/>
          <a:ext cx="84866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CC28B-B8DC-4270-96F5-B60AA0BFB5A9}">
      <dsp:nvSpPr>
        <dsp:cNvPr id="0" name=""/>
        <dsp:cNvSpPr/>
      </dsp:nvSpPr>
      <dsp:spPr>
        <a:xfrm>
          <a:off x="0" y="1128172"/>
          <a:ext cx="8486660" cy="112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depicts whole project work.</a:t>
          </a:r>
          <a:endParaRPr lang="en-US" sz="3200" kern="1200" dirty="0"/>
        </a:p>
      </dsp:txBody>
      <dsp:txXfrm>
        <a:off x="0" y="1128172"/>
        <a:ext cx="8486660" cy="1127484"/>
      </dsp:txXfrm>
    </dsp:sp>
    <dsp:sp modelId="{6D1C3B44-0DEF-4394-A3A5-E3EC7F7CD465}">
      <dsp:nvSpPr>
        <dsp:cNvPr id="0" name=""/>
        <dsp:cNvSpPr/>
      </dsp:nvSpPr>
      <dsp:spPr>
        <a:xfrm>
          <a:off x="0" y="2255657"/>
          <a:ext cx="84866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8C3A2-24AD-44EB-8DA6-6B3B83C851A4}">
      <dsp:nvSpPr>
        <dsp:cNvPr id="0" name=""/>
        <dsp:cNvSpPr/>
      </dsp:nvSpPr>
      <dsp:spPr>
        <a:xfrm>
          <a:off x="0" y="2255657"/>
          <a:ext cx="8486660" cy="112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Helpful for describing the project scope to stakeholders.</a:t>
          </a:r>
          <a:endParaRPr lang="en-US" sz="3200" kern="1200" dirty="0"/>
        </a:p>
      </dsp:txBody>
      <dsp:txXfrm>
        <a:off x="0" y="2255657"/>
        <a:ext cx="8486660" cy="1127484"/>
      </dsp:txXfrm>
    </dsp:sp>
    <dsp:sp modelId="{C4D6D7EF-4D9F-4DFD-9116-06C3D47DFEF5}">
      <dsp:nvSpPr>
        <dsp:cNvPr id="0" name=""/>
        <dsp:cNvSpPr/>
      </dsp:nvSpPr>
      <dsp:spPr>
        <a:xfrm>
          <a:off x="0" y="3383141"/>
          <a:ext cx="84866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E1C0B-C98D-4FFD-843D-9A9D1D246659}">
      <dsp:nvSpPr>
        <dsp:cNvPr id="0" name=""/>
        <dsp:cNvSpPr/>
      </dsp:nvSpPr>
      <dsp:spPr>
        <a:xfrm>
          <a:off x="0" y="3383141"/>
          <a:ext cx="8486660" cy="112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Helpful in cost estimation, resource allocation, and time management improvements.</a:t>
          </a:r>
        </a:p>
      </dsp:txBody>
      <dsp:txXfrm>
        <a:off x="0" y="3383141"/>
        <a:ext cx="8486660" cy="1127484"/>
      </dsp:txXfrm>
    </dsp:sp>
    <dsp:sp modelId="{CAC6F45B-58D3-4915-A3AB-402D9A22BA4C}">
      <dsp:nvSpPr>
        <dsp:cNvPr id="0" name=""/>
        <dsp:cNvSpPr/>
      </dsp:nvSpPr>
      <dsp:spPr>
        <a:xfrm>
          <a:off x="0" y="4510626"/>
          <a:ext cx="84866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0A153-10C3-45CB-A104-356B09134E0B}">
      <dsp:nvSpPr>
        <dsp:cNvPr id="0" name=""/>
        <dsp:cNvSpPr/>
      </dsp:nvSpPr>
      <dsp:spPr>
        <a:xfrm>
          <a:off x="0" y="4510626"/>
          <a:ext cx="8486660" cy="1127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Minimize unnecessary work that leads to missed deadlines and out-of-scope work.</a:t>
          </a:r>
        </a:p>
      </dsp:txBody>
      <dsp:txXfrm>
        <a:off x="0" y="4510626"/>
        <a:ext cx="8486660" cy="11274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4F701-D175-421E-AAC1-ECF5EA75BDB2}">
      <dsp:nvSpPr>
        <dsp:cNvPr id="0" name=""/>
        <dsp:cNvSpPr/>
      </dsp:nvSpPr>
      <dsp:spPr>
        <a:xfrm>
          <a:off x="719831" y="171684"/>
          <a:ext cx="2161687" cy="21616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75B5F-C480-4C5B-A2C1-7815E7CB499B}">
      <dsp:nvSpPr>
        <dsp:cNvPr id="0" name=""/>
        <dsp:cNvSpPr/>
      </dsp:nvSpPr>
      <dsp:spPr>
        <a:xfrm>
          <a:off x="1180518" y="632372"/>
          <a:ext cx="1240312" cy="124031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F55FC-B6BB-47CB-AE77-E1DCB2835983}">
      <dsp:nvSpPr>
        <dsp:cNvPr id="0" name=""/>
        <dsp:cNvSpPr/>
      </dsp:nvSpPr>
      <dsp:spPr>
        <a:xfrm>
          <a:off x="28799" y="3006684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Outline (Indented Format)</a:t>
          </a:r>
        </a:p>
      </dsp:txBody>
      <dsp:txXfrm>
        <a:off x="28799" y="3006684"/>
        <a:ext cx="3543750" cy="720000"/>
      </dsp:txXfrm>
    </dsp:sp>
    <dsp:sp modelId="{87A794A3-58EF-4F8F-B221-4D26098C8534}">
      <dsp:nvSpPr>
        <dsp:cNvPr id="0" name=""/>
        <dsp:cNvSpPr/>
      </dsp:nvSpPr>
      <dsp:spPr>
        <a:xfrm>
          <a:off x="4883737" y="171684"/>
          <a:ext cx="2161687" cy="21616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56B2D-E834-491A-B86D-0702426850B9}">
      <dsp:nvSpPr>
        <dsp:cNvPr id="0" name=""/>
        <dsp:cNvSpPr/>
      </dsp:nvSpPr>
      <dsp:spPr>
        <a:xfrm>
          <a:off x="5344424" y="632372"/>
          <a:ext cx="1240312" cy="1240312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9CE01-836E-4690-B38D-58353CDE9D48}">
      <dsp:nvSpPr>
        <dsp:cNvPr id="0" name=""/>
        <dsp:cNvSpPr/>
      </dsp:nvSpPr>
      <dsp:spPr>
        <a:xfrm>
          <a:off x="4192706" y="3006684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Graphical Tree (Organizational Chart)</a:t>
          </a:r>
        </a:p>
      </dsp:txBody>
      <dsp:txXfrm>
        <a:off x="4192706" y="3006684"/>
        <a:ext cx="354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A5D0B-7150-4217-AE04-F05E0A487D2A}">
      <dsp:nvSpPr>
        <dsp:cNvPr id="0" name=""/>
        <dsp:cNvSpPr/>
      </dsp:nvSpPr>
      <dsp:spPr>
        <a:xfrm>
          <a:off x="891408" y="874018"/>
          <a:ext cx="1097322" cy="10973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80DB6-08F2-4A43-8967-BC06517CACFA}">
      <dsp:nvSpPr>
        <dsp:cNvPr id="0" name=""/>
        <dsp:cNvSpPr/>
      </dsp:nvSpPr>
      <dsp:spPr>
        <a:xfrm>
          <a:off x="220822" y="2292180"/>
          <a:ext cx="243849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Must have concrete knowledge of project</a:t>
          </a:r>
          <a:endParaRPr lang="en-US" sz="1500" kern="1200"/>
        </a:p>
      </dsp:txBody>
      <dsp:txXfrm>
        <a:off x="220822" y="2292180"/>
        <a:ext cx="2438493" cy="720000"/>
      </dsp:txXfrm>
    </dsp:sp>
    <dsp:sp modelId="{7E3BE507-678F-4D44-AEFA-185358AF3364}">
      <dsp:nvSpPr>
        <dsp:cNvPr id="0" name=""/>
        <dsp:cNvSpPr/>
      </dsp:nvSpPr>
      <dsp:spPr>
        <a:xfrm>
          <a:off x="3756638" y="874018"/>
          <a:ext cx="1097322" cy="10973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FE10E-255F-4B92-8838-281FA094125C}">
      <dsp:nvSpPr>
        <dsp:cNvPr id="0" name=""/>
        <dsp:cNvSpPr/>
      </dsp:nvSpPr>
      <dsp:spPr>
        <a:xfrm>
          <a:off x="3086053" y="2292180"/>
          <a:ext cx="243849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All tasks/ deliverables properly identified and quoted</a:t>
          </a:r>
          <a:endParaRPr lang="en-US" sz="1500" kern="1200"/>
        </a:p>
      </dsp:txBody>
      <dsp:txXfrm>
        <a:off x="3086053" y="2292180"/>
        <a:ext cx="2438493" cy="720000"/>
      </dsp:txXfrm>
    </dsp:sp>
    <dsp:sp modelId="{F5CB24EE-312D-4BBE-BD0A-7A6E398D7FBB}">
      <dsp:nvSpPr>
        <dsp:cNvPr id="0" name=""/>
        <dsp:cNvSpPr/>
      </dsp:nvSpPr>
      <dsp:spPr>
        <a:xfrm>
          <a:off x="6621869" y="874018"/>
          <a:ext cx="1097322" cy="109732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E867D-3347-46D8-BE5C-546D7F3507C8}">
      <dsp:nvSpPr>
        <dsp:cNvPr id="0" name=""/>
        <dsp:cNvSpPr/>
      </dsp:nvSpPr>
      <dsp:spPr>
        <a:xfrm>
          <a:off x="5951283" y="2292180"/>
          <a:ext cx="243849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Each task should be broken down into legit activities</a:t>
          </a:r>
          <a:endParaRPr lang="en-US" sz="1500" kern="1200"/>
        </a:p>
      </dsp:txBody>
      <dsp:txXfrm>
        <a:off x="5951283" y="2292180"/>
        <a:ext cx="243849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115E9-D402-4257-A31E-49AD16F796F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9C313-78CE-413E-B973-C9C50864F3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2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2086E1-A3D6-40F0-A656-7295B46B4A72}" type="slidenum">
              <a:rPr lang="en-GB"/>
              <a:pPr/>
              <a:t>17</a:t>
            </a:fld>
            <a:endParaRPr lang="en-GB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8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760-B065-4C1B-8ACA-9E223BF144E8}" type="datetime1">
              <a:rPr lang="de-DE" smtClean="0"/>
              <a:t>16.02.2026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0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03F1-3817-46C6-B120-12B2754F70F0}" type="datetime1">
              <a:rPr lang="de-DE" smtClean="0"/>
              <a:t>16.02.2026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1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2F07-F7B7-4705-BBF6-052A04173771}" type="datetime1">
              <a:rPr lang="de-DE" smtClean="0"/>
              <a:t>16.02.2026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4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EA7D-12A9-44F9-8C51-414D3FB8E570}" type="datetime1">
              <a:rPr lang="de-DE" smtClean="0"/>
              <a:t>16.02.2026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7C7B0-79A1-4622-B531-553B2D0BF2B0}" type="datetime1">
              <a:rPr lang="de-DE" smtClean="0"/>
              <a:t>16.02.2026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43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2A7E-DFD5-4D72-8BE1-1ECC00E6DD89}" type="datetime1">
              <a:rPr lang="de-DE" smtClean="0"/>
              <a:t>16.02.2026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4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4B48-A9A4-438E-9F76-C2DF93185EE3}" type="datetime1">
              <a:rPr lang="de-DE" smtClean="0"/>
              <a:t>16.02.2026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9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0978-C3CE-4ED8-9564-753621FA8961}" type="datetime1">
              <a:rPr lang="de-DE" smtClean="0"/>
              <a:t>16.02.2026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8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DF4AE-E498-49A1-AEA7-C2306137B889}" type="datetime1">
              <a:rPr lang="de-DE" smtClean="0"/>
              <a:t>16.02.2026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7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7DE4-B023-43DB-B1B6-A45DC7721061}" type="datetime1">
              <a:rPr lang="de-DE" smtClean="0"/>
              <a:t>16.02.2026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0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50F1-DC66-4B33-A2D3-63F0A19D4E83}" type="datetime1">
              <a:rPr lang="de-DE" smtClean="0"/>
              <a:t>16.02.2026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45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449B-1AC0-4E9A-A2DD-54443C0077AB}" type="datetime1">
              <a:rPr lang="de-DE" smtClean="0"/>
              <a:t>16.02.2026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6495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44EA-E813-4EA1-8291-77D75B29A4E9}" type="datetime1">
              <a:rPr lang="de-DE" smtClean="0"/>
              <a:t>16.02.2026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81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8B3F-7F1E-45DC-A27A-B3832B1B19DF}" type="datetime1">
              <a:rPr lang="de-DE" smtClean="0"/>
              <a:t>16.02.2026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43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4AC1-4964-46DE-A3EA-DF22E0EBB593}" type="datetime1">
              <a:rPr lang="de-DE" smtClean="0"/>
              <a:t>16.02.2026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20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1E6D-AEC4-498F-BA6D-7B84BEDEE4BE}" type="datetime1">
              <a:rPr lang="de-DE" smtClean="0"/>
              <a:t>16.02.2026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48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467F-62D4-4F02-942C-5437BAACCDEF}" type="datetime1">
              <a:rPr lang="de-DE" smtClean="0"/>
              <a:t>16.02.2026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2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BFA0DC5-9509-48B4-A916-A68DE7C37B73}" type="datetime1">
              <a:rPr lang="de-DE" smtClean="0"/>
              <a:t>16.02.2026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55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jectmanager.com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anttpro.com/?_ga=2.244350085.1815986900.1646103906-2020044821.1646103906" TargetMode="External"/><Relationship Id="rId4" Type="http://schemas.openxmlformats.org/officeDocument/2006/relationships/hyperlink" Target="https://www.atlassian.com/software/ji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DAB482FD-C684-4DAA-AC4C-1739F51A9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3854427" y="1097280"/>
            <a:ext cx="4532906" cy="4626864"/>
          </a:xfrm>
        </p:spPr>
        <p:txBody>
          <a:bodyPr anchor="ctr">
            <a:normAutofit/>
          </a:bodyPr>
          <a:lstStyle/>
          <a:p>
            <a:pPr algn="l" eaLnBrk="1" hangingPunct="1"/>
            <a:r>
              <a:rPr lang="en-US"/>
              <a:t>Work Breakdown Structure</a:t>
            </a:r>
            <a:br>
              <a:rPr lang="en-US"/>
            </a:br>
            <a:endParaRPr lang="en-US"/>
          </a:p>
        </p:txBody>
      </p:sp>
      <p:cxnSp>
        <p:nvCxnSpPr>
          <p:cNvPr id="13321" name="Straight Connector 13320">
            <a:extLst>
              <a:ext uri="{FF2B5EF4-FFF2-40B4-BE49-F238E27FC236}">
                <a16:creationId xmlns:a16="http://schemas.microsoft.com/office/drawing/2014/main" id="{2DAA738B-EDF5-4694-B25A-3488245B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565159" cy="365125"/>
          </a:xfrm>
        </p:spPr>
        <p:txBody>
          <a:bodyPr>
            <a:normAutofit/>
          </a:bodyPr>
          <a:lstStyle/>
          <a:p>
            <a:pPr marL="0" marR="0" lvl="0" indent="0" defTabSz="4572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defTabSz="457200" rtl="0" eaLnBrk="1" fontAlgn="base" latinLnBrk="0" hangingPunct="1"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C1710-1F18-4889-B86D-182CF88AC23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05200" y="1924050"/>
            <a:ext cx="1524000" cy="1143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SW</a:t>
            </a:r>
          </a:p>
          <a:p>
            <a:pPr algn="ctr"/>
            <a:r>
              <a:rPr lang="en-US" sz="2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3600"/>
            <a:ext cx="1371600" cy="457200"/>
          </a:xfrm>
          <a:prstGeom prst="round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1752600" cy="4572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Planning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733800"/>
            <a:ext cx="2057400" cy="4572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Requirements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343400"/>
            <a:ext cx="2057400" cy="4572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Design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2200" y="4953000"/>
            <a:ext cx="2057400" cy="4572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Development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562600"/>
            <a:ext cx="2057400" cy="4572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Testing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5486400"/>
            <a:ext cx="1371600" cy="6096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Built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Release  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76800" y="5715000"/>
            <a:ext cx="304800" cy="22860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81000" y="2012606"/>
            <a:ext cx="2438400" cy="137160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66B67-E0B1-40C8-5855-1611EADB10F0}"/>
              </a:ext>
            </a:extLst>
          </p:cNvPr>
          <p:cNvSpPr txBox="1"/>
          <p:nvPr/>
        </p:nvSpPr>
        <p:spPr>
          <a:xfrm>
            <a:off x="6477000" y="1817638"/>
            <a:ext cx="20948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Google Sans"/>
              </a:rPr>
              <a:t>Scope and planning involves defining a project's deliverables, goals, tasks, deadlines, and cost and how to develop the software product.</a:t>
            </a:r>
            <a:endParaRPr lang="en-PK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4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n-US" altLang="en-US" dirty="0"/>
              <a:t>Project Management</a:t>
            </a:r>
          </a:p>
        </p:txBody>
      </p:sp>
      <p:pic>
        <p:nvPicPr>
          <p:cNvPr id="3083" name="Picture 3082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30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565159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fld id="{A9B9CC38-F010-4A7E-BD69-3359766B46B1}" type="slidenum">
              <a:rPr lang="en-US" altLang="en-US" sz="1800">
                <a:latin typeface="Times New Roman" panose="02020603050405020304" pitchFamily="18" charset="0"/>
              </a:rPr>
              <a:pPr eaLnBrk="1" hangingPunct="1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en-US" sz="1800">
              <a:latin typeface="Times New Roman" panose="02020603050405020304" pitchFamily="18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11764818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9138890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30A77-331B-4230-8829-390CC213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en-US" sz="3100"/>
              <a:t>What is WBS?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B5EE-A759-4260-AD40-C5F24E49E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7826" y="914400"/>
            <a:ext cx="5388862" cy="46268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a work breakdown structure is:</a:t>
            </a:r>
          </a:p>
          <a:p>
            <a:pPr lvl="1"/>
            <a:r>
              <a:rPr lang="en-US" sz="2000" dirty="0"/>
              <a:t>“A hierarchical decomposition </a:t>
            </a:r>
          </a:p>
          <a:p>
            <a:pPr lvl="1"/>
            <a:r>
              <a:rPr lang="en-US" sz="2000" dirty="0"/>
              <a:t>of the total scope of work </a:t>
            </a:r>
          </a:p>
          <a:p>
            <a:pPr lvl="1"/>
            <a:r>
              <a:rPr lang="en-US" sz="2000" dirty="0"/>
              <a:t>to be carried out by the project team </a:t>
            </a:r>
          </a:p>
          <a:p>
            <a:pPr lvl="1"/>
            <a:r>
              <a:rPr lang="en-US" sz="2000" dirty="0"/>
              <a:t>to accomplish the project objectives</a:t>
            </a:r>
          </a:p>
          <a:p>
            <a:pPr lvl="1"/>
            <a:r>
              <a:rPr lang="en-US" sz="2000" dirty="0"/>
              <a:t>and create the required deliverables.”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C515-FC20-4088-998B-2D73F213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5651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1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24374"/>
            <a:ext cx="7765322" cy="97045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effectLst/>
              </a:rPr>
              <a:t>WBS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B1D3D4E-1D4D-847D-0B61-82B3F856B9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4742" y="12954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C1710-1F18-4889-B86D-182CF88A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46612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61790" y="117495"/>
            <a:ext cx="8229600" cy="1066800"/>
          </a:xfrm>
        </p:spPr>
        <p:txBody>
          <a:bodyPr/>
          <a:lstStyle/>
          <a:p>
            <a:r>
              <a:rPr lang="en-US" altLang="en-US" dirty="0"/>
              <a:t>Why is it needed?</a:t>
            </a:r>
            <a:endParaRPr lang="en-GB" altLang="en-US" dirty="0"/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2822F8-4923-4F9A-84C4-A6F9A7B6CA1B}" type="slidenum">
              <a:rPr lang="en-US" altLang="en-US" sz="1400" smtClean="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AF945-F966-9D99-0192-D1B4C151EA3F}"/>
              </a:ext>
            </a:extLst>
          </p:cNvPr>
          <p:cNvSpPr txBox="1"/>
          <p:nvPr/>
        </p:nvSpPr>
        <p:spPr>
          <a:xfrm>
            <a:off x="1066800" y="1524000"/>
            <a:ext cx="73838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For activities identification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For correct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Identify related activities using PERT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schedules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Project failure risk minimized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15108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en-US" sz="3100"/>
              <a:t> When should we develop WBS?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pPr algn="just"/>
            <a:endParaRPr lang="en-US" b="1" dirty="0"/>
          </a:p>
          <a:p>
            <a:pPr algn="just"/>
            <a:r>
              <a:rPr lang="en-US" b="1" dirty="0"/>
              <a:t>After finalizing project scope and before project estimation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5651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00C1710-1F18-4889-B86D-182CF88AC23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967" y="479664"/>
            <a:ext cx="7498080" cy="80449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/>
              </a:rPr>
              <a:t>How to create WBS?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81C38A3-8A30-539F-8F77-089A1B44D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842240"/>
              </p:ext>
            </p:extLst>
          </p:nvPr>
        </p:nvGraphicFramePr>
        <p:xfrm>
          <a:off x="685346" y="1732450"/>
          <a:ext cx="776532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C1710-1F18-4889-B86D-182CF88A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73708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678" y="17444"/>
            <a:ext cx="8229600" cy="1600200"/>
          </a:xfrm>
        </p:spPr>
        <p:txBody>
          <a:bodyPr/>
          <a:lstStyle/>
          <a:p>
            <a:r>
              <a:rPr lang="en-US" dirty="0"/>
              <a:t>WBS </a:t>
            </a:r>
          </a:p>
        </p:txBody>
      </p:sp>
      <p:pic>
        <p:nvPicPr>
          <p:cNvPr id="1026" name="Picture 2" descr="https://www.guru99.com/images/TestManagement/testmanagement_article_2_2_5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1731963"/>
            <a:ext cx="7841067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0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47" y="0"/>
            <a:ext cx="4892105" cy="609600"/>
          </a:xfrm>
        </p:spPr>
        <p:txBody>
          <a:bodyPr>
            <a:normAutofit fontScale="90000"/>
          </a:bodyPr>
          <a:lstStyle/>
          <a:p>
            <a:pPr algn="just"/>
            <a:r>
              <a:rPr lang="en-GB" sz="3600"/>
              <a:t>Reasons to use WBS</a:t>
            </a:r>
            <a:endParaRPr lang="en-US" sz="3600" dirty="0"/>
          </a:p>
        </p:txBody>
      </p:sp>
      <p:graphicFrame>
        <p:nvGraphicFramePr>
          <p:cNvPr id="14" name="Content Placeholder 5">
            <a:extLst>
              <a:ext uri="{FF2B5EF4-FFF2-40B4-BE49-F238E27FC236}">
                <a16:creationId xmlns:a16="http://schemas.microsoft.com/office/drawing/2014/main" id="{83EE17A8-51A6-FAF8-C3AC-3A39FA8448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047396"/>
              </p:ext>
            </p:extLst>
          </p:nvPr>
        </p:nvGraphicFramePr>
        <p:xfrm>
          <a:off x="214369" y="609600"/>
          <a:ext cx="8486660" cy="5638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600C1710-1F18-4889-B86D-182CF88AC237}" type="slidenum">
              <a:rPr lang="en-US" smtClean="0"/>
              <a:pPr algn="just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74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pPr algn="ctr"/>
            <a:r>
              <a:rPr lang="en-AU" dirty="0"/>
              <a:t>Levels in WBS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51205"/>
            <a:ext cx="8382000" cy="41148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b="1" dirty="0">
                <a:solidFill>
                  <a:schemeClr val="tx1"/>
                </a:solidFill>
              </a:rPr>
              <a:t>Starts with level 0 i.e.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project title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b="1" dirty="0">
                <a:solidFill>
                  <a:schemeClr val="tx1"/>
                </a:solidFill>
              </a:rPr>
              <a:t>Then make level 1, highest level breakdown of about 4-7 nodes depending on your project. Termed as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 accounts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b="1" dirty="0">
                <a:solidFill>
                  <a:schemeClr val="tx1"/>
                </a:solidFill>
              </a:rPr>
              <a:t>Then make level 2, they are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work packages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b="1" dirty="0">
                <a:solidFill>
                  <a:schemeClr val="tx1"/>
                </a:solidFill>
              </a:rPr>
              <a:t>Level 3 are the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tasks/activities </a:t>
            </a:r>
            <a:r>
              <a:rPr lang="en-US" b="1" dirty="0">
                <a:solidFill>
                  <a:schemeClr val="tx1"/>
                </a:solidFill>
              </a:rPr>
              <a:t>to be performed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b="1" dirty="0">
                <a:solidFill>
                  <a:schemeClr val="tx1"/>
                </a:solidFill>
              </a:rPr>
              <a:t>Follow the standard numbering scheme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300"/>
              </a:spcAft>
            </a:pPr>
            <a:endParaRPr lang="en-US" b="1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300"/>
              </a:spcAft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C1710-1F18-4889-B86D-182CF88A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61429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n-US" dirty="0"/>
              <a:t>WBS Formats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5651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D1304E27-796C-FE25-F594-35B1E23350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930523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42253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600200"/>
          </a:xfrm>
        </p:spPr>
        <p:txBody>
          <a:bodyPr/>
          <a:lstStyle/>
          <a:p>
            <a:pPr algn="ctr"/>
            <a:r>
              <a:rPr lang="en-US" sz="2800" dirty="0">
                <a:effectLst/>
              </a:rPr>
              <a:t>Displaying the WBS</a:t>
            </a:r>
            <a:br>
              <a:rPr lang="en-US" sz="2800" dirty="0">
                <a:effectLst/>
              </a:rPr>
            </a:br>
            <a:r>
              <a:rPr lang="en-US" sz="4400" dirty="0">
                <a:effectLst/>
              </a:rPr>
              <a:t> Example</a:t>
            </a:r>
            <a:r>
              <a:rPr lang="en-US" sz="4400" dirty="0"/>
              <a:t> </a:t>
            </a:r>
            <a:r>
              <a:rPr lang="en-US" sz="4400" dirty="0">
                <a:effectLst/>
              </a:rPr>
              <a:t>o</a:t>
            </a:r>
            <a:r>
              <a:rPr lang="en-US" sz="4400" dirty="0"/>
              <a:t>f </a:t>
            </a:r>
            <a:r>
              <a:rPr lang="en-US" sz="4400" dirty="0">
                <a:effectLst/>
              </a:rPr>
              <a:t>outlined</a:t>
            </a:r>
            <a:r>
              <a:rPr lang="en-US" sz="4400" dirty="0"/>
              <a:t> </a:t>
            </a:r>
            <a:r>
              <a:rPr lang="en-US" sz="4400" dirty="0">
                <a:effectLst/>
              </a:rPr>
              <a:t>WBS</a:t>
            </a:r>
            <a:r>
              <a:rPr lang="en-US" sz="4400" dirty="0"/>
              <a:t>.</a:t>
            </a:r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05472" y="1731963"/>
            <a:ext cx="5125119" cy="405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4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C1710-1F18-4889-B86D-182CF88A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966072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57200"/>
            <a:ext cx="8839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effectLst/>
              </a:rPr>
              <a:t>Displaying the WBS</a:t>
            </a:r>
            <a:br>
              <a:rPr lang="en-US" sz="2800" dirty="0">
                <a:effectLst/>
              </a:rPr>
            </a:br>
            <a:r>
              <a:rPr lang="en-US" sz="4400" dirty="0">
                <a:effectLst/>
              </a:rPr>
              <a:t> Example</a:t>
            </a:r>
            <a:r>
              <a:rPr lang="en-US" sz="4400" dirty="0"/>
              <a:t> </a:t>
            </a:r>
            <a:r>
              <a:rPr lang="en-US" sz="4400" dirty="0">
                <a:effectLst/>
              </a:rPr>
              <a:t>o</a:t>
            </a:r>
            <a:r>
              <a:rPr lang="en-US" sz="4400" dirty="0"/>
              <a:t>f Graphical Tree </a:t>
            </a:r>
            <a:r>
              <a:rPr lang="en-US" sz="4400" dirty="0">
                <a:effectLst/>
              </a:rPr>
              <a:t>WBS</a:t>
            </a:r>
            <a:endParaRPr lang="en-US" sz="4400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19944" y="1804194"/>
            <a:ext cx="74961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4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C1710-1F18-4889-B86D-182CF88A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0815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88938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/>
              </a:rPr>
              <a:t>Challenges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8C836A6-EB51-AE15-C98E-0E6A12105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331943"/>
              </p:ext>
            </p:extLst>
          </p:nvPr>
        </p:nvGraphicFramePr>
        <p:xfrm>
          <a:off x="266700" y="1600200"/>
          <a:ext cx="8610600" cy="3886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C1710-1F18-4889-B86D-182CF88A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408511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WBS Guidelines</a:t>
            </a:r>
          </a:p>
        </p:txBody>
      </p:sp>
      <p:sp>
        <p:nvSpPr>
          <p:cNvPr id="5" name="Slide Number Placeholder 4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C1710-1F18-4889-B86D-182CF88AC2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0BABD-5714-2D71-7886-56024B2C3F45}"/>
              </a:ext>
            </a:extLst>
          </p:cNvPr>
          <p:cNvSpPr txBox="1"/>
          <p:nvPr/>
        </p:nvSpPr>
        <p:spPr>
          <a:xfrm>
            <a:off x="594665" y="1612707"/>
            <a:ext cx="8229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Must be </a:t>
            </a:r>
            <a:r>
              <a:rPr lang="en-US" b="1" dirty="0"/>
              <a:t>easy to understand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Covers all objectives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Each element corresponds to a deliverable 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Breakdown until you get accurate time and cost estimates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Should not be much detailed as project plan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Can evolve over time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Each level have no more than 7 items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r>
              <a:rPr lang="en-US" dirty="0"/>
              <a:t>Can be drawn using Gantt Pro, Word, Excel, MS Project, Visio etc. May use a template if you  have 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  <a:defRPr cap="all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08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1"/>
            <a:ext cx="6705600" cy="914400"/>
          </a:xfrm>
        </p:spPr>
        <p:txBody>
          <a:bodyPr/>
          <a:lstStyle/>
          <a:p>
            <a:r>
              <a:rPr lang="en-GB" dirty="0"/>
              <a:t>Example WBS 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620000" cy="5257800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marL="342900" indent="-342900" algn="just">
              <a:lnSpc>
                <a:spcPct val="90000"/>
              </a:lnSpc>
            </a:pPr>
            <a:r>
              <a:rPr lang="en-GB" sz="2400" b="1" dirty="0">
                <a:solidFill>
                  <a:schemeClr val="tx1"/>
                </a:solidFill>
              </a:rPr>
              <a:t>Redecorate Room</a:t>
            </a:r>
          </a:p>
          <a:p>
            <a:pPr marL="742950" lvl="1" indent="-28575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Prepare materials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Buy paint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Buy a ladder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Buy brushes/rollers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Buy wallpaper remover </a:t>
            </a:r>
          </a:p>
          <a:p>
            <a:pPr marL="742950" lvl="1" indent="-28575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Prepare room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Remove old wallpaper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Remove detachable decorations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Cover floor with old newspapers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Cover electrical outlets/switches with tape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Cover furniture with sheets </a:t>
            </a:r>
          </a:p>
          <a:p>
            <a:pPr marL="742950" lvl="1" indent="-28575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Paint the room </a:t>
            </a:r>
          </a:p>
          <a:p>
            <a:pPr marL="742950" lvl="1" indent="-28575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Clean up the room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Dispose or store left over paint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Clean brushes/rollers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Dispose of old newspapers </a:t>
            </a:r>
          </a:p>
          <a:p>
            <a:pPr marL="1143000" lvl="2" indent="-228600" algn="just"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</a:rPr>
              <a:t>Remove covers</a:t>
            </a:r>
          </a:p>
          <a:p>
            <a:pPr marL="742950" lvl="1" indent="-285750" algn="just">
              <a:lnSpc>
                <a:spcPct val="90000"/>
              </a:lnSpc>
            </a:pP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B8166C-D265-484E-8AC8-AEA54345F976}" type="slidenum">
              <a:rPr lang="en-US"/>
              <a:pPr/>
              <a:t>17</a:t>
            </a:fld>
            <a:endParaRPr lang="en-US"/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 rot="3530878">
            <a:off x="-692150" y="3463925"/>
            <a:ext cx="29956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>
                <a:solidFill>
                  <a:schemeClr val="bg1"/>
                </a:solidFill>
              </a:rPr>
              <a:t>WBS</a:t>
            </a: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9999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5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5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5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5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5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5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5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5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5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5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5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5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53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53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53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0D826-05BA-4C58-ABEE-7E515050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en-US" sz="3100"/>
              <a:t>Professional Tools used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7DFA-EEAE-4DE8-AB3D-0281746C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lang="en-US" dirty="0">
                <a:hlinkClick r:id="rId3"/>
              </a:rPr>
              <a:t>https://www.projectmanager.com/</a:t>
            </a:r>
            <a:endParaRPr lang="en-US" dirty="0"/>
          </a:p>
          <a:p>
            <a:r>
              <a:rPr lang="en-US" dirty="0">
                <a:hlinkClick r:id="rId4"/>
              </a:rPr>
              <a:t>https://www.atlassian.com/software/jira</a:t>
            </a:r>
            <a:endParaRPr lang="en-US" dirty="0"/>
          </a:p>
          <a:p>
            <a:r>
              <a:rPr lang="en-US" b="0" i="0" u="none" strike="noStrike" dirty="0">
                <a:effectLst/>
                <a:latin typeface="Lato-Regular"/>
                <a:hlinkClick r:id="rId5"/>
              </a:rPr>
              <a:t>https://ganttpro.com/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35FC-4670-4913-9C0B-6266D505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56515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56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12648</TotalTime>
  <Words>562</Words>
  <Application>Microsoft Office PowerPoint</Application>
  <PresentationFormat>On-screen Show (4:3)</PresentationFormat>
  <Paragraphs>127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Calisto MT</vt:lpstr>
      <vt:lpstr>Century Gothic</vt:lpstr>
      <vt:lpstr>Google Sans</vt:lpstr>
      <vt:lpstr>Lato-Regular</vt:lpstr>
      <vt:lpstr>Times New Roman</vt:lpstr>
      <vt:lpstr>Wingdings 2</vt:lpstr>
      <vt:lpstr>Slate</vt:lpstr>
      <vt:lpstr>Work Breakdown Structure </vt:lpstr>
      <vt:lpstr>PowerPoint Presentation</vt:lpstr>
      <vt:lpstr>Project Management</vt:lpstr>
      <vt:lpstr>What is WBS?</vt:lpstr>
      <vt:lpstr>WBS</vt:lpstr>
      <vt:lpstr>Why is it needed?</vt:lpstr>
      <vt:lpstr> When should we develop WBS?</vt:lpstr>
      <vt:lpstr>How to create WBS?</vt:lpstr>
      <vt:lpstr>WBS </vt:lpstr>
      <vt:lpstr>Reasons to use WBS</vt:lpstr>
      <vt:lpstr>Levels in WBS</vt:lpstr>
      <vt:lpstr>WBS Formats</vt:lpstr>
      <vt:lpstr>Displaying the WBS  Example of outlined WBS.</vt:lpstr>
      <vt:lpstr>Displaying the WBS  Example of Graphical Tree WBS</vt:lpstr>
      <vt:lpstr>Challenges</vt:lpstr>
      <vt:lpstr>WBS Guidelines</vt:lpstr>
      <vt:lpstr>Example WBS </vt:lpstr>
      <vt:lpstr>Professional Tools used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201 Data Structures</dc:title>
  <dc:creator>Tahir Qasim Syed</dc:creator>
  <cp:lastModifiedBy>Hajra  Ahmed</cp:lastModifiedBy>
  <cp:revision>326</cp:revision>
  <dcterms:created xsi:type="dcterms:W3CDTF">2006-08-16T00:00:00Z</dcterms:created>
  <dcterms:modified xsi:type="dcterms:W3CDTF">2026-02-16T03:00:26Z</dcterms:modified>
</cp:coreProperties>
</file>